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6.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34"/>
  </p:notesMasterIdLst>
  <p:sldIdLst>
    <p:sldId id="256" r:id="rId2"/>
    <p:sldId id="257" r:id="rId3"/>
    <p:sldId id="301" r:id="rId4"/>
    <p:sldId id="258" r:id="rId5"/>
    <p:sldId id="260" r:id="rId6"/>
    <p:sldId id="304" r:id="rId7"/>
    <p:sldId id="307" r:id="rId8"/>
    <p:sldId id="305" r:id="rId9"/>
    <p:sldId id="306" r:id="rId10"/>
    <p:sldId id="308" r:id="rId11"/>
    <p:sldId id="309" r:id="rId12"/>
    <p:sldId id="310" r:id="rId13"/>
    <p:sldId id="311" r:id="rId14"/>
    <p:sldId id="324" r:id="rId15"/>
    <p:sldId id="317" r:id="rId16"/>
    <p:sldId id="318" r:id="rId17"/>
    <p:sldId id="319" r:id="rId18"/>
    <p:sldId id="315" r:id="rId19"/>
    <p:sldId id="325" r:id="rId20"/>
    <p:sldId id="321" r:id="rId21"/>
    <p:sldId id="313" r:id="rId22"/>
    <p:sldId id="326" r:id="rId23"/>
    <p:sldId id="314" r:id="rId24"/>
    <p:sldId id="327" r:id="rId25"/>
    <p:sldId id="322" r:id="rId26"/>
    <p:sldId id="302" r:id="rId27"/>
    <p:sldId id="303" r:id="rId28"/>
    <p:sldId id="261" r:id="rId29"/>
    <p:sldId id="264" r:id="rId30"/>
    <p:sldId id="323" r:id="rId31"/>
    <p:sldId id="271" r:id="rId32"/>
    <p:sldId id="280" r:id="rId33"/>
  </p:sldIdLst>
  <p:sldSz cx="9144000" cy="5143500" type="screen16x9"/>
  <p:notesSz cx="6858000" cy="9144000"/>
  <p:embeddedFontLst>
    <p:embeddedFont>
      <p:font typeface="Bahnschrift Light" panose="020F0302020204030204" pitchFamily="34" charset="0"/>
      <p:regular r:id="rId35"/>
    </p:embeddedFont>
    <p:embeddedFont>
      <p:font typeface="Calibri" panose="020F0502020204030204" pitchFamily="34" charset="0"/>
      <p:regular r:id="rId36"/>
      <p:bold r:id="rId37"/>
      <p:italic r:id="rId38"/>
      <p:boldItalic r:id="rId39"/>
    </p:embeddedFont>
    <p:embeddedFont>
      <p:font typeface="Open Sans" panose="020B0606030504020204" pitchFamily="34" charset="0"/>
      <p:regular r:id="rId40"/>
      <p:bold r:id="rId41"/>
      <p:italic r:id="rId42"/>
      <p:boldItalic r:id="rId43"/>
    </p:embeddedFont>
    <p:embeddedFont>
      <p:font typeface="Oswald" pitchFamily="2" charset="77"/>
      <p:regular r:id="rId44"/>
      <p:bold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D1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B74EF8F-9165-4742-970A-F2D2CCFD133E}">
  <a:tblStyle styleId="{EB74EF8F-9165-4742-970A-F2D2CCFD133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07"/>
  </p:normalViewPr>
  <p:slideViewPr>
    <p:cSldViewPr snapToGrid="0">
      <p:cViewPr varScale="1">
        <p:scale>
          <a:sx n="165" d="100"/>
          <a:sy n="165" d="100"/>
        </p:scale>
        <p:origin x="6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LENOVO\Desktop\NMIMS\YEAR%202\SEMESTER%204\PROJECT\Rainfall&amp;Temp.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LENOVO\Downloads\GPA%20and%20region%2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LENOVO\Downloads\Car%20Data%20ANOVA,%20Hyp%203%20(1).xlsm"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83801640125309"/>
          <c:y val="0.15916282403212939"/>
          <c:w val="0.69380289656609562"/>
          <c:h val="0.54023522094999055"/>
        </c:manualLayout>
      </c:layout>
      <c:scatterChart>
        <c:scatterStyle val="lineMarker"/>
        <c:varyColors val="0"/>
        <c:ser>
          <c:idx val="0"/>
          <c:order val="0"/>
          <c:tx>
            <c:strRef>
              <c:f>Sheet2!$B$1</c:f>
              <c:strCache>
                <c:ptCount val="1"/>
                <c:pt idx="0">
                  <c:v>Mean AQI</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Sheet2!$A$2:$A$16</c:f>
              <c:numCache>
                <c:formatCode>0.00</c:formatCode>
                <c:ptCount val="15"/>
                <c:pt idx="0">
                  <c:v>34.596986301369846</c:v>
                </c:pt>
                <c:pt idx="1">
                  <c:v>28.611671232876709</c:v>
                </c:pt>
                <c:pt idx="2">
                  <c:v>31.171561643835599</c:v>
                </c:pt>
                <c:pt idx="3">
                  <c:v>33.14838356164384</c:v>
                </c:pt>
                <c:pt idx="4">
                  <c:v>33.051506849315061</c:v>
                </c:pt>
                <c:pt idx="5">
                  <c:v>29.250684931506836</c:v>
                </c:pt>
                <c:pt idx="6">
                  <c:v>31.421589041095885</c:v>
                </c:pt>
                <c:pt idx="7">
                  <c:v>32.793863013698669</c:v>
                </c:pt>
                <c:pt idx="8">
                  <c:v>32.782575342465769</c:v>
                </c:pt>
                <c:pt idx="9">
                  <c:v>32.280712328767159</c:v>
                </c:pt>
                <c:pt idx="10">
                  <c:v>33.309780821917819</c:v>
                </c:pt>
                <c:pt idx="11">
                  <c:v>30.693013698630129</c:v>
                </c:pt>
                <c:pt idx="12">
                  <c:v>33.380136986301352</c:v>
                </c:pt>
                <c:pt idx="13">
                  <c:v>28.798438356164393</c:v>
                </c:pt>
                <c:pt idx="14">
                  <c:v>30.396712328767141</c:v>
                </c:pt>
              </c:numCache>
            </c:numRef>
          </c:xVal>
          <c:yVal>
            <c:numRef>
              <c:f>Sheet2!$B$2:$B$16</c:f>
              <c:numCache>
                <c:formatCode>General</c:formatCode>
                <c:ptCount val="15"/>
                <c:pt idx="0">
                  <c:v>424.92424242424244</c:v>
                </c:pt>
                <c:pt idx="1">
                  <c:v>87.559414990859239</c:v>
                </c:pt>
                <c:pt idx="2">
                  <c:v>95.036630036630044</c:v>
                </c:pt>
                <c:pt idx="3">
                  <c:v>213.67155963302753</c:v>
                </c:pt>
                <c:pt idx="4">
                  <c:v>181.15285451197053</c:v>
                </c:pt>
                <c:pt idx="5">
                  <c:v>140.51224489795919</c:v>
                </c:pt>
                <c:pt idx="6">
                  <c:v>88.125461254612546</c:v>
                </c:pt>
                <c:pt idx="7">
                  <c:v>114.2920517560074</c:v>
                </c:pt>
                <c:pt idx="8">
                  <c:v>147.43107221006565</c:v>
                </c:pt>
                <c:pt idx="9">
                  <c:v>131.21335807050093</c:v>
                </c:pt>
                <c:pt idx="10">
                  <c:v>184.51301115241637</c:v>
                </c:pt>
                <c:pt idx="11">
                  <c:v>104.86778398510242</c:v>
                </c:pt>
                <c:pt idx="12">
                  <c:v>193.7188679245283</c:v>
                </c:pt>
                <c:pt idx="13">
                  <c:v>71.568138195777351</c:v>
                </c:pt>
                <c:pt idx="14">
                  <c:v>104.81188118811882</c:v>
                </c:pt>
              </c:numCache>
            </c:numRef>
          </c:yVal>
          <c:smooth val="0"/>
          <c:extLst>
            <c:ext xmlns:c16="http://schemas.microsoft.com/office/drawing/2014/chart" uri="{C3380CC4-5D6E-409C-BE32-E72D297353CC}">
              <c16:uniqueId val="{00000000-1E5A-47C6-A7FA-A6B810ED2814}"/>
            </c:ext>
          </c:extLst>
        </c:ser>
        <c:dLbls>
          <c:showLegendKey val="0"/>
          <c:showVal val="0"/>
          <c:showCatName val="0"/>
          <c:showSerName val="0"/>
          <c:showPercent val="0"/>
          <c:showBubbleSize val="0"/>
        </c:dLbls>
        <c:axId val="684506192"/>
        <c:axId val="684510352"/>
      </c:scatterChart>
      <c:valAx>
        <c:axId val="684506192"/>
        <c:scaling>
          <c:orientation val="minMax"/>
          <c:min val="27"/>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r>
                  <a:rPr lang="en-US" b="1"/>
                  <a:t>MEAN TEMPERATURE</a:t>
                </a:r>
              </a:p>
            </c:rich>
          </c:tx>
          <c:overlay val="0"/>
          <c:spPr>
            <a:noFill/>
            <a:ln>
              <a:noFill/>
            </a:ln>
            <a:effectLst/>
          </c:spPr>
          <c:txPr>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684510352"/>
        <c:crosses val="autoZero"/>
        <c:crossBetween val="midCat"/>
      </c:valAx>
      <c:valAx>
        <c:axId val="6845103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r>
                  <a:rPr lang="en-US" b="1"/>
                  <a:t>MEAN AQI</a:t>
                </a:r>
              </a:p>
            </c:rich>
          </c:tx>
          <c:layout>
            <c:manualLayout>
              <c:xMode val="edge"/>
              <c:yMode val="edge"/>
              <c:x val="3.6687241202163698E-2"/>
              <c:y val="0.26337653761725105"/>
            </c:manualLayout>
          </c:layout>
          <c:overlay val="0"/>
          <c:spPr>
            <a:noFill/>
            <a:ln>
              <a:noFill/>
            </a:ln>
            <a:effectLst/>
          </c:spPr>
          <c:txPr>
            <a:bodyPr rot="-54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684506192"/>
        <c:crosses val="autoZero"/>
        <c:crossBetween val="midCat"/>
        <c:majorUnit val="1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930525234963548"/>
          <c:y val="7.3725002515551266E-2"/>
          <c:w val="0.71223994531805856"/>
          <c:h val="0.64445456398401402"/>
        </c:manualLayout>
      </c:layout>
      <c:scatterChart>
        <c:scatterStyle val="lineMarker"/>
        <c:varyColors val="0"/>
        <c:ser>
          <c:idx val="0"/>
          <c:order val="0"/>
          <c:tx>
            <c:strRef>
              <c:f>Sheet2!$B$20</c:f>
              <c:strCache>
                <c:ptCount val="1"/>
                <c:pt idx="0">
                  <c:v>Mean AQI</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Sheet2!$A$21:$A$35</c:f>
              <c:numCache>
                <c:formatCode>General</c:formatCode>
                <c:ptCount val="15"/>
                <c:pt idx="0">
                  <c:v>1.89</c:v>
                </c:pt>
                <c:pt idx="1">
                  <c:v>12.08</c:v>
                </c:pt>
                <c:pt idx="2">
                  <c:v>23.93</c:v>
                </c:pt>
                <c:pt idx="3">
                  <c:v>10.48</c:v>
                </c:pt>
                <c:pt idx="4">
                  <c:v>7.05</c:v>
                </c:pt>
                <c:pt idx="5">
                  <c:v>15.31</c:v>
                </c:pt>
                <c:pt idx="6">
                  <c:v>11.44</c:v>
                </c:pt>
                <c:pt idx="7">
                  <c:v>2.42</c:v>
                </c:pt>
                <c:pt idx="8">
                  <c:v>11.76</c:v>
                </c:pt>
                <c:pt idx="9">
                  <c:v>24.49</c:v>
                </c:pt>
                <c:pt idx="10">
                  <c:v>4.6900000000000004</c:v>
                </c:pt>
                <c:pt idx="11">
                  <c:v>4.0199999999999996</c:v>
                </c:pt>
                <c:pt idx="12">
                  <c:v>9.89</c:v>
                </c:pt>
                <c:pt idx="13">
                  <c:v>10.46</c:v>
                </c:pt>
                <c:pt idx="14">
                  <c:v>9.51</c:v>
                </c:pt>
              </c:numCache>
            </c:numRef>
          </c:xVal>
          <c:yVal>
            <c:numRef>
              <c:f>Sheet2!$B$21:$B$35</c:f>
              <c:numCache>
                <c:formatCode>General</c:formatCode>
                <c:ptCount val="15"/>
                <c:pt idx="0">
                  <c:v>424.92424242424244</c:v>
                </c:pt>
                <c:pt idx="1">
                  <c:v>87.559414990859239</c:v>
                </c:pt>
                <c:pt idx="2">
                  <c:v>95.036630036630044</c:v>
                </c:pt>
                <c:pt idx="3">
                  <c:v>213.67155963302753</c:v>
                </c:pt>
                <c:pt idx="4">
                  <c:v>181.15285451197053</c:v>
                </c:pt>
                <c:pt idx="5">
                  <c:v>140.51224489795919</c:v>
                </c:pt>
                <c:pt idx="6">
                  <c:v>88.125461254612546</c:v>
                </c:pt>
                <c:pt idx="7">
                  <c:v>114.2920517560074</c:v>
                </c:pt>
                <c:pt idx="8">
                  <c:v>147.43107221006565</c:v>
                </c:pt>
                <c:pt idx="9">
                  <c:v>131.21335807050093</c:v>
                </c:pt>
                <c:pt idx="10">
                  <c:v>184.51301115241637</c:v>
                </c:pt>
                <c:pt idx="11">
                  <c:v>104.86778398510242</c:v>
                </c:pt>
                <c:pt idx="12">
                  <c:v>193.7188679245283</c:v>
                </c:pt>
                <c:pt idx="13">
                  <c:v>71.568138195777351</c:v>
                </c:pt>
                <c:pt idx="14">
                  <c:v>104.81188118811882</c:v>
                </c:pt>
              </c:numCache>
            </c:numRef>
          </c:yVal>
          <c:smooth val="0"/>
          <c:extLst>
            <c:ext xmlns:c16="http://schemas.microsoft.com/office/drawing/2014/chart" uri="{C3380CC4-5D6E-409C-BE32-E72D297353CC}">
              <c16:uniqueId val="{00000000-8348-489A-AA8A-3DBD726081E5}"/>
            </c:ext>
          </c:extLst>
        </c:ser>
        <c:dLbls>
          <c:showLegendKey val="0"/>
          <c:showVal val="0"/>
          <c:showCatName val="0"/>
          <c:showSerName val="0"/>
          <c:showPercent val="0"/>
          <c:showBubbleSize val="0"/>
        </c:dLbls>
        <c:axId val="684491792"/>
        <c:axId val="684499792"/>
      </c:scatterChart>
      <c:valAx>
        <c:axId val="68449179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r>
                  <a:rPr lang="en-US" b="1"/>
                  <a:t>MAX RAINFALL</a:t>
                </a:r>
              </a:p>
            </c:rich>
          </c:tx>
          <c:overlay val="0"/>
          <c:spPr>
            <a:noFill/>
            <a:ln>
              <a:noFill/>
            </a:ln>
            <a:effectLst/>
          </c:spPr>
          <c:txPr>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684499792"/>
        <c:crosses val="autoZero"/>
        <c:crossBetween val="midCat"/>
      </c:valAx>
      <c:valAx>
        <c:axId val="6844997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r>
                  <a:rPr lang="en-US" b="1"/>
                  <a:t>MEAN AQI</a:t>
                </a:r>
              </a:p>
            </c:rich>
          </c:tx>
          <c:layout>
            <c:manualLayout>
              <c:xMode val="edge"/>
              <c:yMode val="edge"/>
              <c:x val="1.5889525431730642E-2"/>
              <c:y val="0.19783649690780697"/>
            </c:manualLayout>
          </c:layout>
          <c:overlay val="0"/>
          <c:spPr>
            <a:noFill/>
            <a:ln>
              <a:noFill/>
            </a:ln>
            <a:effectLst/>
          </c:spPr>
          <c:txPr>
            <a:bodyPr rot="-54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6844917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3063597959832892E-2"/>
          <c:y val="5.0208669675113608E-2"/>
          <c:w val="0.67962174427148703"/>
          <c:h val="0.6177071637744268"/>
        </c:manualLayout>
      </c:layout>
      <c:barChart>
        <c:barDir val="col"/>
        <c:grouping val="clustered"/>
        <c:varyColors val="0"/>
        <c:ser>
          <c:idx val="0"/>
          <c:order val="0"/>
          <c:tx>
            <c:v> Mean Temperature</c:v>
          </c:tx>
          <c:spPr>
            <a:solidFill>
              <a:srgbClr val="002060"/>
            </a:solidFill>
            <a:ln>
              <a:noFill/>
            </a:ln>
            <a:effectLst/>
          </c:spPr>
          <c:invertIfNegative val="0"/>
          <c:cat>
            <c:strLit>
              <c:ptCount val="15"/>
              <c:pt idx="0">
                <c:v>Ahmedabad</c:v>
              </c:pt>
              <c:pt idx="1">
                <c:v>Bangalore</c:v>
              </c:pt>
              <c:pt idx="2">
                <c:v>Chennai</c:v>
              </c:pt>
              <c:pt idx="3">
                <c:v>Delhi</c:v>
              </c:pt>
              <c:pt idx="4">
                <c:v>Gurugram</c:v>
              </c:pt>
              <c:pt idx="5">
                <c:v>Guwahati</c:v>
              </c:pt>
              <c:pt idx="6">
                <c:v>Hyderabad</c:v>
              </c:pt>
              <c:pt idx="7">
                <c:v>Jaipur</c:v>
              </c:pt>
              <c:pt idx="8">
                <c:v>Jorapokhar</c:v>
              </c:pt>
              <c:pt idx="9">
                <c:v>Kolkata</c:v>
              </c:pt>
              <c:pt idx="10">
                <c:v>Lucknow</c:v>
              </c:pt>
              <c:pt idx="11">
                <c:v>Mumbai</c:v>
              </c:pt>
              <c:pt idx="12">
                <c:v>Patna</c:v>
              </c:pt>
              <c:pt idx="13">
                <c:v>Thiruvananthapuram</c:v>
              </c:pt>
              <c:pt idx="14">
                <c:v>Vishakhapatnam</c:v>
              </c:pt>
            </c:strLit>
          </c:cat>
          <c:val>
            <c:numLit>
              <c:formatCode>General</c:formatCode>
              <c:ptCount val="15"/>
              <c:pt idx="0">
                <c:v>34.596986301369846</c:v>
              </c:pt>
              <c:pt idx="1">
                <c:v>28.611671232876709</c:v>
              </c:pt>
              <c:pt idx="2">
                <c:v>31.171561643835599</c:v>
              </c:pt>
              <c:pt idx="3">
                <c:v>33.14838356164384</c:v>
              </c:pt>
              <c:pt idx="4">
                <c:v>33.051506849315061</c:v>
              </c:pt>
              <c:pt idx="5">
                <c:v>29.250684931506836</c:v>
              </c:pt>
              <c:pt idx="6">
                <c:v>31.421589041095885</c:v>
              </c:pt>
              <c:pt idx="7">
                <c:v>32.793863013698669</c:v>
              </c:pt>
              <c:pt idx="8">
                <c:v>32.782575342465769</c:v>
              </c:pt>
              <c:pt idx="9">
                <c:v>32.280712328767159</c:v>
              </c:pt>
              <c:pt idx="10">
                <c:v>33.309780821917819</c:v>
              </c:pt>
              <c:pt idx="11">
                <c:v>30.693013698630129</c:v>
              </c:pt>
              <c:pt idx="12">
                <c:v>33.380136986301352</c:v>
              </c:pt>
              <c:pt idx="13">
                <c:v>28.798438356164393</c:v>
              </c:pt>
              <c:pt idx="14">
                <c:v>30.396712328767141</c:v>
              </c:pt>
            </c:numLit>
          </c:val>
          <c:extLst>
            <c:ext xmlns:c16="http://schemas.microsoft.com/office/drawing/2014/chart" uri="{C3380CC4-5D6E-409C-BE32-E72D297353CC}">
              <c16:uniqueId val="{00000000-7954-410A-91D7-18A22FB31B7D}"/>
            </c:ext>
          </c:extLst>
        </c:ser>
        <c:ser>
          <c:idx val="1"/>
          <c:order val="1"/>
          <c:tx>
            <c:v> Max Rainfall</c:v>
          </c:tx>
          <c:spPr>
            <a:solidFill>
              <a:srgbClr val="00B050"/>
            </a:solidFill>
            <a:ln>
              <a:noFill/>
            </a:ln>
            <a:effectLst/>
          </c:spPr>
          <c:invertIfNegative val="0"/>
          <c:cat>
            <c:strLit>
              <c:ptCount val="15"/>
              <c:pt idx="0">
                <c:v>Ahmedabad</c:v>
              </c:pt>
              <c:pt idx="1">
                <c:v>Bangalore</c:v>
              </c:pt>
              <c:pt idx="2">
                <c:v>Chennai</c:v>
              </c:pt>
              <c:pt idx="3">
                <c:v>Delhi</c:v>
              </c:pt>
              <c:pt idx="4">
                <c:v>Gurugram</c:v>
              </c:pt>
              <c:pt idx="5">
                <c:v>Guwahati</c:v>
              </c:pt>
              <c:pt idx="6">
                <c:v>Hyderabad</c:v>
              </c:pt>
              <c:pt idx="7">
                <c:v>Jaipur</c:v>
              </c:pt>
              <c:pt idx="8">
                <c:v>Jorapokhar</c:v>
              </c:pt>
              <c:pt idx="9">
                <c:v>Kolkata</c:v>
              </c:pt>
              <c:pt idx="10">
                <c:v>Lucknow</c:v>
              </c:pt>
              <c:pt idx="11">
                <c:v>Mumbai</c:v>
              </c:pt>
              <c:pt idx="12">
                <c:v>Patna</c:v>
              </c:pt>
              <c:pt idx="13">
                <c:v>Thiruvananthapuram</c:v>
              </c:pt>
              <c:pt idx="14">
                <c:v>Vishakhapatnam</c:v>
              </c:pt>
            </c:strLit>
          </c:cat>
          <c:val>
            <c:numLit>
              <c:formatCode>General</c:formatCode>
              <c:ptCount val="15"/>
              <c:pt idx="0">
                <c:v>1.89</c:v>
              </c:pt>
              <c:pt idx="1">
                <c:v>12.08</c:v>
              </c:pt>
              <c:pt idx="2">
                <c:v>23.93</c:v>
              </c:pt>
              <c:pt idx="3">
                <c:v>10.48</c:v>
              </c:pt>
              <c:pt idx="4">
                <c:v>7.05</c:v>
              </c:pt>
              <c:pt idx="5">
                <c:v>15.31</c:v>
              </c:pt>
              <c:pt idx="6">
                <c:v>11.44</c:v>
              </c:pt>
              <c:pt idx="7">
                <c:v>2.42</c:v>
              </c:pt>
              <c:pt idx="8">
                <c:v>11.76</c:v>
              </c:pt>
              <c:pt idx="9">
                <c:v>24.49</c:v>
              </c:pt>
              <c:pt idx="10">
                <c:v>4.6900000000000004</c:v>
              </c:pt>
              <c:pt idx="11">
                <c:v>4.0199999999999996</c:v>
              </c:pt>
              <c:pt idx="12">
                <c:v>9.89</c:v>
              </c:pt>
              <c:pt idx="13">
                <c:v>10.46</c:v>
              </c:pt>
              <c:pt idx="14">
                <c:v>9.51</c:v>
              </c:pt>
            </c:numLit>
          </c:val>
          <c:extLst>
            <c:ext xmlns:c16="http://schemas.microsoft.com/office/drawing/2014/chart" uri="{C3380CC4-5D6E-409C-BE32-E72D297353CC}">
              <c16:uniqueId val="{00000001-7954-410A-91D7-18A22FB31B7D}"/>
            </c:ext>
          </c:extLst>
        </c:ser>
        <c:dLbls>
          <c:showLegendKey val="0"/>
          <c:showVal val="0"/>
          <c:showCatName val="0"/>
          <c:showSerName val="0"/>
          <c:showPercent val="0"/>
          <c:showBubbleSize val="0"/>
        </c:dLbls>
        <c:gapWidth val="219"/>
        <c:overlap val="-27"/>
        <c:axId val="540968592"/>
        <c:axId val="540967952"/>
      </c:barChart>
      <c:catAx>
        <c:axId val="540968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0967952"/>
        <c:crosses val="autoZero"/>
        <c:auto val="1"/>
        <c:lblAlgn val="ctr"/>
        <c:lblOffset val="100"/>
        <c:noMultiLvlLbl val="0"/>
      </c:catAx>
      <c:valAx>
        <c:axId val="5409679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0968592"/>
        <c:crosses val="autoZero"/>
        <c:crossBetween val="between"/>
      </c:valAx>
      <c:spPr>
        <a:noFill/>
        <a:ln>
          <a:noFill/>
        </a:ln>
        <a:effectLst/>
      </c:spPr>
    </c:plotArea>
    <c:legend>
      <c:legendPos val="r"/>
      <c:layout>
        <c:manualLayout>
          <c:xMode val="edge"/>
          <c:yMode val="edge"/>
          <c:x val="0.80021825899723442"/>
          <c:y val="0.23549375572350081"/>
          <c:w val="0.18267483338163829"/>
          <c:h val="0.5700923091962731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101866761036895"/>
          <c:y val="0.14419052732044857"/>
          <c:w val="0.6684950897991685"/>
          <c:h val="0.50786249279815632"/>
        </c:manualLayout>
      </c:layout>
      <c:scatterChart>
        <c:scatterStyle val="lineMarker"/>
        <c:varyColors val="0"/>
        <c:ser>
          <c:idx val="0"/>
          <c:order val="0"/>
          <c:tx>
            <c:strRef>
              <c:f>Sheet1!$B$2</c:f>
              <c:strCache>
                <c:ptCount val="1"/>
                <c:pt idx="0">
                  <c:v>Mean AQI</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Sheet1!$A$3:$A$17</c:f>
              <c:numCache>
                <c:formatCode>General</c:formatCode>
                <c:ptCount val="15"/>
                <c:pt idx="0">
                  <c:v>1.73</c:v>
                </c:pt>
                <c:pt idx="1">
                  <c:v>20.81</c:v>
                </c:pt>
                <c:pt idx="2">
                  <c:v>7.64</c:v>
                </c:pt>
                <c:pt idx="3">
                  <c:v>12.12</c:v>
                </c:pt>
                <c:pt idx="4">
                  <c:v>8.2799999999999994</c:v>
                </c:pt>
                <c:pt idx="5">
                  <c:v>32.89</c:v>
                </c:pt>
                <c:pt idx="6">
                  <c:v>5.0199999999999996</c:v>
                </c:pt>
                <c:pt idx="7">
                  <c:v>4.49</c:v>
                </c:pt>
                <c:pt idx="8">
                  <c:v>6.74</c:v>
                </c:pt>
                <c:pt idx="9">
                  <c:v>0</c:v>
                </c:pt>
                <c:pt idx="10">
                  <c:v>12.03</c:v>
                </c:pt>
                <c:pt idx="11">
                  <c:v>28.18</c:v>
                </c:pt>
                <c:pt idx="12">
                  <c:v>0.78</c:v>
                </c:pt>
                <c:pt idx="13">
                  <c:v>60.04</c:v>
                </c:pt>
                <c:pt idx="14">
                  <c:v>30.81</c:v>
                </c:pt>
              </c:numCache>
            </c:numRef>
          </c:xVal>
          <c:yVal>
            <c:numRef>
              <c:f>Sheet1!$B$3:$B$17</c:f>
              <c:numCache>
                <c:formatCode>General</c:formatCode>
                <c:ptCount val="15"/>
                <c:pt idx="0">
                  <c:v>424.92424242424244</c:v>
                </c:pt>
                <c:pt idx="1">
                  <c:v>87.559414990859239</c:v>
                </c:pt>
                <c:pt idx="2">
                  <c:v>95.036630036630044</c:v>
                </c:pt>
                <c:pt idx="3">
                  <c:v>213.67155963302753</c:v>
                </c:pt>
                <c:pt idx="4">
                  <c:v>181.15285451197053</c:v>
                </c:pt>
                <c:pt idx="5">
                  <c:v>140.51224489795919</c:v>
                </c:pt>
                <c:pt idx="6">
                  <c:v>88.125461254612546</c:v>
                </c:pt>
                <c:pt idx="7">
                  <c:v>114.2920517560074</c:v>
                </c:pt>
                <c:pt idx="8">
                  <c:v>147.43107221006565</c:v>
                </c:pt>
                <c:pt idx="9">
                  <c:v>131.21335807050093</c:v>
                </c:pt>
                <c:pt idx="10">
                  <c:v>184.51301115241637</c:v>
                </c:pt>
                <c:pt idx="11">
                  <c:v>104.86778398510242</c:v>
                </c:pt>
                <c:pt idx="12">
                  <c:v>193.7188679245283</c:v>
                </c:pt>
                <c:pt idx="13">
                  <c:v>71.568138195777351</c:v>
                </c:pt>
                <c:pt idx="14">
                  <c:v>104.81188118811882</c:v>
                </c:pt>
              </c:numCache>
            </c:numRef>
          </c:yVal>
          <c:smooth val="0"/>
          <c:extLst>
            <c:ext xmlns:c16="http://schemas.microsoft.com/office/drawing/2014/chart" uri="{C3380CC4-5D6E-409C-BE32-E72D297353CC}">
              <c16:uniqueId val="{00000000-5034-4798-898C-989AAE1F9FB6}"/>
            </c:ext>
          </c:extLst>
        </c:ser>
        <c:dLbls>
          <c:showLegendKey val="0"/>
          <c:showVal val="0"/>
          <c:showCatName val="0"/>
          <c:showSerName val="0"/>
          <c:showPercent val="0"/>
          <c:showBubbleSize val="0"/>
        </c:dLbls>
        <c:axId val="684519952"/>
        <c:axId val="684521232"/>
      </c:scatterChart>
      <c:valAx>
        <c:axId val="684519952"/>
        <c:scaling>
          <c:orientation val="minMax"/>
          <c:max val="7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rgbClr val="002060"/>
                    </a:solidFill>
                    <a:latin typeface="+mn-lt"/>
                    <a:ea typeface="+mn-ea"/>
                    <a:cs typeface="+mn-cs"/>
                  </a:defRPr>
                </a:pPr>
                <a:r>
                  <a:rPr lang="en-US" b="1">
                    <a:solidFill>
                      <a:srgbClr val="002060"/>
                    </a:solidFill>
                  </a:rPr>
                  <a:t>PERCENT</a:t>
                </a:r>
                <a:r>
                  <a:rPr lang="en-US" b="1" baseline="0">
                    <a:solidFill>
                      <a:srgbClr val="002060"/>
                    </a:solidFill>
                  </a:rPr>
                  <a:t> OF GA</a:t>
                </a:r>
                <a:endParaRPr lang="en-US" b="1">
                  <a:solidFill>
                    <a:srgbClr val="002060"/>
                  </a:solidFill>
                </a:endParaRPr>
              </a:p>
            </c:rich>
          </c:tx>
          <c:layout>
            <c:manualLayout>
              <c:xMode val="edge"/>
              <c:yMode val="edge"/>
              <c:x val="0.38559178979032116"/>
              <c:y val="0.79371256742513485"/>
            </c:manualLayout>
          </c:layout>
          <c:overlay val="0"/>
          <c:spPr>
            <a:noFill/>
            <a:ln>
              <a:noFill/>
            </a:ln>
            <a:effectLst/>
          </c:spPr>
          <c:txPr>
            <a:bodyPr rot="0" spcFirstLastPara="1" vertOverflow="ellipsis" vert="horz" wrap="square" anchor="ctr" anchorCtr="1"/>
            <a:lstStyle/>
            <a:p>
              <a:pPr>
                <a:defRPr sz="1000" b="1" i="0" u="none" strike="noStrike" kern="1200" baseline="0">
                  <a:solidFill>
                    <a:srgbClr val="00206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684521232"/>
        <c:crosses val="autoZero"/>
        <c:crossBetween val="midCat"/>
      </c:valAx>
      <c:valAx>
        <c:axId val="6845212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rgbClr val="002060"/>
                    </a:solidFill>
                    <a:latin typeface="+mn-lt"/>
                    <a:ea typeface="+mn-ea"/>
                    <a:cs typeface="+mn-cs"/>
                  </a:defRPr>
                </a:pPr>
                <a:r>
                  <a:rPr lang="en-US" b="1">
                    <a:solidFill>
                      <a:srgbClr val="002060"/>
                    </a:solidFill>
                  </a:rPr>
                  <a:t>MEAN AQI</a:t>
                </a:r>
              </a:p>
            </c:rich>
          </c:tx>
          <c:layout>
            <c:manualLayout>
              <c:xMode val="edge"/>
              <c:yMode val="edge"/>
              <c:x val="5.8954967707688224E-2"/>
              <c:y val="0.17888647777295552"/>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rgbClr val="00206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68451995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Sheet1!$C$20</c:f>
              <c:strCache>
                <c:ptCount val="1"/>
                <c:pt idx="0">
                  <c:v>Mean AQI</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Sheet1!$B$21:$B$35</c:f>
              <c:numCache>
                <c:formatCode>General</c:formatCode>
                <c:ptCount val="15"/>
                <c:pt idx="0">
                  <c:v>1</c:v>
                </c:pt>
                <c:pt idx="1">
                  <c:v>2</c:v>
                </c:pt>
                <c:pt idx="2">
                  <c:v>2</c:v>
                </c:pt>
                <c:pt idx="3">
                  <c:v>1</c:v>
                </c:pt>
                <c:pt idx="4">
                  <c:v>1</c:v>
                </c:pt>
                <c:pt idx="5">
                  <c:v>1</c:v>
                </c:pt>
                <c:pt idx="6">
                  <c:v>2</c:v>
                </c:pt>
                <c:pt idx="7">
                  <c:v>1</c:v>
                </c:pt>
                <c:pt idx="8">
                  <c:v>1</c:v>
                </c:pt>
                <c:pt idx="9">
                  <c:v>1</c:v>
                </c:pt>
                <c:pt idx="10">
                  <c:v>1</c:v>
                </c:pt>
                <c:pt idx="11">
                  <c:v>2</c:v>
                </c:pt>
                <c:pt idx="12">
                  <c:v>1</c:v>
                </c:pt>
                <c:pt idx="13">
                  <c:v>2</c:v>
                </c:pt>
                <c:pt idx="14">
                  <c:v>2</c:v>
                </c:pt>
              </c:numCache>
            </c:numRef>
          </c:xVal>
          <c:yVal>
            <c:numRef>
              <c:f>Sheet1!$C$21:$C$35</c:f>
              <c:numCache>
                <c:formatCode>General</c:formatCode>
                <c:ptCount val="15"/>
                <c:pt idx="0">
                  <c:v>424.92424242424244</c:v>
                </c:pt>
                <c:pt idx="1">
                  <c:v>87.559414990859239</c:v>
                </c:pt>
                <c:pt idx="2">
                  <c:v>95.036630036630044</c:v>
                </c:pt>
                <c:pt idx="3">
                  <c:v>213.67155963302753</c:v>
                </c:pt>
                <c:pt idx="4">
                  <c:v>181.15285451197053</c:v>
                </c:pt>
                <c:pt idx="5">
                  <c:v>140.51224489795919</c:v>
                </c:pt>
                <c:pt idx="6">
                  <c:v>88.125461254612546</c:v>
                </c:pt>
                <c:pt idx="7">
                  <c:v>114.2920517560074</c:v>
                </c:pt>
                <c:pt idx="8">
                  <c:v>147.43107221006565</c:v>
                </c:pt>
                <c:pt idx="9">
                  <c:v>131.21335807050093</c:v>
                </c:pt>
                <c:pt idx="10">
                  <c:v>184.51301115241637</c:v>
                </c:pt>
                <c:pt idx="11">
                  <c:v>104.86778398510242</c:v>
                </c:pt>
                <c:pt idx="12">
                  <c:v>193.7188679245283</c:v>
                </c:pt>
                <c:pt idx="13">
                  <c:v>71.568138195777351</c:v>
                </c:pt>
                <c:pt idx="14">
                  <c:v>104.81188118811882</c:v>
                </c:pt>
              </c:numCache>
            </c:numRef>
          </c:yVal>
          <c:smooth val="0"/>
          <c:extLst>
            <c:ext xmlns:c16="http://schemas.microsoft.com/office/drawing/2014/chart" uri="{C3380CC4-5D6E-409C-BE32-E72D297353CC}">
              <c16:uniqueId val="{00000000-E929-4467-98CB-BBABAE2904FB}"/>
            </c:ext>
          </c:extLst>
        </c:ser>
        <c:dLbls>
          <c:showLegendKey val="0"/>
          <c:showVal val="0"/>
          <c:showCatName val="0"/>
          <c:showSerName val="0"/>
          <c:showPercent val="0"/>
          <c:showBubbleSize val="0"/>
        </c:dLbls>
        <c:axId val="694659768"/>
        <c:axId val="694661688"/>
      </c:scatterChart>
      <c:valAx>
        <c:axId val="69465976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r>
                  <a:rPr lang="en-US" b="1" dirty="0"/>
                  <a:t>Region Code (1-North, 2-South)</a:t>
                </a:r>
              </a:p>
            </c:rich>
          </c:tx>
          <c:overlay val="0"/>
          <c:spPr>
            <a:noFill/>
            <a:ln>
              <a:noFill/>
            </a:ln>
            <a:effectLst/>
          </c:spPr>
          <c:txPr>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title>
        <c:numFmt formatCode="@"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694661688"/>
        <c:crosses val="autoZero"/>
        <c:crossBetween val="midCat"/>
        <c:majorUnit val="1"/>
      </c:valAx>
      <c:valAx>
        <c:axId val="6946616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r>
                  <a:rPr lang="en-US" b="1"/>
                  <a:t>MEAN AQI</a:t>
                </a:r>
              </a:p>
            </c:rich>
          </c:tx>
          <c:layout>
            <c:manualLayout>
              <c:xMode val="edge"/>
              <c:yMode val="edge"/>
              <c:x val="2.4295441754260981E-2"/>
              <c:y val="0.18300292463442069"/>
            </c:manualLayout>
          </c:layout>
          <c:overlay val="0"/>
          <c:spPr>
            <a:noFill/>
            <a:ln>
              <a:noFill/>
            </a:ln>
            <a:effectLst/>
          </c:spPr>
          <c:txPr>
            <a:bodyPr rot="-54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69465976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[GPA and region (1).xlsx]Sheet2!PivotTable23</c:name>
    <c:fmtId val="6"/>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rgbClr val="C00000"/>
          </a:solidFill>
          <a:ln>
            <a:noFill/>
          </a:ln>
          <a:effectLst/>
        </c:spPr>
      </c:pivotFmt>
      <c:pivotFmt>
        <c:idx val="12"/>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Sheet2!$J$3:$J$4</c:f>
              <c:strCache>
                <c:ptCount val="1"/>
                <c:pt idx="0">
                  <c:v>High</c:v>
                </c:pt>
              </c:strCache>
            </c:strRef>
          </c:tx>
          <c:spPr>
            <a:solidFill>
              <a:srgbClr val="00B050"/>
            </a:solidFill>
            <a:ln>
              <a:noFill/>
            </a:ln>
            <a:effectLst/>
          </c:spPr>
          <c:invertIfNegative val="0"/>
          <c:cat>
            <c:multiLvlStrRef>
              <c:f>Sheet2!$I$5:$I$22</c:f>
              <c:multiLvlStrCache>
                <c:ptCount val="15"/>
                <c:lvl>
                  <c:pt idx="0">
                    <c:v>Ahmedabad</c:v>
                  </c:pt>
                  <c:pt idx="1">
                    <c:v>Delhi</c:v>
                  </c:pt>
                  <c:pt idx="2">
                    <c:v>Gurugram</c:v>
                  </c:pt>
                  <c:pt idx="3">
                    <c:v>Guwahati</c:v>
                  </c:pt>
                  <c:pt idx="4">
                    <c:v>Jaipur</c:v>
                  </c:pt>
                  <c:pt idx="5">
                    <c:v>Jorapokhar</c:v>
                  </c:pt>
                  <c:pt idx="6">
                    <c:v>Kolkata</c:v>
                  </c:pt>
                  <c:pt idx="7">
                    <c:v>Lucknow</c:v>
                  </c:pt>
                  <c:pt idx="8">
                    <c:v>Patna</c:v>
                  </c:pt>
                  <c:pt idx="9">
                    <c:v>Bengaluru</c:v>
                  </c:pt>
                  <c:pt idx="10">
                    <c:v>Chennai</c:v>
                  </c:pt>
                  <c:pt idx="11">
                    <c:v>Hyderabad</c:v>
                  </c:pt>
                  <c:pt idx="12">
                    <c:v>Mumbai</c:v>
                  </c:pt>
                  <c:pt idx="13">
                    <c:v>Thiruvananthapuram</c:v>
                  </c:pt>
                  <c:pt idx="14">
                    <c:v>Vishakhapatnam</c:v>
                  </c:pt>
                </c:lvl>
                <c:lvl>
                  <c:pt idx="0">
                    <c:v>North</c:v>
                  </c:pt>
                  <c:pt idx="9">
                    <c:v>South</c:v>
                  </c:pt>
                </c:lvl>
              </c:multiLvlStrCache>
            </c:multiLvlStrRef>
          </c:cat>
          <c:val>
            <c:numRef>
              <c:f>Sheet2!$J$5:$J$22</c:f>
              <c:numCache>
                <c:formatCode>General</c:formatCode>
                <c:ptCount val="15"/>
                <c:pt idx="3">
                  <c:v>32.89</c:v>
                </c:pt>
                <c:pt idx="12">
                  <c:v>28.18</c:v>
                </c:pt>
                <c:pt idx="13">
                  <c:v>60.04</c:v>
                </c:pt>
                <c:pt idx="14">
                  <c:v>30.81</c:v>
                </c:pt>
              </c:numCache>
            </c:numRef>
          </c:val>
          <c:extLst>
            <c:ext xmlns:c16="http://schemas.microsoft.com/office/drawing/2014/chart" uri="{C3380CC4-5D6E-409C-BE32-E72D297353CC}">
              <c16:uniqueId val="{00000000-2E84-4D0D-AA08-4FEE910E3411}"/>
            </c:ext>
          </c:extLst>
        </c:ser>
        <c:ser>
          <c:idx val="1"/>
          <c:order val="1"/>
          <c:tx>
            <c:strRef>
              <c:f>Sheet2!$K$3:$K$4</c:f>
              <c:strCache>
                <c:ptCount val="1"/>
                <c:pt idx="0">
                  <c:v>Moderate</c:v>
                </c:pt>
              </c:strCache>
            </c:strRef>
          </c:tx>
          <c:spPr>
            <a:solidFill>
              <a:srgbClr val="FF9933"/>
            </a:solidFill>
            <a:ln>
              <a:noFill/>
            </a:ln>
            <a:effectLst/>
          </c:spPr>
          <c:invertIfNegative val="0"/>
          <c:cat>
            <c:multiLvlStrRef>
              <c:f>Sheet2!$I$5:$I$22</c:f>
              <c:multiLvlStrCache>
                <c:ptCount val="15"/>
                <c:lvl>
                  <c:pt idx="0">
                    <c:v>Ahmedabad</c:v>
                  </c:pt>
                  <c:pt idx="1">
                    <c:v>Delhi</c:v>
                  </c:pt>
                  <c:pt idx="2">
                    <c:v>Gurugram</c:v>
                  </c:pt>
                  <c:pt idx="3">
                    <c:v>Guwahati</c:v>
                  </c:pt>
                  <c:pt idx="4">
                    <c:v>Jaipur</c:v>
                  </c:pt>
                  <c:pt idx="5">
                    <c:v>Jorapokhar</c:v>
                  </c:pt>
                  <c:pt idx="6">
                    <c:v>Kolkata</c:v>
                  </c:pt>
                  <c:pt idx="7">
                    <c:v>Lucknow</c:v>
                  </c:pt>
                  <c:pt idx="8">
                    <c:v>Patna</c:v>
                  </c:pt>
                  <c:pt idx="9">
                    <c:v>Bengaluru</c:v>
                  </c:pt>
                  <c:pt idx="10">
                    <c:v>Chennai</c:v>
                  </c:pt>
                  <c:pt idx="11">
                    <c:v>Hyderabad</c:v>
                  </c:pt>
                  <c:pt idx="12">
                    <c:v>Mumbai</c:v>
                  </c:pt>
                  <c:pt idx="13">
                    <c:v>Thiruvananthapuram</c:v>
                  </c:pt>
                  <c:pt idx="14">
                    <c:v>Vishakhapatnam</c:v>
                  </c:pt>
                </c:lvl>
                <c:lvl>
                  <c:pt idx="0">
                    <c:v>North</c:v>
                  </c:pt>
                  <c:pt idx="9">
                    <c:v>South</c:v>
                  </c:pt>
                </c:lvl>
              </c:multiLvlStrCache>
            </c:multiLvlStrRef>
          </c:cat>
          <c:val>
            <c:numRef>
              <c:f>Sheet2!$K$5:$K$22</c:f>
              <c:numCache>
                <c:formatCode>General</c:formatCode>
                <c:ptCount val="15"/>
                <c:pt idx="1">
                  <c:v>12.12</c:v>
                </c:pt>
                <c:pt idx="7">
                  <c:v>12.03</c:v>
                </c:pt>
                <c:pt idx="9">
                  <c:v>20.81</c:v>
                </c:pt>
              </c:numCache>
            </c:numRef>
          </c:val>
          <c:extLst>
            <c:ext xmlns:c16="http://schemas.microsoft.com/office/drawing/2014/chart" uri="{C3380CC4-5D6E-409C-BE32-E72D297353CC}">
              <c16:uniqueId val="{00000001-2E84-4D0D-AA08-4FEE910E3411}"/>
            </c:ext>
          </c:extLst>
        </c:ser>
        <c:ser>
          <c:idx val="2"/>
          <c:order val="2"/>
          <c:tx>
            <c:strRef>
              <c:f>Sheet2!$L$3:$L$4</c:f>
              <c:strCache>
                <c:ptCount val="1"/>
                <c:pt idx="0">
                  <c:v>Low</c:v>
                </c:pt>
              </c:strCache>
            </c:strRef>
          </c:tx>
          <c:spPr>
            <a:solidFill>
              <a:srgbClr val="C00000"/>
            </a:solidFill>
            <a:ln>
              <a:noFill/>
            </a:ln>
            <a:effectLst/>
          </c:spPr>
          <c:invertIfNegative val="0"/>
          <c:cat>
            <c:multiLvlStrRef>
              <c:f>Sheet2!$I$5:$I$22</c:f>
              <c:multiLvlStrCache>
                <c:ptCount val="15"/>
                <c:lvl>
                  <c:pt idx="0">
                    <c:v>Ahmedabad</c:v>
                  </c:pt>
                  <c:pt idx="1">
                    <c:v>Delhi</c:v>
                  </c:pt>
                  <c:pt idx="2">
                    <c:v>Gurugram</c:v>
                  </c:pt>
                  <c:pt idx="3">
                    <c:v>Guwahati</c:v>
                  </c:pt>
                  <c:pt idx="4">
                    <c:v>Jaipur</c:v>
                  </c:pt>
                  <c:pt idx="5">
                    <c:v>Jorapokhar</c:v>
                  </c:pt>
                  <c:pt idx="6">
                    <c:v>Kolkata</c:v>
                  </c:pt>
                  <c:pt idx="7">
                    <c:v>Lucknow</c:v>
                  </c:pt>
                  <c:pt idx="8">
                    <c:v>Patna</c:v>
                  </c:pt>
                  <c:pt idx="9">
                    <c:v>Bengaluru</c:v>
                  </c:pt>
                  <c:pt idx="10">
                    <c:v>Chennai</c:v>
                  </c:pt>
                  <c:pt idx="11">
                    <c:v>Hyderabad</c:v>
                  </c:pt>
                  <c:pt idx="12">
                    <c:v>Mumbai</c:v>
                  </c:pt>
                  <c:pt idx="13">
                    <c:v>Thiruvananthapuram</c:v>
                  </c:pt>
                  <c:pt idx="14">
                    <c:v>Vishakhapatnam</c:v>
                  </c:pt>
                </c:lvl>
                <c:lvl>
                  <c:pt idx="0">
                    <c:v>North</c:v>
                  </c:pt>
                  <c:pt idx="9">
                    <c:v>South</c:v>
                  </c:pt>
                </c:lvl>
              </c:multiLvlStrCache>
            </c:multiLvlStrRef>
          </c:cat>
          <c:val>
            <c:numRef>
              <c:f>Sheet2!$L$5:$L$22</c:f>
              <c:numCache>
                <c:formatCode>General</c:formatCode>
                <c:ptCount val="15"/>
                <c:pt idx="0">
                  <c:v>1.73</c:v>
                </c:pt>
                <c:pt idx="2">
                  <c:v>8.2799999999999994</c:v>
                </c:pt>
                <c:pt idx="4">
                  <c:v>4.49</c:v>
                </c:pt>
                <c:pt idx="5">
                  <c:v>6.74</c:v>
                </c:pt>
                <c:pt idx="6">
                  <c:v>0</c:v>
                </c:pt>
                <c:pt idx="8">
                  <c:v>0.78</c:v>
                </c:pt>
                <c:pt idx="10">
                  <c:v>7.64</c:v>
                </c:pt>
                <c:pt idx="11">
                  <c:v>5.0199999999999996</c:v>
                </c:pt>
              </c:numCache>
            </c:numRef>
          </c:val>
          <c:extLst>
            <c:ext xmlns:c16="http://schemas.microsoft.com/office/drawing/2014/chart" uri="{C3380CC4-5D6E-409C-BE32-E72D297353CC}">
              <c16:uniqueId val="{00000002-2E84-4D0D-AA08-4FEE910E3411}"/>
            </c:ext>
          </c:extLst>
        </c:ser>
        <c:dLbls>
          <c:showLegendKey val="0"/>
          <c:showVal val="0"/>
          <c:showCatName val="0"/>
          <c:showSerName val="0"/>
          <c:showPercent val="0"/>
          <c:showBubbleSize val="0"/>
        </c:dLbls>
        <c:gapWidth val="40"/>
        <c:overlap val="100"/>
        <c:axId val="558375760"/>
        <c:axId val="558374480"/>
      </c:barChart>
      <c:catAx>
        <c:axId val="558375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558374480"/>
        <c:crosses val="autoZero"/>
        <c:auto val="1"/>
        <c:lblAlgn val="ctr"/>
        <c:lblOffset val="100"/>
        <c:noMultiLvlLbl val="0"/>
      </c:catAx>
      <c:valAx>
        <c:axId val="558374480"/>
        <c:scaling>
          <c:orientation val="minMax"/>
          <c:max val="6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55837576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312733635568282"/>
          <c:y val="0.12413752624236572"/>
          <c:w val="0.73002299901906198"/>
          <c:h val="0.64912706582016488"/>
        </c:manualLayout>
      </c:layout>
      <c:scatterChart>
        <c:scatterStyle val="lineMarker"/>
        <c:varyColors val="0"/>
        <c:ser>
          <c:idx val="0"/>
          <c:order val="0"/>
          <c:tx>
            <c:strRef>
              <c:f>Sheet3!$B$1</c:f>
              <c:strCache>
                <c:ptCount val="1"/>
                <c:pt idx="0">
                  <c:v>Mean AQI</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Sheet3!$A$2:$A$16</c:f>
              <c:numCache>
                <c:formatCode>General</c:formatCode>
                <c:ptCount val="15"/>
                <c:pt idx="0">
                  <c:v>8.4159482758620694</c:v>
                </c:pt>
                <c:pt idx="1">
                  <c:v>9.6375176304654442</c:v>
                </c:pt>
                <c:pt idx="2">
                  <c:v>12.438967136150234</c:v>
                </c:pt>
                <c:pt idx="3">
                  <c:v>6.9137466307277631</c:v>
                </c:pt>
                <c:pt idx="4">
                  <c:v>4.3440000000000003</c:v>
                </c:pt>
                <c:pt idx="5">
                  <c:v>24.975409836065573</c:v>
                </c:pt>
                <c:pt idx="6">
                  <c:v>81.171755725190835</c:v>
                </c:pt>
                <c:pt idx="7">
                  <c:v>5.3301692117210067</c:v>
                </c:pt>
                <c:pt idx="8">
                  <c:v>2.63</c:v>
                </c:pt>
                <c:pt idx="9">
                  <c:v>3.8816108685104318</c:v>
                </c:pt>
                <c:pt idx="10">
                  <c:v>3.1347068145800319</c:v>
                </c:pt>
                <c:pt idx="11">
                  <c:v>20.459065296652305</c:v>
                </c:pt>
                <c:pt idx="12">
                  <c:v>9.25</c:v>
                </c:pt>
                <c:pt idx="13">
                  <c:v>3.7990654205607477</c:v>
                </c:pt>
                <c:pt idx="14">
                  <c:v>1.1480938416422288</c:v>
                </c:pt>
              </c:numCache>
            </c:numRef>
          </c:xVal>
          <c:yVal>
            <c:numRef>
              <c:f>Sheet3!$B$2:$B$16</c:f>
              <c:numCache>
                <c:formatCode>General</c:formatCode>
                <c:ptCount val="15"/>
                <c:pt idx="0">
                  <c:v>424.92424242424244</c:v>
                </c:pt>
                <c:pt idx="1">
                  <c:v>87.559414990859239</c:v>
                </c:pt>
                <c:pt idx="2">
                  <c:v>95.036630036630044</c:v>
                </c:pt>
                <c:pt idx="3">
                  <c:v>213.67155963302753</c:v>
                </c:pt>
                <c:pt idx="4">
                  <c:v>181.15285451197053</c:v>
                </c:pt>
                <c:pt idx="5">
                  <c:v>140.51224489795919</c:v>
                </c:pt>
                <c:pt idx="6">
                  <c:v>88.125461254612546</c:v>
                </c:pt>
                <c:pt idx="7">
                  <c:v>114.2920517560074</c:v>
                </c:pt>
                <c:pt idx="8">
                  <c:v>147.43107221006565</c:v>
                </c:pt>
                <c:pt idx="9">
                  <c:v>131.21335807050093</c:v>
                </c:pt>
                <c:pt idx="10">
                  <c:v>184.51301115241637</c:v>
                </c:pt>
                <c:pt idx="11">
                  <c:v>104.86778398510242</c:v>
                </c:pt>
                <c:pt idx="12">
                  <c:v>193.7188679245283</c:v>
                </c:pt>
                <c:pt idx="13">
                  <c:v>71.568138195777351</c:v>
                </c:pt>
                <c:pt idx="14">
                  <c:v>104.81188118811882</c:v>
                </c:pt>
              </c:numCache>
            </c:numRef>
          </c:yVal>
          <c:smooth val="0"/>
          <c:extLst>
            <c:ext xmlns:c16="http://schemas.microsoft.com/office/drawing/2014/chart" uri="{C3380CC4-5D6E-409C-BE32-E72D297353CC}">
              <c16:uniqueId val="{00000000-45CD-4636-B90C-BC5C316F9409}"/>
            </c:ext>
          </c:extLst>
        </c:ser>
        <c:dLbls>
          <c:showLegendKey val="0"/>
          <c:showVal val="0"/>
          <c:showCatName val="0"/>
          <c:showSerName val="0"/>
          <c:showPercent val="0"/>
          <c:showBubbleSize val="0"/>
        </c:dLbls>
        <c:axId val="694680568"/>
        <c:axId val="694679288"/>
      </c:scatterChart>
      <c:valAx>
        <c:axId val="69468056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r>
                  <a:rPr lang="en-US" b="1"/>
                  <a:t>CAR DENSITY</a:t>
                </a:r>
              </a:p>
            </c:rich>
          </c:tx>
          <c:layout>
            <c:manualLayout>
              <c:xMode val="edge"/>
              <c:yMode val="edge"/>
              <c:x val="0.44071654279884809"/>
              <c:y val="0.90126597811637177"/>
            </c:manualLayout>
          </c:layout>
          <c:overlay val="0"/>
          <c:spPr>
            <a:noFill/>
            <a:ln>
              <a:noFill/>
            </a:ln>
            <a:effectLst/>
          </c:spPr>
          <c:txPr>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694679288"/>
        <c:crosses val="autoZero"/>
        <c:crossBetween val="midCat"/>
      </c:valAx>
      <c:valAx>
        <c:axId val="694679288"/>
        <c:scaling>
          <c:orientation val="minMax"/>
          <c:max val="5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r>
                  <a:rPr lang="en-US" b="1"/>
                  <a:t>MEAN AQI</a:t>
                </a:r>
              </a:p>
            </c:rich>
          </c:tx>
          <c:layout>
            <c:manualLayout>
              <c:xMode val="edge"/>
              <c:yMode val="edge"/>
              <c:x val="3.6111111111111108E-2"/>
              <c:y val="0.30784310348945915"/>
            </c:manualLayout>
          </c:layout>
          <c:overlay val="0"/>
          <c:spPr>
            <a:noFill/>
            <a:ln>
              <a:noFill/>
            </a:ln>
            <a:effectLst/>
          </c:spPr>
          <c:txPr>
            <a:bodyPr rot="-54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694680568"/>
        <c:crosses val="autoZero"/>
        <c:crossBetween val="midCat"/>
        <c:majorUnit val="1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Sheet3!$B$19</c:f>
              <c:strCache>
                <c:ptCount val="1"/>
                <c:pt idx="0">
                  <c:v>Mean AQI</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Sheet3!$A$20:$A$34</c:f>
              <c:numCache>
                <c:formatCode>General</c:formatCode>
                <c:ptCount val="15"/>
                <c:pt idx="0">
                  <c:v>1</c:v>
                </c:pt>
                <c:pt idx="1">
                  <c:v>1</c:v>
                </c:pt>
                <c:pt idx="2">
                  <c:v>1</c:v>
                </c:pt>
                <c:pt idx="3">
                  <c:v>1</c:v>
                </c:pt>
                <c:pt idx="4">
                  <c:v>1</c:v>
                </c:pt>
                <c:pt idx="5">
                  <c:v>3</c:v>
                </c:pt>
                <c:pt idx="6">
                  <c:v>2</c:v>
                </c:pt>
                <c:pt idx="7">
                  <c:v>2</c:v>
                </c:pt>
                <c:pt idx="8">
                  <c:v>3</c:v>
                </c:pt>
                <c:pt idx="9">
                  <c:v>1</c:v>
                </c:pt>
                <c:pt idx="10">
                  <c:v>2</c:v>
                </c:pt>
                <c:pt idx="11">
                  <c:v>1</c:v>
                </c:pt>
                <c:pt idx="12">
                  <c:v>2</c:v>
                </c:pt>
                <c:pt idx="13">
                  <c:v>2</c:v>
                </c:pt>
                <c:pt idx="14">
                  <c:v>2</c:v>
                </c:pt>
              </c:numCache>
            </c:numRef>
          </c:xVal>
          <c:yVal>
            <c:numRef>
              <c:f>Sheet3!$B$20:$B$34</c:f>
              <c:numCache>
                <c:formatCode>General</c:formatCode>
                <c:ptCount val="15"/>
                <c:pt idx="0">
                  <c:v>424.92424242424244</c:v>
                </c:pt>
                <c:pt idx="1">
                  <c:v>87.559414990859239</c:v>
                </c:pt>
                <c:pt idx="2">
                  <c:v>95.036630036630044</c:v>
                </c:pt>
                <c:pt idx="3">
                  <c:v>213.67155963302753</c:v>
                </c:pt>
                <c:pt idx="4">
                  <c:v>181.15285451197053</c:v>
                </c:pt>
                <c:pt idx="5">
                  <c:v>140.51224489795919</c:v>
                </c:pt>
                <c:pt idx="6">
                  <c:v>88.125461254612546</c:v>
                </c:pt>
                <c:pt idx="7">
                  <c:v>114.2920517560074</c:v>
                </c:pt>
                <c:pt idx="8">
                  <c:v>147.43107221006565</c:v>
                </c:pt>
                <c:pt idx="9">
                  <c:v>131.21335807050093</c:v>
                </c:pt>
                <c:pt idx="10">
                  <c:v>184.51301115241637</c:v>
                </c:pt>
                <c:pt idx="11">
                  <c:v>104.86778398510242</c:v>
                </c:pt>
                <c:pt idx="12">
                  <c:v>193.7188679245283</c:v>
                </c:pt>
                <c:pt idx="13">
                  <c:v>71.568138195777351</c:v>
                </c:pt>
                <c:pt idx="14">
                  <c:v>104.81188118811882</c:v>
                </c:pt>
              </c:numCache>
            </c:numRef>
          </c:yVal>
          <c:smooth val="0"/>
          <c:extLst>
            <c:ext xmlns:c16="http://schemas.microsoft.com/office/drawing/2014/chart" uri="{C3380CC4-5D6E-409C-BE32-E72D297353CC}">
              <c16:uniqueId val="{00000000-CF3C-4D67-A0E0-E68F0786C906}"/>
            </c:ext>
          </c:extLst>
        </c:ser>
        <c:dLbls>
          <c:showLegendKey val="0"/>
          <c:showVal val="0"/>
          <c:showCatName val="0"/>
          <c:showSerName val="0"/>
          <c:showPercent val="0"/>
          <c:showBubbleSize val="0"/>
        </c:dLbls>
        <c:axId val="694691768"/>
        <c:axId val="694692728"/>
      </c:scatterChart>
      <c:valAx>
        <c:axId val="69469176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r>
                  <a:rPr lang="en-US" b="1" dirty="0"/>
                  <a:t>TIER (1, 2, 3)</a:t>
                </a:r>
              </a:p>
            </c:rich>
          </c:tx>
          <c:overlay val="0"/>
          <c:spPr>
            <a:noFill/>
            <a:ln>
              <a:noFill/>
            </a:ln>
            <a:effectLst/>
          </c:spPr>
          <c:txPr>
            <a:bodyPr rot="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694692728"/>
        <c:crosses val="autoZero"/>
        <c:crossBetween val="midCat"/>
        <c:majorUnit val="1"/>
      </c:valAx>
      <c:valAx>
        <c:axId val="6946927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r>
                  <a:rPr lang="en-US" b="1"/>
                  <a:t>MEAN AQI</a:t>
                </a:r>
              </a:p>
            </c:rich>
          </c:tx>
          <c:layout>
            <c:manualLayout>
              <c:xMode val="edge"/>
              <c:yMode val="edge"/>
              <c:x val="2.9567053854276663E-2"/>
              <c:y val="0.25628758204884833"/>
            </c:manualLayout>
          </c:layout>
          <c:overlay val="0"/>
          <c:spPr>
            <a:noFill/>
            <a:ln>
              <a:noFill/>
            </a:ln>
            <a:effectLst/>
          </c:spPr>
          <c:txPr>
            <a:bodyPr rot="-5400000" spcFirstLastPara="1" vertOverflow="ellipsis" vert="horz" wrap="square" anchor="ctr" anchorCtr="1"/>
            <a:lstStyle/>
            <a:p>
              <a:pPr>
                <a:defRPr lang="en-US"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694691768"/>
        <c:crosses val="autoZero"/>
        <c:crossBetween val="midCat"/>
        <c:majorUnit val="1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
        <c:spPr>
          <a:solidFill>
            <a:srgbClr val="002060"/>
          </a:solidFill>
          <a:ln>
            <a:noFill/>
          </a:ln>
          <a:effectLst/>
        </c:spPr>
      </c:pivotFmt>
      <c:pivotFmt>
        <c:idx val="14"/>
        <c:spPr>
          <a:solidFill>
            <a:srgbClr val="00B050"/>
          </a:solidFill>
          <a:ln>
            <a:noFill/>
          </a:ln>
          <a:effectLst/>
        </c:spPr>
      </c:pivotFmt>
      <c:pivotFmt>
        <c:idx val="15"/>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rgbClr val="00206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4377103403749927E-2"/>
          <c:y val="2.0724907365009468E-2"/>
          <c:w val="0.84116074561773324"/>
          <c:h val="0.46821265051604161"/>
        </c:manualLayout>
      </c:layout>
      <c:barChart>
        <c:barDir val="col"/>
        <c:grouping val="clustered"/>
        <c:varyColors val="0"/>
        <c:ser>
          <c:idx val="0"/>
          <c:order val="0"/>
          <c:tx>
            <c:v>A</c:v>
          </c:tx>
          <c:spPr>
            <a:solidFill>
              <a:srgbClr val="00B050"/>
            </a:solidFill>
            <a:ln>
              <a:noFill/>
            </a:ln>
            <a:effectLst/>
          </c:spPr>
          <c:invertIfNegative val="0"/>
          <c:cat>
            <c:strLit>
              <c:ptCount val="15"/>
              <c:pt idx="0">
                <c:v>T1 Ahmedabad</c:v>
              </c:pt>
              <c:pt idx="1">
                <c:v>T1 Bengaluru</c:v>
              </c:pt>
              <c:pt idx="2">
                <c:v>T1 Chennai</c:v>
              </c:pt>
              <c:pt idx="3">
                <c:v>T1 Delhi</c:v>
              </c:pt>
              <c:pt idx="4">
                <c:v>T1 Hyderabad</c:v>
              </c:pt>
              <c:pt idx="5">
                <c:v>T1 Kolkata</c:v>
              </c:pt>
              <c:pt idx="6">
                <c:v>T1 Mumbai</c:v>
              </c:pt>
              <c:pt idx="7">
                <c:v>T2 Guwahati</c:v>
              </c:pt>
              <c:pt idx="8">
                <c:v>T2 Jaipur</c:v>
              </c:pt>
              <c:pt idx="9">
                <c:v>T2 Lucknow</c:v>
              </c:pt>
              <c:pt idx="10">
                <c:v>T2 Patna</c:v>
              </c:pt>
              <c:pt idx="11">
                <c:v>T2 Thiruvananthapuram</c:v>
              </c:pt>
              <c:pt idx="12">
                <c:v>T2 Visakhapatnam</c:v>
              </c:pt>
              <c:pt idx="13">
                <c:v>T3 Gurugram</c:v>
              </c:pt>
              <c:pt idx="14">
                <c:v>T3 Jorapokhar</c:v>
              </c:pt>
            </c:strLit>
          </c:cat>
          <c:val>
            <c:numLit>
              <c:formatCode>General</c:formatCode>
              <c:ptCount val="15"/>
              <c:pt idx="0">
                <c:v>8.4159482758620694</c:v>
              </c:pt>
              <c:pt idx="1">
                <c:v>9.6375176304654442</c:v>
              </c:pt>
              <c:pt idx="2">
                <c:v>12.438967136150234</c:v>
              </c:pt>
              <c:pt idx="3">
                <c:v>6.9137466307277631</c:v>
              </c:pt>
              <c:pt idx="4">
                <c:v>4.3440000000000003</c:v>
              </c:pt>
              <c:pt idx="5">
                <c:v>3.8816108685104318</c:v>
              </c:pt>
              <c:pt idx="6">
                <c:v>0</c:v>
              </c:pt>
              <c:pt idx="7">
                <c:v>0</c:v>
              </c:pt>
              <c:pt idx="8">
                <c:v>5.3301692117210067</c:v>
              </c:pt>
              <c:pt idx="9">
                <c:v>3.1347068145800319</c:v>
              </c:pt>
              <c:pt idx="10">
                <c:v>9.25</c:v>
              </c:pt>
              <c:pt idx="11">
                <c:v>3.7990654205607477</c:v>
              </c:pt>
              <c:pt idx="12">
                <c:v>1.1480938416422288</c:v>
              </c:pt>
              <c:pt idx="13">
                <c:v>0</c:v>
              </c:pt>
              <c:pt idx="14">
                <c:v>2.63</c:v>
              </c:pt>
            </c:numLit>
          </c:val>
          <c:extLst>
            <c:ext xmlns:c16="http://schemas.microsoft.com/office/drawing/2014/chart" uri="{C3380CC4-5D6E-409C-BE32-E72D297353CC}">
              <c16:uniqueId val="{00000000-C9C1-42D9-9890-C423F5AA2431}"/>
            </c:ext>
          </c:extLst>
        </c:ser>
        <c:ser>
          <c:idx val="1"/>
          <c:order val="1"/>
          <c:tx>
            <c:v>B</c:v>
          </c:tx>
          <c:spPr>
            <a:solidFill>
              <a:srgbClr val="002060"/>
            </a:solidFill>
            <a:ln>
              <a:noFill/>
            </a:ln>
            <a:effectLst/>
          </c:spPr>
          <c:invertIfNegative val="0"/>
          <c:cat>
            <c:strLit>
              <c:ptCount val="15"/>
              <c:pt idx="0">
                <c:v>T1 Ahmedabad</c:v>
              </c:pt>
              <c:pt idx="1">
                <c:v>T1 Bengaluru</c:v>
              </c:pt>
              <c:pt idx="2">
                <c:v>T1 Chennai</c:v>
              </c:pt>
              <c:pt idx="3">
                <c:v>T1 Delhi</c:v>
              </c:pt>
              <c:pt idx="4">
                <c:v>T1 Hyderabad</c:v>
              </c:pt>
              <c:pt idx="5">
                <c:v>T1 Kolkata</c:v>
              </c:pt>
              <c:pt idx="6">
                <c:v>T1 Mumbai</c:v>
              </c:pt>
              <c:pt idx="7">
                <c:v>T2 Guwahati</c:v>
              </c:pt>
              <c:pt idx="8">
                <c:v>T2 Jaipur</c:v>
              </c:pt>
              <c:pt idx="9">
                <c:v>T2 Lucknow</c:v>
              </c:pt>
              <c:pt idx="10">
                <c:v>T2 Patna</c:v>
              </c:pt>
              <c:pt idx="11">
                <c:v>T2 Thiruvananthapuram</c:v>
              </c:pt>
              <c:pt idx="12">
                <c:v>T2 Visakhapatnam</c:v>
              </c:pt>
              <c:pt idx="13">
                <c:v>T3 Gurugram</c:v>
              </c:pt>
              <c:pt idx="14">
                <c:v>T3 Jorapokhar</c:v>
              </c:pt>
            </c:strLit>
          </c:cat>
          <c:val>
            <c:numLit>
              <c:formatCode>General</c:formatCode>
              <c:ptCount val="15"/>
              <c:pt idx="0">
                <c:v>0</c:v>
              </c:pt>
              <c:pt idx="1">
                <c:v>0</c:v>
              </c:pt>
              <c:pt idx="2">
                <c:v>0</c:v>
              </c:pt>
              <c:pt idx="3">
                <c:v>0</c:v>
              </c:pt>
              <c:pt idx="4">
                <c:v>0</c:v>
              </c:pt>
              <c:pt idx="5">
                <c:v>0</c:v>
              </c:pt>
              <c:pt idx="6">
                <c:v>20.459065296652305</c:v>
              </c:pt>
              <c:pt idx="7">
                <c:v>81.171755725190835</c:v>
              </c:pt>
              <c:pt idx="8">
                <c:v>0</c:v>
              </c:pt>
              <c:pt idx="9">
                <c:v>0</c:v>
              </c:pt>
              <c:pt idx="10">
                <c:v>0</c:v>
              </c:pt>
              <c:pt idx="11">
                <c:v>0</c:v>
              </c:pt>
              <c:pt idx="12">
                <c:v>0</c:v>
              </c:pt>
              <c:pt idx="13">
                <c:v>24.975409836065573</c:v>
              </c:pt>
              <c:pt idx="14">
                <c:v>0</c:v>
              </c:pt>
            </c:numLit>
          </c:val>
          <c:extLst>
            <c:ext xmlns:c16="http://schemas.microsoft.com/office/drawing/2014/chart" uri="{C3380CC4-5D6E-409C-BE32-E72D297353CC}">
              <c16:uniqueId val="{00000001-C9C1-42D9-9890-C423F5AA2431}"/>
            </c:ext>
          </c:extLst>
        </c:ser>
        <c:dLbls>
          <c:showLegendKey val="0"/>
          <c:showVal val="0"/>
          <c:showCatName val="0"/>
          <c:showSerName val="0"/>
          <c:showPercent val="0"/>
          <c:showBubbleSize val="0"/>
        </c:dLbls>
        <c:gapWidth val="34"/>
        <c:overlap val="100"/>
        <c:axId val="604229840"/>
        <c:axId val="604230480"/>
      </c:barChart>
      <c:catAx>
        <c:axId val="604229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4230480"/>
        <c:crosses val="autoZero"/>
        <c:auto val="1"/>
        <c:lblAlgn val="ctr"/>
        <c:lblOffset val="100"/>
        <c:noMultiLvlLbl val="0"/>
      </c:catAx>
      <c:valAx>
        <c:axId val="604230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60422984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8d86ff3bbe_0_1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8d86ff3bbe_0_1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8d86ff3bbe_0_15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8d86ff3bbe_0_1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9820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6549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1453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9717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8d86ff3bbe_0_15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8d86ff3bbe_0_1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7430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4170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46808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2197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01162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8d86ff3bbe_0_15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8d86ff3bbe_0_1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2657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9647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4567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73503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73668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8d86ff3bbe_0_15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8d86ff3bbe_0_1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14048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8d86ff3bbe_0_1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8d86ff3bbe_0_1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1984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8d86ff3bbe_0_15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8d86ff3bbe_0_1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76864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8d86ff3bbe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8d86ff3bbe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45817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8d86ff3bbe_0_1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8d86ff3bbe_0_1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8d86ff3bbe_0_1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8d86ff3bbe_0_1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8d86ff3bbe_0_1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5" name="Google Shape;955;g8d86ff3bbe_0_1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p:cNvGrpSpPr/>
        <p:nvPr/>
      </p:nvGrpSpPr>
      <p:grpSpPr>
        <a:xfrm>
          <a:off x="0" y="0"/>
          <a:ext cx="0" cy="0"/>
          <a:chOff x="0" y="0"/>
          <a:chExt cx="0" cy="0"/>
        </a:xfrm>
      </p:grpSpPr>
      <p:sp>
        <p:nvSpPr>
          <p:cNvPr id="1721" name="Google Shape;1721;g8d86ff3bbe_0_15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2" name="Google Shape;1722;g8d86ff3bbe_0_1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5" Type="http://schemas.openxmlformats.org/officeDocument/2006/relationships/hyperlink" Target="https://slack-redir.net/link?url=https%3A%2F%2Fstories.freepik.com%2F" TargetMode="External"/><Relationship Id="rId4" Type="http://schemas.openxmlformats.org/officeDocument/2006/relationships/hyperlink" Target="https://slack-redir.net/link?url=https%3A%2F%2Fwww.freepik.com%2F"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3769625" y="0"/>
            <a:ext cx="5374339" cy="4746796"/>
          </a:xfrm>
          <a:custGeom>
            <a:avLst/>
            <a:gdLst/>
            <a:ahLst/>
            <a:cxnLst/>
            <a:rect l="l" t="t" r="r" b="b"/>
            <a:pathLst>
              <a:path w="176309" h="155722" extrusionOk="0">
                <a:moveTo>
                  <a:pt x="63247" y="0"/>
                </a:moveTo>
                <a:cubicBezTo>
                  <a:pt x="63247" y="0"/>
                  <a:pt x="80642" y="24848"/>
                  <a:pt x="37077" y="41672"/>
                </a:cubicBezTo>
                <a:cubicBezTo>
                  <a:pt x="1" y="55983"/>
                  <a:pt x="5335" y="88511"/>
                  <a:pt x="27957" y="97286"/>
                </a:cubicBezTo>
                <a:cubicBezTo>
                  <a:pt x="27849" y="97834"/>
                  <a:pt x="27742" y="98381"/>
                  <a:pt x="27659" y="98929"/>
                </a:cubicBezTo>
                <a:cubicBezTo>
                  <a:pt x="23670" y="124623"/>
                  <a:pt x="47626" y="125194"/>
                  <a:pt x="58960" y="130445"/>
                </a:cubicBezTo>
                <a:cubicBezTo>
                  <a:pt x="60782" y="131290"/>
                  <a:pt x="62425" y="132326"/>
                  <a:pt x="63997" y="133457"/>
                </a:cubicBezTo>
                <a:cubicBezTo>
                  <a:pt x="65985" y="140732"/>
                  <a:pt x="70795" y="147709"/>
                  <a:pt x="78010" y="151757"/>
                </a:cubicBezTo>
                <a:cubicBezTo>
                  <a:pt x="81701" y="153840"/>
                  <a:pt x="86071" y="154971"/>
                  <a:pt x="89976" y="155341"/>
                </a:cubicBezTo>
                <a:cubicBezTo>
                  <a:pt x="92794" y="155602"/>
                  <a:pt x="95482" y="155722"/>
                  <a:pt x="98053" y="155722"/>
                </a:cubicBezTo>
                <a:cubicBezTo>
                  <a:pt x="124611" y="155722"/>
                  <a:pt x="138682" y="142939"/>
                  <a:pt x="155020" y="141756"/>
                </a:cubicBezTo>
                <a:cubicBezTo>
                  <a:pt x="155811" y="141699"/>
                  <a:pt x="156608" y="141669"/>
                  <a:pt x="157412" y="141669"/>
                </a:cubicBezTo>
                <a:cubicBezTo>
                  <a:pt x="163153" y="141669"/>
                  <a:pt x="169259" y="143194"/>
                  <a:pt x="176308" y="147256"/>
                </a:cubicBezTo>
                <a:lnTo>
                  <a:pt x="176308" y="0"/>
                </a:ln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rot="10800000">
            <a:off x="-10703" y="2348879"/>
            <a:ext cx="3274652" cy="2797621"/>
          </a:xfrm>
          <a:custGeom>
            <a:avLst/>
            <a:gdLst/>
            <a:ahLst/>
            <a:cxnLst/>
            <a:rect l="l" t="t" r="r" b="b"/>
            <a:pathLst>
              <a:path w="545094" h="465688" extrusionOk="0">
                <a:moveTo>
                  <a:pt x="207028" y="1"/>
                </a:moveTo>
                <a:cubicBezTo>
                  <a:pt x="207028" y="1"/>
                  <a:pt x="259058" y="74319"/>
                  <a:pt x="128756" y="124647"/>
                </a:cubicBezTo>
                <a:cubicBezTo>
                  <a:pt x="1" y="174354"/>
                  <a:pt x="42285" y="297550"/>
                  <a:pt x="138002" y="297550"/>
                </a:cubicBezTo>
                <a:cubicBezTo>
                  <a:pt x="146029" y="297550"/>
                  <a:pt x="154432" y="296683"/>
                  <a:pt x="163141" y="294834"/>
                </a:cubicBezTo>
                <a:cubicBezTo>
                  <a:pt x="173520" y="292632"/>
                  <a:pt x="182326" y="291602"/>
                  <a:pt x="189704" y="291602"/>
                </a:cubicBezTo>
                <a:cubicBezTo>
                  <a:pt x="225753" y="291602"/>
                  <a:pt x="227678" y="316202"/>
                  <a:pt x="212112" y="348817"/>
                </a:cubicBezTo>
                <a:cubicBezTo>
                  <a:pt x="196610" y="381274"/>
                  <a:pt x="212112" y="431899"/>
                  <a:pt x="251176" y="453854"/>
                </a:cubicBezTo>
                <a:cubicBezTo>
                  <a:pt x="262225" y="460057"/>
                  <a:pt x="275286" y="463462"/>
                  <a:pt x="286978" y="464546"/>
                </a:cubicBezTo>
                <a:cubicBezTo>
                  <a:pt x="295411" y="465329"/>
                  <a:pt x="303454" y="465688"/>
                  <a:pt x="311146" y="465688"/>
                </a:cubicBezTo>
                <a:cubicBezTo>
                  <a:pt x="390544" y="465688"/>
                  <a:pt x="432621" y="427483"/>
                  <a:pt x="481467" y="423934"/>
                </a:cubicBezTo>
                <a:cubicBezTo>
                  <a:pt x="483856" y="423759"/>
                  <a:pt x="486261" y="423668"/>
                  <a:pt x="488687" y="423668"/>
                </a:cubicBezTo>
                <a:cubicBezTo>
                  <a:pt x="505818" y="423668"/>
                  <a:pt x="524017" y="428226"/>
                  <a:pt x="545094" y="440376"/>
                </a:cubicBezTo>
                <a:lnTo>
                  <a:pt x="545094" y="1"/>
                </a:ln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717529" y="1686425"/>
            <a:ext cx="4584300" cy="2052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53B5C"/>
              </a:buClr>
              <a:buSzPts val="6000"/>
              <a:buNone/>
              <a:defRPr sz="6000">
                <a:solidFill>
                  <a:srgbClr val="053B5C"/>
                </a:solidFill>
              </a:defRPr>
            </a:lvl1pPr>
            <a:lvl2pPr lvl="1" rtl="0">
              <a:spcBef>
                <a:spcPts val="0"/>
              </a:spcBef>
              <a:spcAft>
                <a:spcPts val="0"/>
              </a:spcAft>
              <a:buClr>
                <a:srgbClr val="053B5C"/>
              </a:buClr>
              <a:buSzPts val="6000"/>
              <a:buNone/>
              <a:defRPr sz="6000">
                <a:solidFill>
                  <a:srgbClr val="053B5C"/>
                </a:solidFill>
              </a:defRPr>
            </a:lvl2pPr>
            <a:lvl3pPr lvl="2" rtl="0">
              <a:spcBef>
                <a:spcPts val="0"/>
              </a:spcBef>
              <a:spcAft>
                <a:spcPts val="0"/>
              </a:spcAft>
              <a:buClr>
                <a:srgbClr val="053B5C"/>
              </a:buClr>
              <a:buSzPts val="6000"/>
              <a:buNone/>
              <a:defRPr sz="6000">
                <a:solidFill>
                  <a:srgbClr val="053B5C"/>
                </a:solidFill>
              </a:defRPr>
            </a:lvl3pPr>
            <a:lvl4pPr lvl="3" rtl="0">
              <a:spcBef>
                <a:spcPts val="0"/>
              </a:spcBef>
              <a:spcAft>
                <a:spcPts val="0"/>
              </a:spcAft>
              <a:buClr>
                <a:srgbClr val="053B5C"/>
              </a:buClr>
              <a:buSzPts val="6000"/>
              <a:buNone/>
              <a:defRPr sz="6000">
                <a:solidFill>
                  <a:srgbClr val="053B5C"/>
                </a:solidFill>
              </a:defRPr>
            </a:lvl4pPr>
            <a:lvl5pPr lvl="4" rtl="0">
              <a:spcBef>
                <a:spcPts val="0"/>
              </a:spcBef>
              <a:spcAft>
                <a:spcPts val="0"/>
              </a:spcAft>
              <a:buClr>
                <a:srgbClr val="053B5C"/>
              </a:buClr>
              <a:buSzPts val="6000"/>
              <a:buNone/>
              <a:defRPr sz="6000">
                <a:solidFill>
                  <a:srgbClr val="053B5C"/>
                </a:solidFill>
              </a:defRPr>
            </a:lvl5pPr>
            <a:lvl6pPr lvl="5" rtl="0">
              <a:spcBef>
                <a:spcPts val="0"/>
              </a:spcBef>
              <a:spcAft>
                <a:spcPts val="0"/>
              </a:spcAft>
              <a:buClr>
                <a:srgbClr val="053B5C"/>
              </a:buClr>
              <a:buSzPts val="6000"/>
              <a:buNone/>
              <a:defRPr sz="6000">
                <a:solidFill>
                  <a:srgbClr val="053B5C"/>
                </a:solidFill>
              </a:defRPr>
            </a:lvl6pPr>
            <a:lvl7pPr lvl="6" rtl="0">
              <a:spcBef>
                <a:spcPts val="0"/>
              </a:spcBef>
              <a:spcAft>
                <a:spcPts val="0"/>
              </a:spcAft>
              <a:buClr>
                <a:srgbClr val="053B5C"/>
              </a:buClr>
              <a:buSzPts val="6000"/>
              <a:buNone/>
              <a:defRPr sz="6000">
                <a:solidFill>
                  <a:srgbClr val="053B5C"/>
                </a:solidFill>
              </a:defRPr>
            </a:lvl7pPr>
            <a:lvl8pPr lvl="7" rtl="0">
              <a:spcBef>
                <a:spcPts val="0"/>
              </a:spcBef>
              <a:spcAft>
                <a:spcPts val="0"/>
              </a:spcAft>
              <a:buClr>
                <a:srgbClr val="053B5C"/>
              </a:buClr>
              <a:buSzPts val="6000"/>
              <a:buNone/>
              <a:defRPr sz="6000">
                <a:solidFill>
                  <a:srgbClr val="053B5C"/>
                </a:solidFill>
              </a:defRPr>
            </a:lvl8pPr>
            <a:lvl9pPr lvl="8" rtl="0">
              <a:spcBef>
                <a:spcPts val="0"/>
              </a:spcBef>
              <a:spcAft>
                <a:spcPts val="0"/>
              </a:spcAft>
              <a:buClr>
                <a:srgbClr val="053B5C"/>
              </a:buClr>
              <a:buSzPts val="6000"/>
              <a:buNone/>
              <a:defRPr sz="6000">
                <a:solidFill>
                  <a:srgbClr val="053B5C"/>
                </a:solidFill>
              </a:defRPr>
            </a:lvl9pPr>
          </a:lstStyle>
          <a:p>
            <a:endParaRPr/>
          </a:p>
        </p:txBody>
      </p:sp>
      <p:sp>
        <p:nvSpPr>
          <p:cNvPr id="12" name="Google Shape;12;p2"/>
          <p:cNvSpPr txBox="1">
            <a:spLocks noGrp="1"/>
          </p:cNvSpPr>
          <p:nvPr>
            <p:ph type="subTitle" idx="1"/>
          </p:nvPr>
        </p:nvSpPr>
        <p:spPr>
          <a:xfrm>
            <a:off x="686814" y="3304725"/>
            <a:ext cx="4074600" cy="446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53B5C"/>
              </a:buClr>
              <a:buSzPts val="1700"/>
              <a:buNone/>
              <a:defRPr sz="1600">
                <a:solidFill>
                  <a:srgbClr val="053B5C"/>
                </a:solidFill>
              </a:defRPr>
            </a:lvl1pPr>
            <a:lvl2pPr lvl="1" rtl="0">
              <a:lnSpc>
                <a:spcPct val="100000"/>
              </a:lnSpc>
              <a:spcBef>
                <a:spcPts val="0"/>
              </a:spcBef>
              <a:spcAft>
                <a:spcPts val="0"/>
              </a:spcAft>
              <a:buClr>
                <a:srgbClr val="053B5C"/>
              </a:buClr>
              <a:buSzPts val="1700"/>
              <a:buNone/>
              <a:defRPr sz="1700">
                <a:solidFill>
                  <a:srgbClr val="053B5C"/>
                </a:solidFill>
              </a:defRPr>
            </a:lvl2pPr>
            <a:lvl3pPr lvl="2" rtl="0">
              <a:lnSpc>
                <a:spcPct val="100000"/>
              </a:lnSpc>
              <a:spcBef>
                <a:spcPts val="0"/>
              </a:spcBef>
              <a:spcAft>
                <a:spcPts val="0"/>
              </a:spcAft>
              <a:buClr>
                <a:srgbClr val="053B5C"/>
              </a:buClr>
              <a:buSzPts val="1700"/>
              <a:buNone/>
              <a:defRPr sz="1700">
                <a:solidFill>
                  <a:srgbClr val="053B5C"/>
                </a:solidFill>
              </a:defRPr>
            </a:lvl3pPr>
            <a:lvl4pPr lvl="3" rtl="0">
              <a:lnSpc>
                <a:spcPct val="100000"/>
              </a:lnSpc>
              <a:spcBef>
                <a:spcPts val="0"/>
              </a:spcBef>
              <a:spcAft>
                <a:spcPts val="0"/>
              </a:spcAft>
              <a:buClr>
                <a:srgbClr val="053B5C"/>
              </a:buClr>
              <a:buSzPts val="1700"/>
              <a:buNone/>
              <a:defRPr sz="1700">
                <a:solidFill>
                  <a:srgbClr val="053B5C"/>
                </a:solidFill>
              </a:defRPr>
            </a:lvl4pPr>
            <a:lvl5pPr lvl="4" rtl="0">
              <a:lnSpc>
                <a:spcPct val="100000"/>
              </a:lnSpc>
              <a:spcBef>
                <a:spcPts val="0"/>
              </a:spcBef>
              <a:spcAft>
                <a:spcPts val="0"/>
              </a:spcAft>
              <a:buClr>
                <a:srgbClr val="053B5C"/>
              </a:buClr>
              <a:buSzPts val="1700"/>
              <a:buNone/>
              <a:defRPr sz="1700">
                <a:solidFill>
                  <a:srgbClr val="053B5C"/>
                </a:solidFill>
              </a:defRPr>
            </a:lvl5pPr>
            <a:lvl6pPr lvl="5" rtl="0">
              <a:lnSpc>
                <a:spcPct val="100000"/>
              </a:lnSpc>
              <a:spcBef>
                <a:spcPts val="0"/>
              </a:spcBef>
              <a:spcAft>
                <a:spcPts val="0"/>
              </a:spcAft>
              <a:buClr>
                <a:srgbClr val="053B5C"/>
              </a:buClr>
              <a:buSzPts val="1700"/>
              <a:buNone/>
              <a:defRPr sz="1700">
                <a:solidFill>
                  <a:srgbClr val="053B5C"/>
                </a:solidFill>
              </a:defRPr>
            </a:lvl6pPr>
            <a:lvl7pPr lvl="6" rtl="0">
              <a:lnSpc>
                <a:spcPct val="100000"/>
              </a:lnSpc>
              <a:spcBef>
                <a:spcPts val="0"/>
              </a:spcBef>
              <a:spcAft>
                <a:spcPts val="0"/>
              </a:spcAft>
              <a:buClr>
                <a:srgbClr val="053B5C"/>
              </a:buClr>
              <a:buSzPts val="1700"/>
              <a:buNone/>
              <a:defRPr sz="1700">
                <a:solidFill>
                  <a:srgbClr val="053B5C"/>
                </a:solidFill>
              </a:defRPr>
            </a:lvl7pPr>
            <a:lvl8pPr lvl="7" rtl="0">
              <a:lnSpc>
                <a:spcPct val="100000"/>
              </a:lnSpc>
              <a:spcBef>
                <a:spcPts val="0"/>
              </a:spcBef>
              <a:spcAft>
                <a:spcPts val="0"/>
              </a:spcAft>
              <a:buClr>
                <a:srgbClr val="053B5C"/>
              </a:buClr>
              <a:buSzPts val="1700"/>
              <a:buNone/>
              <a:defRPr sz="1700">
                <a:solidFill>
                  <a:srgbClr val="053B5C"/>
                </a:solidFill>
              </a:defRPr>
            </a:lvl8pPr>
            <a:lvl9pPr lvl="8" rtl="0">
              <a:lnSpc>
                <a:spcPct val="100000"/>
              </a:lnSpc>
              <a:spcBef>
                <a:spcPts val="0"/>
              </a:spcBef>
              <a:spcAft>
                <a:spcPts val="0"/>
              </a:spcAft>
              <a:buClr>
                <a:srgbClr val="053B5C"/>
              </a:buClr>
              <a:buSzPts val="1700"/>
              <a:buNone/>
              <a:defRPr sz="1700">
                <a:solidFill>
                  <a:srgbClr val="053B5C"/>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2"/>
        </a:solidFill>
        <a:effectLst/>
      </p:bgPr>
    </p:bg>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489925" y="2573725"/>
            <a:ext cx="2288400" cy="779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5" name="Google Shape;15;p3"/>
          <p:cNvSpPr txBox="1">
            <a:spLocks noGrp="1"/>
          </p:cNvSpPr>
          <p:nvPr>
            <p:ph type="title" idx="2" hasCustomPrompt="1"/>
          </p:nvPr>
        </p:nvSpPr>
        <p:spPr>
          <a:xfrm>
            <a:off x="1489925" y="1220113"/>
            <a:ext cx="1132200" cy="1368900"/>
          </a:xfrm>
          <a:prstGeom prst="rect">
            <a:avLst/>
          </a:prstGeom>
        </p:spPr>
        <p:txBody>
          <a:bodyPr spcFirstLastPara="1" wrap="square" lIns="91425" tIns="91425" rIns="91425" bIns="91425" anchor="b" anchorCtr="0">
            <a:no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6" name="Google Shape;16;p3"/>
          <p:cNvSpPr txBox="1">
            <a:spLocks noGrp="1"/>
          </p:cNvSpPr>
          <p:nvPr>
            <p:ph type="subTitle" idx="1"/>
          </p:nvPr>
        </p:nvSpPr>
        <p:spPr>
          <a:xfrm>
            <a:off x="1489925" y="3205500"/>
            <a:ext cx="2452200" cy="6228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rgbClr val="053B5C"/>
                </a:solidFill>
              </a:defRPr>
            </a:lvl1pPr>
            <a:lvl2pPr lvl="1" rtl="0">
              <a:spcBef>
                <a:spcPts val="1600"/>
              </a:spcBef>
              <a:spcAft>
                <a:spcPts val="0"/>
              </a:spcAft>
              <a:buNone/>
              <a:defRPr>
                <a:solidFill>
                  <a:srgbClr val="053B5C"/>
                </a:solidFill>
              </a:defRPr>
            </a:lvl2pPr>
            <a:lvl3pPr lvl="2" rtl="0">
              <a:spcBef>
                <a:spcPts val="1600"/>
              </a:spcBef>
              <a:spcAft>
                <a:spcPts val="0"/>
              </a:spcAft>
              <a:buNone/>
              <a:defRPr>
                <a:solidFill>
                  <a:srgbClr val="053B5C"/>
                </a:solidFill>
              </a:defRPr>
            </a:lvl3pPr>
            <a:lvl4pPr lvl="3" rtl="0">
              <a:spcBef>
                <a:spcPts val="1600"/>
              </a:spcBef>
              <a:spcAft>
                <a:spcPts val="0"/>
              </a:spcAft>
              <a:buNone/>
              <a:defRPr>
                <a:solidFill>
                  <a:srgbClr val="053B5C"/>
                </a:solidFill>
              </a:defRPr>
            </a:lvl4pPr>
            <a:lvl5pPr lvl="4" rtl="0">
              <a:spcBef>
                <a:spcPts val="1600"/>
              </a:spcBef>
              <a:spcAft>
                <a:spcPts val="0"/>
              </a:spcAft>
              <a:buNone/>
              <a:defRPr>
                <a:solidFill>
                  <a:srgbClr val="053B5C"/>
                </a:solidFill>
              </a:defRPr>
            </a:lvl5pPr>
            <a:lvl6pPr lvl="5" rtl="0">
              <a:spcBef>
                <a:spcPts val="1600"/>
              </a:spcBef>
              <a:spcAft>
                <a:spcPts val="0"/>
              </a:spcAft>
              <a:buNone/>
              <a:defRPr>
                <a:solidFill>
                  <a:srgbClr val="053B5C"/>
                </a:solidFill>
              </a:defRPr>
            </a:lvl6pPr>
            <a:lvl7pPr lvl="6" rtl="0">
              <a:spcBef>
                <a:spcPts val="1600"/>
              </a:spcBef>
              <a:spcAft>
                <a:spcPts val="0"/>
              </a:spcAft>
              <a:buNone/>
              <a:defRPr>
                <a:solidFill>
                  <a:srgbClr val="053B5C"/>
                </a:solidFill>
              </a:defRPr>
            </a:lvl7pPr>
            <a:lvl8pPr lvl="7" rtl="0">
              <a:spcBef>
                <a:spcPts val="1600"/>
              </a:spcBef>
              <a:spcAft>
                <a:spcPts val="0"/>
              </a:spcAft>
              <a:buNone/>
              <a:defRPr>
                <a:solidFill>
                  <a:srgbClr val="053B5C"/>
                </a:solidFill>
              </a:defRPr>
            </a:lvl8pPr>
            <a:lvl9pPr lvl="8" rtl="0">
              <a:spcBef>
                <a:spcPts val="1600"/>
              </a:spcBef>
              <a:spcAft>
                <a:spcPts val="1600"/>
              </a:spcAft>
              <a:buNone/>
              <a:defRPr>
                <a:solidFill>
                  <a:srgbClr val="053B5C"/>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17525" y="548746"/>
            <a:ext cx="46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 name="Google Shape;19;p4"/>
          <p:cNvSpPr txBox="1">
            <a:spLocks noGrp="1"/>
          </p:cNvSpPr>
          <p:nvPr>
            <p:ph type="body" idx="1"/>
          </p:nvPr>
        </p:nvSpPr>
        <p:spPr>
          <a:xfrm>
            <a:off x="717525" y="1273654"/>
            <a:ext cx="7709100" cy="3121200"/>
          </a:xfrm>
          <a:prstGeom prst="rect">
            <a:avLst/>
          </a:prstGeom>
        </p:spPr>
        <p:txBody>
          <a:bodyPr spcFirstLastPara="1" wrap="square" lIns="91425" tIns="91425" rIns="91425" bIns="91425" anchor="t" anchorCtr="0">
            <a:noAutofit/>
          </a:bodyPr>
          <a:lstStyle>
            <a:lvl1pPr marL="457200" lvl="0" indent="-298450" rtl="0">
              <a:lnSpc>
                <a:spcPct val="100000"/>
              </a:lnSpc>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1600"/>
              </a:spcBef>
              <a:spcAft>
                <a:spcPts val="0"/>
              </a:spcAft>
              <a:buSzPts val="1100"/>
              <a:buChar char="■"/>
              <a:defRPr sz="1100"/>
            </a:lvl3pPr>
            <a:lvl4pPr marL="1828800" lvl="3" indent="-298450" rtl="0">
              <a:spcBef>
                <a:spcPts val="1600"/>
              </a:spcBef>
              <a:spcAft>
                <a:spcPts val="0"/>
              </a:spcAft>
              <a:buSzPts val="1100"/>
              <a:buChar char="●"/>
              <a:defRPr sz="1100"/>
            </a:lvl4pPr>
            <a:lvl5pPr marL="2286000" lvl="4" indent="-298450" rtl="0">
              <a:spcBef>
                <a:spcPts val="1600"/>
              </a:spcBef>
              <a:spcAft>
                <a:spcPts val="0"/>
              </a:spcAft>
              <a:buSzPts val="1100"/>
              <a:buChar char="○"/>
              <a:defRPr sz="1100"/>
            </a:lvl5pPr>
            <a:lvl6pPr marL="2743200" lvl="5" indent="-298450" rtl="0">
              <a:spcBef>
                <a:spcPts val="1600"/>
              </a:spcBef>
              <a:spcAft>
                <a:spcPts val="0"/>
              </a:spcAft>
              <a:buSzPts val="1100"/>
              <a:buChar char="■"/>
              <a:defRPr sz="1100"/>
            </a:lvl6pPr>
            <a:lvl7pPr marL="3200400" lvl="6" indent="-298450" rtl="0">
              <a:spcBef>
                <a:spcPts val="1600"/>
              </a:spcBef>
              <a:spcAft>
                <a:spcPts val="0"/>
              </a:spcAft>
              <a:buSzPts val="1100"/>
              <a:buChar char="●"/>
              <a:defRPr sz="1100"/>
            </a:lvl7pPr>
            <a:lvl8pPr marL="3657600" lvl="7" indent="-298450" rtl="0">
              <a:spcBef>
                <a:spcPts val="1600"/>
              </a:spcBef>
              <a:spcAft>
                <a:spcPts val="0"/>
              </a:spcAft>
              <a:buSzPts val="1100"/>
              <a:buChar char="○"/>
              <a:defRPr sz="1100"/>
            </a:lvl8pPr>
            <a:lvl9pPr marL="4114800" lvl="8" indent="-298450" rtl="0">
              <a:spcBef>
                <a:spcPts val="1600"/>
              </a:spcBef>
              <a:spcAft>
                <a:spcPts val="1600"/>
              </a:spcAft>
              <a:buSzPts val="1100"/>
              <a:buChar char="■"/>
              <a:defRPr sz="1100"/>
            </a:lvl9pPr>
          </a:lstStyle>
          <a:p>
            <a:endParaRPr/>
          </a:p>
        </p:txBody>
      </p:sp>
      <p:sp>
        <p:nvSpPr>
          <p:cNvPr id="20" name="Google Shape;20;p4"/>
          <p:cNvSpPr/>
          <p:nvPr/>
        </p:nvSpPr>
        <p:spPr>
          <a:xfrm>
            <a:off x="6477575" y="-399350"/>
            <a:ext cx="3025272" cy="2584568"/>
          </a:xfrm>
          <a:custGeom>
            <a:avLst/>
            <a:gdLst/>
            <a:ahLst/>
            <a:cxnLst/>
            <a:rect l="l" t="t" r="r" b="b"/>
            <a:pathLst>
              <a:path w="545094" h="465688" extrusionOk="0">
                <a:moveTo>
                  <a:pt x="207028" y="1"/>
                </a:moveTo>
                <a:cubicBezTo>
                  <a:pt x="207028" y="1"/>
                  <a:pt x="259058" y="74319"/>
                  <a:pt x="128756" y="124647"/>
                </a:cubicBezTo>
                <a:cubicBezTo>
                  <a:pt x="1" y="174354"/>
                  <a:pt x="42285" y="297550"/>
                  <a:pt x="138002" y="297550"/>
                </a:cubicBezTo>
                <a:cubicBezTo>
                  <a:pt x="146029" y="297550"/>
                  <a:pt x="154432" y="296683"/>
                  <a:pt x="163141" y="294834"/>
                </a:cubicBezTo>
                <a:cubicBezTo>
                  <a:pt x="173520" y="292632"/>
                  <a:pt x="182326" y="291602"/>
                  <a:pt x="189704" y="291602"/>
                </a:cubicBezTo>
                <a:cubicBezTo>
                  <a:pt x="225753" y="291602"/>
                  <a:pt x="227678" y="316202"/>
                  <a:pt x="212112" y="348817"/>
                </a:cubicBezTo>
                <a:cubicBezTo>
                  <a:pt x="196610" y="381274"/>
                  <a:pt x="212112" y="431899"/>
                  <a:pt x="251176" y="453854"/>
                </a:cubicBezTo>
                <a:cubicBezTo>
                  <a:pt x="262225" y="460057"/>
                  <a:pt x="275286" y="463462"/>
                  <a:pt x="286978" y="464546"/>
                </a:cubicBezTo>
                <a:cubicBezTo>
                  <a:pt x="295411" y="465329"/>
                  <a:pt x="303454" y="465688"/>
                  <a:pt x="311146" y="465688"/>
                </a:cubicBezTo>
                <a:cubicBezTo>
                  <a:pt x="390544" y="465688"/>
                  <a:pt x="432621" y="427483"/>
                  <a:pt x="481467" y="423934"/>
                </a:cubicBezTo>
                <a:cubicBezTo>
                  <a:pt x="483856" y="423759"/>
                  <a:pt x="486261" y="423668"/>
                  <a:pt x="488687" y="423668"/>
                </a:cubicBezTo>
                <a:cubicBezTo>
                  <a:pt x="505818" y="423668"/>
                  <a:pt x="524017" y="428226"/>
                  <a:pt x="545094" y="440376"/>
                </a:cubicBezTo>
                <a:lnTo>
                  <a:pt x="545094" y="1"/>
                </a:ln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grpSp>
        <p:nvGrpSpPr>
          <p:cNvPr id="38" name="Google Shape;38;p7"/>
          <p:cNvGrpSpPr/>
          <p:nvPr/>
        </p:nvGrpSpPr>
        <p:grpSpPr>
          <a:xfrm>
            <a:off x="1663491" y="213118"/>
            <a:ext cx="5817010" cy="4856568"/>
            <a:chOff x="341100" y="783750"/>
            <a:chExt cx="6212100" cy="5186425"/>
          </a:xfrm>
        </p:grpSpPr>
        <p:sp>
          <p:nvSpPr>
            <p:cNvPr id="39" name="Google Shape;39;p7"/>
            <p:cNvSpPr/>
            <p:nvPr/>
          </p:nvSpPr>
          <p:spPr>
            <a:xfrm>
              <a:off x="341100" y="783750"/>
              <a:ext cx="6212100" cy="4828500"/>
            </a:xfrm>
            <a:custGeom>
              <a:avLst/>
              <a:gdLst/>
              <a:ahLst/>
              <a:cxnLst/>
              <a:rect l="l" t="t" r="r" b="b"/>
              <a:pathLst>
                <a:path w="248484" h="193140" extrusionOk="0">
                  <a:moveTo>
                    <a:pt x="193048" y="0"/>
                  </a:moveTo>
                  <a:cubicBezTo>
                    <a:pt x="172800" y="0"/>
                    <a:pt x="152013" y="12189"/>
                    <a:pt x="136422" y="15876"/>
                  </a:cubicBezTo>
                  <a:cubicBezTo>
                    <a:pt x="130552" y="17264"/>
                    <a:pt x="124754" y="17623"/>
                    <a:pt x="118977" y="17623"/>
                  </a:cubicBezTo>
                  <a:cubicBezTo>
                    <a:pt x="112798" y="17623"/>
                    <a:pt x="106643" y="17212"/>
                    <a:pt x="100452" y="17212"/>
                  </a:cubicBezTo>
                  <a:cubicBezTo>
                    <a:pt x="88065" y="17212"/>
                    <a:pt x="75531" y="18856"/>
                    <a:pt x="62354" y="28723"/>
                  </a:cubicBezTo>
                  <a:cubicBezTo>
                    <a:pt x="42042" y="43915"/>
                    <a:pt x="42137" y="61369"/>
                    <a:pt x="36196" y="73681"/>
                  </a:cubicBezTo>
                  <a:cubicBezTo>
                    <a:pt x="28611" y="89397"/>
                    <a:pt x="12728" y="100148"/>
                    <a:pt x="5787" y="116722"/>
                  </a:cubicBezTo>
                  <a:cubicBezTo>
                    <a:pt x="1132" y="127830"/>
                    <a:pt x="1" y="141379"/>
                    <a:pt x="4751" y="152654"/>
                  </a:cubicBezTo>
                  <a:cubicBezTo>
                    <a:pt x="13609" y="173705"/>
                    <a:pt x="35553" y="169133"/>
                    <a:pt x="63866" y="182265"/>
                  </a:cubicBezTo>
                  <a:cubicBezTo>
                    <a:pt x="78187" y="188911"/>
                    <a:pt x="85640" y="189269"/>
                    <a:pt x="95118" y="189269"/>
                  </a:cubicBezTo>
                  <a:cubicBezTo>
                    <a:pt x="96264" y="189269"/>
                    <a:pt x="97440" y="189264"/>
                    <a:pt x="98661" y="189264"/>
                  </a:cubicBezTo>
                  <a:cubicBezTo>
                    <a:pt x="106249" y="189264"/>
                    <a:pt x="115586" y="189466"/>
                    <a:pt x="130445" y="192386"/>
                  </a:cubicBezTo>
                  <a:cubicBezTo>
                    <a:pt x="131160" y="192646"/>
                    <a:pt x="135644" y="193140"/>
                    <a:pt x="141946" y="193140"/>
                  </a:cubicBezTo>
                  <a:cubicBezTo>
                    <a:pt x="152657" y="193140"/>
                    <a:pt x="168620" y="191713"/>
                    <a:pt x="180261" y="185289"/>
                  </a:cubicBezTo>
                  <a:cubicBezTo>
                    <a:pt x="214789" y="166216"/>
                    <a:pt x="207122" y="145987"/>
                    <a:pt x="214277" y="126187"/>
                  </a:cubicBezTo>
                  <a:cubicBezTo>
                    <a:pt x="218433" y="114721"/>
                    <a:pt x="227339" y="105994"/>
                    <a:pt x="234077" y="96076"/>
                  </a:cubicBezTo>
                  <a:cubicBezTo>
                    <a:pt x="248484" y="74883"/>
                    <a:pt x="246377" y="48987"/>
                    <a:pt x="234506" y="27913"/>
                  </a:cubicBezTo>
                  <a:cubicBezTo>
                    <a:pt x="222493" y="6573"/>
                    <a:pt x="207916" y="0"/>
                    <a:pt x="193048" y="0"/>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7"/>
            <p:cNvSpPr/>
            <p:nvPr/>
          </p:nvSpPr>
          <p:spPr>
            <a:xfrm>
              <a:off x="524750" y="855925"/>
              <a:ext cx="5839450" cy="4648425"/>
            </a:xfrm>
            <a:custGeom>
              <a:avLst/>
              <a:gdLst/>
              <a:ahLst/>
              <a:cxnLst/>
              <a:rect l="l" t="t" r="r" b="b"/>
              <a:pathLst>
                <a:path w="233578" h="185937" extrusionOk="0">
                  <a:moveTo>
                    <a:pt x="121779" y="0"/>
                  </a:moveTo>
                  <a:cubicBezTo>
                    <a:pt x="109175" y="0"/>
                    <a:pt x="96563" y="3745"/>
                    <a:pt x="85785" y="11250"/>
                  </a:cubicBezTo>
                  <a:cubicBezTo>
                    <a:pt x="76082" y="18013"/>
                    <a:pt x="74105" y="21668"/>
                    <a:pt x="58091" y="27753"/>
                  </a:cubicBezTo>
                  <a:cubicBezTo>
                    <a:pt x="39827" y="34694"/>
                    <a:pt x="14943" y="36361"/>
                    <a:pt x="6359" y="57578"/>
                  </a:cubicBezTo>
                  <a:cubicBezTo>
                    <a:pt x="1" y="73294"/>
                    <a:pt x="2644" y="100107"/>
                    <a:pt x="15038" y="121228"/>
                  </a:cubicBezTo>
                  <a:cubicBezTo>
                    <a:pt x="26290" y="140409"/>
                    <a:pt x="41982" y="141814"/>
                    <a:pt x="54067" y="146589"/>
                  </a:cubicBezTo>
                  <a:cubicBezTo>
                    <a:pt x="70891" y="153232"/>
                    <a:pt x="82225" y="165662"/>
                    <a:pt x="99561" y="173735"/>
                  </a:cubicBezTo>
                  <a:cubicBezTo>
                    <a:pt x="114733" y="180786"/>
                    <a:pt x="135375" y="185937"/>
                    <a:pt x="155204" y="185937"/>
                  </a:cubicBezTo>
                  <a:cubicBezTo>
                    <a:pt x="170496" y="185937"/>
                    <a:pt x="185305" y="182874"/>
                    <a:pt x="196752" y="175259"/>
                  </a:cubicBezTo>
                  <a:cubicBezTo>
                    <a:pt x="233578" y="150780"/>
                    <a:pt x="213194" y="117061"/>
                    <a:pt x="201347" y="87891"/>
                  </a:cubicBezTo>
                  <a:cubicBezTo>
                    <a:pt x="186560" y="51517"/>
                    <a:pt x="181512" y="36944"/>
                    <a:pt x="171296" y="24014"/>
                  </a:cubicBezTo>
                  <a:cubicBezTo>
                    <a:pt x="158656" y="8021"/>
                    <a:pt x="140226" y="0"/>
                    <a:pt x="121779" y="0"/>
                  </a:cubicBezTo>
                  <a:close/>
                </a:path>
              </a:pathLst>
            </a:custGeom>
            <a:solidFill>
              <a:srgbClr val="FFFFFF">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p:nvPr/>
          </p:nvSpPr>
          <p:spPr>
            <a:xfrm>
              <a:off x="2342372" y="4406727"/>
              <a:ext cx="954900" cy="1456225"/>
            </a:xfrm>
            <a:custGeom>
              <a:avLst/>
              <a:gdLst/>
              <a:ahLst/>
              <a:cxnLst/>
              <a:rect l="l" t="t" r="r" b="b"/>
              <a:pathLst>
                <a:path w="38196" h="58249" extrusionOk="0">
                  <a:moveTo>
                    <a:pt x="34903" y="0"/>
                  </a:moveTo>
                  <a:cubicBezTo>
                    <a:pt x="34867" y="0"/>
                    <a:pt x="34830" y="5"/>
                    <a:pt x="34790" y="15"/>
                  </a:cubicBezTo>
                  <a:cubicBezTo>
                    <a:pt x="28206" y="1801"/>
                    <a:pt x="22396" y="5385"/>
                    <a:pt x="17002" y="9468"/>
                  </a:cubicBezTo>
                  <a:cubicBezTo>
                    <a:pt x="11918" y="13326"/>
                    <a:pt x="6870" y="17434"/>
                    <a:pt x="3929" y="23232"/>
                  </a:cubicBezTo>
                  <a:cubicBezTo>
                    <a:pt x="1143" y="28733"/>
                    <a:pt x="179" y="34983"/>
                    <a:pt x="83" y="41103"/>
                  </a:cubicBezTo>
                  <a:cubicBezTo>
                    <a:pt x="0" y="46771"/>
                    <a:pt x="310" y="52998"/>
                    <a:pt x="4120" y="57534"/>
                  </a:cubicBezTo>
                  <a:cubicBezTo>
                    <a:pt x="4191" y="57635"/>
                    <a:pt x="4287" y="57668"/>
                    <a:pt x="4373" y="57668"/>
                  </a:cubicBezTo>
                  <a:cubicBezTo>
                    <a:pt x="4388" y="57668"/>
                    <a:pt x="4403" y="57667"/>
                    <a:pt x="4417" y="57665"/>
                  </a:cubicBezTo>
                  <a:lnTo>
                    <a:pt x="4417" y="57665"/>
                  </a:lnTo>
                  <a:cubicBezTo>
                    <a:pt x="4322" y="57903"/>
                    <a:pt x="4429" y="58248"/>
                    <a:pt x="4774" y="58248"/>
                  </a:cubicBezTo>
                  <a:cubicBezTo>
                    <a:pt x="16324" y="58213"/>
                    <a:pt x="26372" y="48259"/>
                    <a:pt x="31444" y="38674"/>
                  </a:cubicBezTo>
                  <a:cubicBezTo>
                    <a:pt x="37648" y="26983"/>
                    <a:pt x="38195" y="13278"/>
                    <a:pt x="35874" y="467"/>
                  </a:cubicBezTo>
                  <a:cubicBezTo>
                    <a:pt x="35836" y="265"/>
                    <a:pt x="35686" y="176"/>
                    <a:pt x="35526" y="176"/>
                  </a:cubicBezTo>
                  <a:cubicBezTo>
                    <a:pt x="35432" y="176"/>
                    <a:pt x="35334" y="207"/>
                    <a:pt x="35254" y="265"/>
                  </a:cubicBezTo>
                  <a:cubicBezTo>
                    <a:pt x="35205" y="116"/>
                    <a:pt x="35081" y="0"/>
                    <a:pt x="34903" y="0"/>
                  </a:cubicBezTo>
                  <a:close/>
                </a:path>
              </a:pathLst>
            </a:custGeom>
            <a:solidFill>
              <a:srgbClr val="5AD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7"/>
            <p:cNvSpPr/>
            <p:nvPr/>
          </p:nvSpPr>
          <p:spPr>
            <a:xfrm>
              <a:off x="2410222" y="4669852"/>
              <a:ext cx="727175" cy="1249700"/>
            </a:xfrm>
            <a:custGeom>
              <a:avLst/>
              <a:gdLst/>
              <a:ahLst/>
              <a:cxnLst/>
              <a:rect l="l" t="t" r="r" b="b"/>
              <a:pathLst>
                <a:path w="29087" h="49988" extrusionOk="0">
                  <a:moveTo>
                    <a:pt x="21381" y="0"/>
                  </a:moveTo>
                  <a:cubicBezTo>
                    <a:pt x="21179" y="0"/>
                    <a:pt x="20962" y="128"/>
                    <a:pt x="20932" y="384"/>
                  </a:cubicBezTo>
                  <a:cubicBezTo>
                    <a:pt x="20491" y="4468"/>
                    <a:pt x="20277" y="13386"/>
                    <a:pt x="20325" y="13540"/>
                  </a:cubicBezTo>
                  <a:cubicBezTo>
                    <a:pt x="17836" y="17624"/>
                    <a:pt x="15348" y="21696"/>
                    <a:pt x="12871" y="25780"/>
                  </a:cubicBezTo>
                  <a:cubicBezTo>
                    <a:pt x="12657" y="26137"/>
                    <a:pt x="12443" y="26494"/>
                    <a:pt x="12228" y="26852"/>
                  </a:cubicBezTo>
                  <a:cubicBezTo>
                    <a:pt x="10454" y="22565"/>
                    <a:pt x="9609" y="18065"/>
                    <a:pt x="9728" y="13433"/>
                  </a:cubicBezTo>
                  <a:cubicBezTo>
                    <a:pt x="9740" y="13171"/>
                    <a:pt x="9544" y="13040"/>
                    <a:pt x="9343" y="13040"/>
                  </a:cubicBezTo>
                  <a:cubicBezTo>
                    <a:pt x="9142" y="13040"/>
                    <a:pt x="8936" y="13171"/>
                    <a:pt x="8930" y="13433"/>
                  </a:cubicBezTo>
                  <a:cubicBezTo>
                    <a:pt x="8799" y="18196"/>
                    <a:pt x="9669" y="22839"/>
                    <a:pt x="11526" y="27245"/>
                  </a:cubicBezTo>
                  <a:cubicBezTo>
                    <a:pt x="11585" y="27387"/>
                    <a:pt x="11716" y="27471"/>
                    <a:pt x="11847" y="27495"/>
                  </a:cubicBezTo>
                  <a:cubicBezTo>
                    <a:pt x="8859" y="32483"/>
                    <a:pt x="6001" y="37567"/>
                    <a:pt x="3692" y="42889"/>
                  </a:cubicBezTo>
                  <a:cubicBezTo>
                    <a:pt x="1668" y="38996"/>
                    <a:pt x="834" y="34745"/>
                    <a:pt x="1227" y="30364"/>
                  </a:cubicBezTo>
                  <a:cubicBezTo>
                    <a:pt x="1251" y="30108"/>
                    <a:pt x="1063" y="29980"/>
                    <a:pt x="864" y="29980"/>
                  </a:cubicBezTo>
                  <a:cubicBezTo>
                    <a:pt x="664" y="29980"/>
                    <a:pt x="453" y="30108"/>
                    <a:pt x="429" y="30364"/>
                  </a:cubicBezTo>
                  <a:cubicBezTo>
                    <a:pt x="1" y="35019"/>
                    <a:pt x="953" y="39556"/>
                    <a:pt x="3180" y="43675"/>
                  </a:cubicBezTo>
                  <a:cubicBezTo>
                    <a:pt x="3215" y="43723"/>
                    <a:pt x="3251" y="43770"/>
                    <a:pt x="3299" y="43806"/>
                  </a:cubicBezTo>
                  <a:cubicBezTo>
                    <a:pt x="2513" y="45663"/>
                    <a:pt x="1799" y="47557"/>
                    <a:pt x="1167" y="49497"/>
                  </a:cubicBezTo>
                  <a:cubicBezTo>
                    <a:pt x="1074" y="49793"/>
                    <a:pt x="1320" y="49988"/>
                    <a:pt x="1563" y="49988"/>
                  </a:cubicBezTo>
                  <a:cubicBezTo>
                    <a:pt x="1722" y="49988"/>
                    <a:pt x="1880" y="49904"/>
                    <a:pt x="1941" y="49712"/>
                  </a:cubicBezTo>
                  <a:cubicBezTo>
                    <a:pt x="3323" y="45449"/>
                    <a:pt x="5132" y="41389"/>
                    <a:pt x="7168" y="37436"/>
                  </a:cubicBezTo>
                  <a:cubicBezTo>
                    <a:pt x="7216" y="37532"/>
                    <a:pt x="7287" y="37603"/>
                    <a:pt x="7430" y="37627"/>
                  </a:cubicBezTo>
                  <a:cubicBezTo>
                    <a:pt x="8398" y="37795"/>
                    <a:pt x="9366" y="37879"/>
                    <a:pt x="10324" y="37879"/>
                  </a:cubicBezTo>
                  <a:cubicBezTo>
                    <a:pt x="13834" y="37879"/>
                    <a:pt x="17225" y="36758"/>
                    <a:pt x="20087" y="34579"/>
                  </a:cubicBezTo>
                  <a:cubicBezTo>
                    <a:pt x="20431" y="34323"/>
                    <a:pt x="20214" y="33799"/>
                    <a:pt x="19894" y="33799"/>
                  </a:cubicBezTo>
                  <a:cubicBezTo>
                    <a:pt x="19826" y="33799"/>
                    <a:pt x="19754" y="33822"/>
                    <a:pt x="19682" y="33876"/>
                  </a:cubicBezTo>
                  <a:cubicBezTo>
                    <a:pt x="16937" y="35970"/>
                    <a:pt x="13691" y="37085"/>
                    <a:pt x="10318" y="37085"/>
                  </a:cubicBezTo>
                  <a:cubicBezTo>
                    <a:pt x="9433" y="37085"/>
                    <a:pt x="8540" y="37009"/>
                    <a:pt x="7644" y="36853"/>
                  </a:cubicBezTo>
                  <a:cubicBezTo>
                    <a:pt x="7615" y="36847"/>
                    <a:pt x="7585" y="36844"/>
                    <a:pt x="7557" y="36844"/>
                  </a:cubicBezTo>
                  <a:cubicBezTo>
                    <a:pt x="7528" y="36844"/>
                    <a:pt x="7502" y="36847"/>
                    <a:pt x="7478" y="36853"/>
                  </a:cubicBezTo>
                  <a:cubicBezTo>
                    <a:pt x="9478" y="33019"/>
                    <a:pt x="11693" y="29281"/>
                    <a:pt x="13943" y="25578"/>
                  </a:cubicBezTo>
                  <a:cubicBezTo>
                    <a:pt x="14872" y="24042"/>
                    <a:pt x="15812" y="22518"/>
                    <a:pt x="16741" y="20982"/>
                  </a:cubicBezTo>
                  <a:cubicBezTo>
                    <a:pt x="16788" y="21006"/>
                    <a:pt x="16848" y="21018"/>
                    <a:pt x="16919" y="21018"/>
                  </a:cubicBezTo>
                  <a:cubicBezTo>
                    <a:pt x="20956" y="20768"/>
                    <a:pt x="24861" y="19946"/>
                    <a:pt x="28659" y="18553"/>
                  </a:cubicBezTo>
                  <a:cubicBezTo>
                    <a:pt x="29087" y="18393"/>
                    <a:pt x="28967" y="17753"/>
                    <a:pt x="28585" y="17753"/>
                  </a:cubicBezTo>
                  <a:cubicBezTo>
                    <a:pt x="28542" y="17753"/>
                    <a:pt x="28495" y="17761"/>
                    <a:pt x="28445" y="17779"/>
                  </a:cubicBezTo>
                  <a:cubicBezTo>
                    <a:pt x="24813" y="19113"/>
                    <a:pt x="21087" y="19910"/>
                    <a:pt x="17229" y="20184"/>
                  </a:cubicBezTo>
                  <a:cubicBezTo>
                    <a:pt x="21075" y="13874"/>
                    <a:pt x="24944" y="7564"/>
                    <a:pt x="28790" y="1265"/>
                  </a:cubicBezTo>
                  <a:cubicBezTo>
                    <a:pt x="28979" y="953"/>
                    <a:pt x="28702" y="663"/>
                    <a:pt x="28427" y="663"/>
                  </a:cubicBezTo>
                  <a:cubicBezTo>
                    <a:pt x="28303" y="663"/>
                    <a:pt x="28180" y="721"/>
                    <a:pt x="28099" y="860"/>
                  </a:cubicBezTo>
                  <a:cubicBezTo>
                    <a:pt x="25790" y="4635"/>
                    <a:pt x="23468" y="8409"/>
                    <a:pt x="21158" y="12183"/>
                  </a:cubicBezTo>
                  <a:cubicBezTo>
                    <a:pt x="21134" y="8242"/>
                    <a:pt x="21313" y="4313"/>
                    <a:pt x="21741" y="384"/>
                  </a:cubicBezTo>
                  <a:cubicBezTo>
                    <a:pt x="21771" y="128"/>
                    <a:pt x="21584" y="0"/>
                    <a:pt x="21381" y="0"/>
                  </a:cubicBezTo>
                  <a:close/>
                </a:path>
              </a:pathLst>
            </a:custGeom>
            <a:solidFill>
              <a:srgbClr val="449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7"/>
            <p:cNvSpPr/>
            <p:nvPr/>
          </p:nvSpPr>
          <p:spPr>
            <a:xfrm>
              <a:off x="1167700" y="4550275"/>
              <a:ext cx="1247500" cy="1225725"/>
            </a:xfrm>
            <a:custGeom>
              <a:avLst/>
              <a:gdLst/>
              <a:ahLst/>
              <a:cxnLst/>
              <a:rect l="l" t="t" r="r" b="b"/>
              <a:pathLst>
                <a:path w="49900" h="49029" extrusionOk="0">
                  <a:moveTo>
                    <a:pt x="1057" y="0"/>
                  </a:moveTo>
                  <a:cubicBezTo>
                    <a:pt x="781" y="0"/>
                    <a:pt x="673" y="296"/>
                    <a:pt x="750" y="529"/>
                  </a:cubicBezTo>
                  <a:cubicBezTo>
                    <a:pt x="560" y="529"/>
                    <a:pt x="369" y="648"/>
                    <a:pt x="357" y="886"/>
                  </a:cubicBezTo>
                  <a:cubicBezTo>
                    <a:pt x="0" y="7708"/>
                    <a:pt x="1596" y="14340"/>
                    <a:pt x="3798" y="20746"/>
                  </a:cubicBezTo>
                  <a:cubicBezTo>
                    <a:pt x="5870" y="26770"/>
                    <a:pt x="8204" y="32854"/>
                    <a:pt x="12788" y="37450"/>
                  </a:cubicBezTo>
                  <a:cubicBezTo>
                    <a:pt x="17157" y="41820"/>
                    <a:pt x="22789" y="44689"/>
                    <a:pt x="28575" y="46678"/>
                  </a:cubicBezTo>
                  <a:cubicBezTo>
                    <a:pt x="32108" y="47894"/>
                    <a:pt x="35925" y="49028"/>
                    <a:pt x="39693" y="49028"/>
                  </a:cubicBezTo>
                  <a:cubicBezTo>
                    <a:pt x="41639" y="49028"/>
                    <a:pt x="43573" y="48726"/>
                    <a:pt x="45446" y="47975"/>
                  </a:cubicBezTo>
                  <a:cubicBezTo>
                    <a:pt x="45589" y="47916"/>
                    <a:pt x="45649" y="47821"/>
                    <a:pt x="45661" y="47725"/>
                  </a:cubicBezTo>
                  <a:cubicBezTo>
                    <a:pt x="45745" y="47795"/>
                    <a:pt x="45857" y="47836"/>
                    <a:pt x="45967" y="47836"/>
                  </a:cubicBezTo>
                  <a:cubicBezTo>
                    <a:pt x="46118" y="47836"/>
                    <a:pt x="46265" y="47757"/>
                    <a:pt x="46327" y="47571"/>
                  </a:cubicBezTo>
                  <a:cubicBezTo>
                    <a:pt x="49899" y="36581"/>
                    <a:pt x="43565" y="23937"/>
                    <a:pt x="36052" y="16126"/>
                  </a:cubicBezTo>
                  <a:cubicBezTo>
                    <a:pt x="26873" y="6589"/>
                    <a:pt x="14014" y="1791"/>
                    <a:pt x="1119" y="5"/>
                  </a:cubicBezTo>
                  <a:cubicBezTo>
                    <a:pt x="1098" y="2"/>
                    <a:pt x="1077" y="0"/>
                    <a:pt x="1057" y="0"/>
                  </a:cubicBezTo>
                  <a:close/>
                </a:path>
              </a:pathLst>
            </a:custGeom>
            <a:solidFill>
              <a:srgbClr val="75D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7"/>
            <p:cNvSpPr/>
            <p:nvPr/>
          </p:nvSpPr>
          <p:spPr>
            <a:xfrm>
              <a:off x="1338200" y="4738950"/>
              <a:ext cx="1042675" cy="1037425"/>
            </a:xfrm>
            <a:custGeom>
              <a:avLst/>
              <a:gdLst/>
              <a:ahLst/>
              <a:cxnLst/>
              <a:rect l="l" t="t" r="r" b="b"/>
              <a:pathLst>
                <a:path w="41707" h="41497" extrusionOk="0">
                  <a:moveTo>
                    <a:pt x="3415" y="0"/>
                  </a:moveTo>
                  <a:cubicBezTo>
                    <a:pt x="3118" y="0"/>
                    <a:pt x="2838" y="377"/>
                    <a:pt x="3098" y="673"/>
                  </a:cubicBezTo>
                  <a:cubicBezTo>
                    <a:pt x="5968" y="4043"/>
                    <a:pt x="8825" y="7424"/>
                    <a:pt x="11694" y="10794"/>
                  </a:cubicBezTo>
                  <a:cubicBezTo>
                    <a:pt x="7944" y="9591"/>
                    <a:pt x="4265" y="8186"/>
                    <a:pt x="669" y="6567"/>
                  </a:cubicBezTo>
                  <a:cubicBezTo>
                    <a:pt x="612" y="6541"/>
                    <a:pt x="557" y="6529"/>
                    <a:pt x="507" y="6529"/>
                  </a:cubicBezTo>
                  <a:cubicBezTo>
                    <a:pt x="143" y="6529"/>
                    <a:pt x="1" y="7141"/>
                    <a:pt x="419" y="7329"/>
                  </a:cubicBezTo>
                  <a:cubicBezTo>
                    <a:pt x="4158" y="9020"/>
                    <a:pt x="12564" y="12008"/>
                    <a:pt x="12730" y="12008"/>
                  </a:cubicBezTo>
                  <a:cubicBezTo>
                    <a:pt x="15826" y="15651"/>
                    <a:pt x="18922" y="19283"/>
                    <a:pt x="22029" y="22914"/>
                  </a:cubicBezTo>
                  <a:cubicBezTo>
                    <a:pt x="22303" y="23224"/>
                    <a:pt x="22577" y="23533"/>
                    <a:pt x="22851" y="23855"/>
                  </a:cubicBezTo>
                  <a:cubicBezTo>
                    <a:pt x="22003" y="23918"/>
                    <a:pt x="21159" y="23950"/>
                    <a:pt x="20319" y="23950"/>
                  </a:cubicBezTo>
                  <a:cubicBezTo>
                    <a:pt x="16565" y="23950"/>
                    <a:pt x="12884" y="23317"/>
                    <a:pt x="9313" y="22033"/>
                  </a:cubicBezTo>
                  <a:cubicBezTo>
                    <a:pt x="9266" y="22017"/>
                    <a:pt x="9220" y="22010"/>
                    <a:pt x="9178" y="22010"/>
                  </a:cubicBezTo>
                  <a:cubicBezTo>
                    <a:pt x="8783" y="22010"/>
                    <a:pt x="8623" y="22646"/>
                    <a:pt x="9063" y="22807"/>
                  </a:cubicBezTo>
                  <a:cubicBezTo>
                    <a:pt x="12688" y="24102"/>
                    <a:pt x="16421" y="24755"/>
                    <a:pt x="20225" y="24755"/>
                  </a:cubicBezTo>
                  <a:cubicBezTo>
                    <a:pt x="21144" y="24755"/>
                    <a:pt x="22067" y="24717"/>
                    <a:pt x="22993" y="24641"/>
                  </a:cubicBezTo>
                  <a:cubicBezTo>
                    <a:pt x="23160" y="24629"/>
                    <a:pt x="23267" y="24534"/>
                    <a:pt x="23339" y="24414"/>
                  </a:cubicBezTo>
                  <a:cubicBezTo>
                    <a:pt x="27149" y="28820"/>
                    <a:pt x="31090" y="33106"/>
                    <a:pt x="35424" y="36964"/>
                  </a:cubicBezTo>
                  <a:cubicBezTo>
                    <a:pt x="34186" y="37165"/>
                    <a:pt x="32949" y="37265"/>
                    <a:pt x="31719" y="37265"/>
                  </a:cubicBezTo>
                  <a:cubicBezTo>
                    <a:pt x="28655" y="37265"/>
                    <a:pt x="25636" y="36641"/>
                    <a:pt x="22755" y="35392"/>
                  </a:cubicBezTo>
                  <a:cubicBezTo>
                    <a:pt x="22701" y="35369"/>
                    <a:pt x="22650" y="35359"/>
                    <a:pt x="22602" y="35359"/>
                  </a:cubicBezTo>
                  <a:cubicBezTo>
                    <a:pt x="22232" y="35359"/>
                    <a:pt x="22083" y="35987"/>
                    <a:pt x="22505" y="36166"/>
                  </a:cubicBezTo>
                  <a:cubicBezTo>
                    <a:pt x="25470" y="37439"/>
                    <a:pt x="28583" y="38077"/>
                    <a:pt x="31737" y="38077"/>
                  </a:cubicBezTo>
                  <a:cubicBezTo>
                    <a:pt x="33155" y="38077"/>
                    <a:pt x="34582" y="37948"/>
                    <a:pt x="36007" y="37690"/>
                  </a:cubicBezTo>
                  <a:cubicBezTo>
                    <a:pt x="36078" y="37678"/>
                    <a:pt x="36126" y="37654"/>
                    <a:pt x="36174" y="37630"/>
                  </a:cubicBezTo>
                  <a:cubicBezTo>
                    <a:pt x="37698" y="38952"/>
                    <a:pt x="39269" y="40226"/>
                    <a:pt x="40912" y="41417"/>
                  </a:cubicBezTo>
                  <a:cubicBezTo>
                    <a:pt x="40988" y="41473"/>
                    <a:pt x="41064" y="41497"/>
                    <a:pt x="41137" y="41497"/>
                  </a:cubicBezTo>
                  <a:cubicBezTo>
                    <a:pt x="41464" y="41497"/>
                    <a:pt x="41706" y="41003"/>
                    <a:pt x="41365" y="40750"/>
                  </a:cubicBezTo>
                  <a:cubicBezTo>
                    <a:pt x="37745" y="38107"/>
                    <a:pt x="34447" y="35130"/>
                    <a:pt x="31328" y="31951"/>
                  </a:cubicBezTo>
                  <a:cubicBezTo>
                    <a:pt x="31423" y="31951"/>
                    <a:pt x="31530" y="31892"/>
                    <a:pt x="31590" y="31773"/>
                  </a:cubicBezTo>
                  <a:cubicBezTo>
                    <a:pt x="33745" y="27724"/>
                    <a:pt x="34150" y="23129"/>
                    <a:pt x="32638" y="18795"/>
                  </a:cubicBezTo>
                  <a:cubicBezTo>
                    <a:pt x="32568" y="18591"/>
                    <a:pt x="32389" y="18501"/>
                    <a:pt x="32216" y="18501"/>
                  </a:cubicBezTo>
                  <a:cubicBezTo>
                    <a:pt x="31975" y="18501"/>
                    <a:pt x="31748" y="18677"/>
                    <a:pt x="31852" y="18961"/>
                  </a:cubicBezTo>
                  <a:cubicBezTo>
                    <a:pt x="33280" y="23081"/>
                    <a:pt x="32971" y="27474"/>
                    <a:pt x="30923" y="31320"/>
                  </a:cubicBezTo>
                  <a:cubicBezTo>
                    <a:pt x="30887" y="31380"/>
                    <a:pt x="30875" y="31439"/>
                    <a:pt x="30875" y="31487"/>
                  </a:cubicBezTo>
                  <a:cubicBezTo>
                    <a:pt x="27851" y="28391"/>
                    <a:pt x="24982" y="25117"/>
                    <a:pt x="22172" y="21831"/>
                  </a:cubicBezTo>
                  <a:cubicBezTo>
                    <a:pt x="21005" y="20462"/>
                    <a:pt x="19838" y="19092"/>
                    <a:pt x="18683" y="17735"/>
                  </a:cubicBezTo>
                  <a:cubicBezTo>
                    <a:pt x="18719" y="17687"/>
                    <a:pt x="18743" y="17640"/>
                    <a:pt x="18767" y="17568"/>
                  </a:cubicBezTo>
                  <a:cubicBezTo>
                    <a:pt x="19779" y="13663"/>
                    <a:pt x="20231" y="9698"/>
                    <a:pt x="20088" y="5662"/>
                  </a:cubicBezTo>
                  <a:cubicBezTo>
                    <a:pt x="20076" y="5390"/>
                    <a:pt x="19854" y="5249"/>
                    <a:pt x="19646" y="5249"/>
                  </a:cubicBezTo>
                  <a:cubicBezTo>
                    <a:pt x="19454" y="5249"/>
                    <a:pt x="19273" y="5369"/>
                    <a:pt x="19279" y="5615"/>
                  </a:cubicBezTo>
                  <a:cubicBezTo>
                    <a:pt x="19422" y="9484"/>
                    <a:pt x="19017" y="13270"/>
                    <a:pt x="18064" y="17021"/>
                  </a:cubicBezTo>
                  <a:cubicBezTo>
                    <a:pt x="13278" y="11401"/>
                    <a:pt x="8492" y="5769"/>
                    <a:pt x="3693" y="138"/>
                  </a:cubicBezTo>
                  <a:cubicBezTo>
                    <a:pt x="3611" y="41"/>
                    <a:pt x="3512" y="0"/>
                    <a:pt x="3415" y="0"/>
                  </a:cubicBezTo>
                  <a:close/>
                </a:path>
              </a:pathLst>
            </a:custGeom>
            <a:solidFill>
              <a:srgbClr val="449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7"/>
            <p:cNvSpPr/>
            <p:nvPr/>
          </p:nvSpPr>
          <p:spPr>
            <a:xfrm>
              <a:off x="4343975" y="4619350"/>
              <a:ext cx="1461525" cy="1350825"/>
            </a:xfrm>
            <a:custGeom>
              <a:avLst/>
              <a:gdLst/>
              <a:ahLst/>
              <a:cxnLst/>
              <a:rect l="l" t="t" r="r" b="b"/>
              <a:pathLst>
                <a:path w="58461" h="54033" extrusionOk="0">
                  <a:moveTo>
                    <a:pt x="47321" y="1"/>
                  </a:moveTo>
                  <a:cubicBezTo>
                    <a:pt x="40441" y="1"/>
                    <a:pt x="37679" y="10881"/>
                    <a:pt x="33040" y="10881"/>
                  </a:cubicBezTo>
                  <a:cubicBezTo>
                    <a:pt x="32537" y="10881"/>
                    <a:pt x="32012" y="10754"/>
                    <a:pt x="31457" y="10470"/>
                  </a:cubicBezTo>
                  <a:cubicBezTo>
                    <a:pt x="28833" y="9132"/>
                    <a:pt x="29046" y="767"/>
                    <a:pt x="24301" y="767"/>
                  </a:cubicBezTo>
                  <a:cubicBezTo>
                    <a:pt x="23556" y="767"/>
                    <a:pt x="22689" y="973"/>
                    <a:pt x="21670" y="1445"/>
                  </a:cubicBezTo>
                  <a:cubicBezTo>
                    <a:pt x="14944" y="4554"/>
                    <a:pt x="18014" y="15188"/>
                    <a:pt x="14423" y="15188"/>
                  </a:cubicBezTo>
                  <a:cubicBezTo>
                    <a:pt x="14149" y="15188"/>
                    <a:pt x="13837" y="15126"/>
                    <a:pt x="13479" y="14994"/>
                  </a:cubicBezTo>
                  <a:cubicBezTo>
                    <a:pt x="13466" y="14995"/>
                    <a:pt x="13454" y="14995"/>
                    <a:pt x="13442" y="14995"/>
                  </a:cubicBezTo>
                  <a:cubicBezTo>
                    <a:pt x="13056" y="14995"/>
                    <a:pt x="12597" y="14648"/>
                    <a:pt x="12193" y="14601"/>
                  </a:cubicBezTo>
                  <a:cubicBezTo>
                    <a:pt x="11921" y="14565"/>
                    <a:pt x="11656" y="14547"/>
                    <a:pt x="11398" y="14547"/>
                  </a:cubicBezTo>
                  <a:cubicBezTo>
                    <a:pt x="5868" y="14547"/>
                    <a:pt x="3575" y="22683"/>
                    <a:pt x="2596" y="26960"/>
                  </a:cubicBezTo>
                  <a:cubicBezTo>
                    <a:pt x="1" y="38140"/>
                    <a:pt x="3632" y="48629"/>
                    <a:pt x="3704" y="48677"/>
                  </a:cubicBezTo>
                  <a:cubicBezTo>
                    <a:pt x="8356" y="51599"/>
                    <a:pt x="14802" y="54033"/>
                    <a:pt x="20602" y="54033"/>
                  </a:cubicBezTo>
                  <a:cubicBezTo>
                    <a:pt x="22862" y="54033"/>
                    <a:pt x="25025" y="53663"/>
                    <a:pt x="26945" y="52809"/>
                  </a:cubicBezTo>
                  <a:cubicBezTo>
                    <a:pt x="34374" y="49499"/>
                    <a:pt x="30564" y="43272"/>
                    <a:pt x="30445" y="42355"/>
                  </a:cubicBezTo>
                  <a:cubicBezTo>
                    <a:pt x="30087" y="39653"/>
                    <a:pt x="31775" y="39051"/>
                    <a:pt x="33805" y="39051"/>
                  </a:cubicBezTo>
                  <a:cubicBezTo>
                    <a:pt x="35353" y="39051"/>
                    <a:pt x="37101" y="39402"/>
                    <a:pt x="38291" y="39438"/>
                  </a:cubicBezTo>
                  <a:cubicBezTo>
                    <a:pt x="38426" y="39442"/>
                    <a:pt x="38560" y="39444"/>
                    <a:pt x="38694" y="39444"/>
                  </a:cubicBezTo>
                  <a:cubicBezTo>
                    <a:pt x="43697" y="39444"/>
                    <a:pt x="48722" y="36430"/>
                    <a:pt x="47864" y="30830"/>
                  </a:cubicBezTo>
                  <a:cubicBezTo>
                    <a:pt x="47185" y="26484"/>
                    <a:pt x="43578" y="24353"/>
                    <a:pt x="49531" y="18495"/>
                  </a:cubicBezTo>
                  <a:cubicBezTo>
                    <a:pt x="58461" y="9708"/>
                    <a:pt x="54186" y="695"/>
                    <a:pt x="48043" y="40"/>
                  </a:cubicBezTo>
                  <a:cubicBezTo>
                    <a:pt x="47797" y="14"/>
                    <a:pt x="47556" y="1"/>
                    <a:pt x="47321" y="1"/>
                  </a:cubicBezTo>
                  <a:close/>
                </a:path>
              </a:pathLst>
            </a:custGeom>
            <a:solidFill>
              <a:srgbClr val="75D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7"/>
            <p:cNvSpPr/>
            <p:nvPr/>
          </p:nvSpPr>
          <p:spPr>
            <a:xfrm>
              <a:off x="4433000" y="4738825"/>
              <a:ext cx="1064425" cy="1104000"/>
            </a:xfrm>
            <a:custGeom>
              <a:avLst/>
              <a:gdLst/>
              <a:ahLst/>
              <a:cxnLst/>
              <a:rect l="l" t="t" r="r" b="b"/>
              <a:pathLst>
                <a:path w="42577" h="44160" extrusionOk="0">
                  <a:moveTo>
                    <a:pt x="20562" y="1"/>
                  </a:moveTo>
                  <a:cubicBezTo>
                    <a:pt x="20402" y="1"/>
                    <a:pt x="20242" y="87"/>
                    <a:pt x="20181" y="286"/>
                  </a:cubicBezTo>
                  <a:cubicBezTo>
                    <a:pt x="19014" y="4024"/>
                    <a:pt x="18645" y="7906"/>
                    <a:pt x="18645" y="11823"/>
                  </a:cubicBezTo>
                  <a:cubicBezTo>
                    <a:pt x="18645" y="16121"/>
                    <a:pt x="19026" y="20431"/>
                    <a:pt x="17776" y="24622"/>
                  </a:cubicBezTo>
                  <a:cubicBezTo>
                    <a:pt x="17752" y="24705"/>
                    <a:pt x="17752" y="24789"/>
                    <a:pt x="17776" y="24848"/>
                  </a:cubicBezTo>
                  <a:cubicBezTo>
                    <a:pt x="12656" y="28956"/>
                    <a:pt x="7822" y="33397"/>
                    <a:pt x="3762" y="38528"/>
                  </a:cubicBezTo>
                  <a:cubicBezTo>
                    <a:pt x="4298" y="35540"/>
                    <a:pt x="3631" y="32516"/>
                    <a:pt x="3465" y="29492"/>
                  </a:cubicBezTo>
                  <a:cubicBezTo>
                    <a:pt x="3262" y="25693"/>
                    <a:pt x="3607" y="21931"/>
                    <a:pt x="5060" y="18395"/>
                  </a:cubicBezTo>
                  <a:cubicBezTo>
                    <a:pt x="5175" y="18100"/>
                    <a:pt x="4939" y="17910"/>
                    <a:pt x="4689" y="17910"/>
                  </a:cubicBezTo>
                  <a:cubicBezTo>
                    <a:pt x="4524" y="17910"/>
                    <a:pt x="4354" y="17992"/>
                    <a:pt x="4274" y="18181"/>
                  </a:cubicBezTo>
                  <a:cubicBezTo>
                    <a:pt x="2988" y="21348"/>
                    <a:pt x="2548" y="24693"/>
                    <a:pt x="2607" y="28098"/>
                  </a:cubicBezTo>
                  <a:cubicBezTo>
                    <a:pt x="2679" y="31885"/>
                    <a:pt x="3822" y="35814"/>
                    <a:pt x="2703" y="39517"/>
                  </a:cubicBezTo>
                  <a:cubicBezTo>
                    <a:pt x="2667" y="39659"/>
                    <a:pt x="2691" y="39767"/>
                    <a:pt x="2762" y="39862"/>
                  </a:cubicBezTo>
                  <a:cubicBezTo>
                    <a:pt x="1869" y="41064"/>
                    <a:pt x="1000" y="42291"/>
                    <a:pt x="190" y="43565"/>
                  </a:cubicBezTo>
                  <a:cubicBezTo>
                    <a:pt x="0" y="43871"/>
                    <a:pt x="281" y="44160"/>
                    <a:pt x="562" y="44160"/>
                  </a:cubicBezTo>
                  <a:cubicBezTo>
                    <a:pt x="686" y="44160"/>
                    <a:pt x="809" y="44104"/>
                    <a:pt x="893" y="43969"/>
                  </a:cubicBezTo>
                  <a:cubicBezTo>
                    <a:pt x="1988" y="42219"/>
                    <a:pt x="3203" y="40540"/>
                    <a:pt x="4477" y="38933"/>
                  </a:cubicBezTo>
                  <a:cubicBezTo>
                    <a:pt x="4665" y="38923"/>
                    <a:pt x="4852" y="38919"/>
                    <a:pt x="5039" y="38919"/>
                  </a:cubicBezTo>
                  <a:cubicBezTo>
                    <a:pt x="8447" y="38919"/>
                    <a:pt x="11650" y="40492"/>
                    <a:pt x="15025" y="40910"/>
                  </a:cubicBezTo>
                  <a:cubicBezTo>
                    <a:pt x="15977" y="41029"/>
                    <a:pt x="16929" y="41086"/>
                    <a:pt x="17878" y="41086"/>
                  </a:cubicBezTo>
                  <a:cubicBezTo>
                    <a:pt x="19862" y="41086"/>
                    <a:pt x="21836" y="40837"/>
                    <a:pt x="23777" y="40386"/>
                  </a:cubicBezTo>
                  <a:cubicBezTo>
                    <a:pt x="24256" y="40274"/>
                    <a:pt x="24099" y="39590"/>
                    <a:pt x="23657" y="39590"/>
                  </a:cubicBezTo>
                  <a:cubicBezTo>
                    <a:pt x="23627" y="39590"/>
                    <a:pt x="23595" y="39593"/>
                    <a:pt x="23562" y="39600"/>
                  </a:cubicBezTo>
                  <a:cubicBezTo>
                    <a:pt x="21684" y="40042"/>
                    <a:pt x="19777" y="40275"/>
                    <a:pt x="17868" y="40275"/>
                  </a:cubicBezTo>
                  <a:cubicBezTo>
                    <a:pt x="16281" y="40275"/>
                    <a:pt x="14694" y="40114"/>
                    <a:pt x="13120" y="39778"/>
                  </a:cubicBezTo>
                  <a:cubicBezTo>
                    <a:pt x="10418" y="39207"/>
                    <a:pt x="7882" y="38147"/>
                    <a:pt x="5119" y="38124"/>
                  </a:cubicBezTo>
                  <a:cubicBezTo>
                    <a:pt x="9632" y="32647"/>
                    <a:pt x="15037" y="27991"/>
                    <a:pt x="20657" y="23622"/>
                  </a:cubicBezTo>
                  <a:cubicBezTo>
                    <a:pt x="20693" y="23634"/>
                    <a:pt x="20717" y="23657"/>
                    <a:pt x="20764" y="23669"/>
                  </a:cubicBezTo>
                  <a:cubicBezTo>
                    <a:pt x="23741" y="24158"/>
                    <a:pt x="26479" y="25479"/>
                    <a:pt x="29503" y="25872"/>
                  </a:cubicBezTo>
                  <a:cubicBezTo>
                    <a:pt x="30510" y="26003"/>
                    <a:pt x="31519" y="26065"/>
                    <a:pt x="32526" y="26065"/>
                  </a:cubicBezTo>
                  <a:cubicBezTo>
                    <a:pt x="34258" y="26065"/>
                    <a:pt x="35986" y="25882"/>
                    <a:pt x="37695" y="25551"/>
                  </a:cubicBezTo>
                  <a:cubicBezTo>
                    <a:pt x="38177" y="25461"/>
                    <a:pt x="38015" y="24769"/>
                    <a:pt x="37566" y="24769"/>
                  </a:cubicBezTo>
                  <a:cubicBezTo>
                    <a:pt x="37539" y="24769"/>
                    <a:pt x="37510" y="24771"/>
                    <a:pt x="37481" y="24777"/>
                  </a:cubicBezTo>
                  <a:cubicBezTo>
                    <a:pt x="35839" y="25091"/>
                    <a:pt x="34184" y="25260"/>
                    <a:pt x="32529" y="25260"/>
                  </a:cubicBezTo>
                  <a:cubicBezTo>
                    <a:pt x="31109" y="25260"/>
                    <a:pt x="29689" y="25136"/>
                    <a:pt x="28277" y="24872"/>
                  </a:cubicBezTo>
                  <a:cubicBezTo>
                    <a:pt x="25955" y="24431"/>
                    <a:pt x="23788" y="23455"/>
                    <a:pt x="21479" y="22991"/>
                  </a:cubicBezTo>
                  <a:cubicBezTo>
                    <a:pt x="21872" y="22693"/>
                    <a:pt x="22253" y="22395"/>
                    <a:pt x="22645" y="22098"/>
                  </a:cubicBezTo>
                  <a:cubicBezTo>
                    <a:pt x="29956" y="16538"/>
                    <a:pt x="37481" y="10965"/>
                    <a:pt x="42386" y="3036"/>
                  </a:cubicBezTo>
                  <a:cubicBezTo>
                    <a:pt x="42576" y="2730"/>
                    <a:pt x="42301" y="2441"/>
                    <a:pt x="42023" y="2441"/>
                  </a:cubicBezTo>
                  <a:cubicBezTo>
                    <a:pt x="41901" y="2441"/>
                    <a:pt x="41779" y="2497"/>
                    <a:pt x="41695" y="2631"/>
                  </a:cubicBezTo>
                  <a:cubicBezTo>
                    <a:pt x="36385" y="11192"/>
                    <a:pt x="27991" y="16954"/>
                    <a:pt x="20145" y="22991"/>
                  </a:cubicBezTo>
                  <a:cubicBezTo>
                    <a:pt x="19681" y="23360"/>
                    <a:pt x="19216" y="23717"/>
                    <a:pt x="18740" y="24086"/>
                  </a:cubicBezTo>
                  <a:cubicBezTo>
                    <a:pt x="19645" y="20538"/>
                    <a:pt x="19514" y="16919"/>
                    <a:pt x="19467" y="13263"/>
                  </a:cubicBezTo>
                  <a:cubicBezTo>
                    <a:pt x="19395" y="8941"/>
                    <a:pt x="19669" y="4655"/>
                    <a:pt x="20955" y="500"/>
                  </a:cubicBezTo>
                  <a:cubicBezTo>
                    <a:pt x="21048" y="199"/>
                    <a:pt x="20804" y="1"/>
                    <a:pt x="20562" y="1"/>
                  </a:cubicBezTo>
                  <a:close/>
                </a:path>
              </a:pathLst>
            </a:custGeom>
            <a:solidFill>
              <a:srgbClr val="449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7"/>
          <p:cNvSpPr txBox="1">
            <a:spLocks noGrp="1"/>
          </p:cNvSpPr>
          <p:nvPr>
            <p:ph type="title"/>
          </p:nvPr>
        </p:nvSpPr>
        <p:spPr>
          <a:xfrm>
            <a:off x="2672700" y="1304100"/>
            <a:ext cx="3798900" cy="72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000"/>
              <a:buNone/>
              <a:defRPr sz="4000">
                <a:solidFill>
                  <a:srgbClr val="053B5C"/>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endParaRPr/>
          </a:p>
        </p:txBody>
      </p:sp>
      <p:sp>
        <p:nvSpPr>
          <p:cNvPr id="48" name="Google Shape;48;p7"/>
          <p:cNvSpPr txBox="1">
            <a:spLocks noGrp="1"/>
          </p:cNvSpPr>
          <p:nvPr>
            <p:ph type="subTitle" idx="1"/>
          </p:nvPr>
        </p:nvSpPr>
        <p:spPr>
          <a:xfrm>
            <a:off x="2785275" y="2083550"/>
            <a:ext cx="3573600" cy="14061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solidFill>
                  <a:srgbClr val="053B5C"/>
                </a:solidFill>
              </a:defRPr>
            </a:lvl1pPr>
            <a:lvl2pPr lvl="1" algn="ctr" rtl="0">
              <a:spcBef>
                <a:spcPts val="1600"/>
              </a:spcBef>
              <a:spcAft>
                <a:spcPts val="0"/>
              </a:spcAft>
              <a:buNone/>
              <a:defRPr sz="1400">
                <a:solidFill>
                  <a:srgbClr val="053B5C"/>
                </a:solidFill>
              </a:defRPr>
            </a:lvl2pPr>
            <a:lvl3pPr lvl="2" algn="ctr" rtl="0">
              <a:spcBef>
                <a:spcPts val="1600"/>
              </a:spcBef>
              <a:spcAft>
                <a:spcPts val="0"/>
              </a:spcAft>
              <a:buNone/>
              <a:defRPr sz="1400">
                <a:solidFill>
                  <a:srgbClr val="053B5C"/>
                </a:solidFill>
              </a:defRPr>
            </a:lvl3pPr>
            <a:lvl4pPr lvl="3" algn="ctr" rtl="0">
              <a:spcBef>
                <a:spcPts val="1600"/>
              </a:spcBef>
              <a:spcAft>
                <a:spcPts val="0"/>
              </a:spcAft>
              <a:buNone/>
              <a:defRPr sz="1400">
                <a:solidFill>
                  <a:srgbClr val="053B5C"/>
                </a:solidFill>
              </a:defRPr>
            </a:lvl4pPr>
            <a:lvl5pPr lvl="4" algn="ctr" rtl="0">
              <a:spcBef>
                <a:spcPts val="1600"/>
              </a:spcBef>
              <a:spcAft>
                <a:spcPts val="0"/>
              </a:spcAft>
              <a:buNone/>
              <a:defRPr sz="1400">
                <a:solidFill>
                  <a:srgbClr val="053B5C"/>
                </a:solidFill>
              </a:defRPr>
            </a:lvl5pPr>
            <a:lvl6pPr lvl="5" algn="ctr" rtl="0">
              <a:spcBef>
                <a:spcPts val="1600"/>
              </a:spcBef>
              <a:spcAft>
                <a:spcPts val="0"/>
              </a:spcAft>
              <a:buNone/>
              <a:defRPr sz="1400">
                <a:solidFill>
                  <a:srgbClr val="053B5C"/>
                </a:solidFill>
              </a:defRPr>
            </a:lvl6pPr>
            <a:lvl7pPr lvl="6" algn="ctr" rtl="0">
              <a:spcBef>
                <a:spcPts val="1600"/>
              </a:spcBef>
              <a:spcAft>
                <a:spcPts val="0"/>
              </a:spcAft>
              <a:buNone/>
              <a:defRPr sz="1400">
                <a:solidFill>
                  <a:srgbClr val="053B5C"/>
                </a:solidFill>
              </a:defRPr>
            </a:lvl7pPr>
            <a:lvl8pPr lvl="7" algn="ctr" rtl="0">
              <a:spcBef>
                <a:spcPts val="1600"/>
              </a:spcBef>
              <a:spcAft>
                <a:spcPts val="0"/>
              </a:spcAft>
              <a:buNone/>
              <a:defRPr sz="1400">
                <a:solidFill>
                  <a:srgbClr val="053B5C"/>
                </a:solidFill>
              </a:defRPr>
            </a:lvl8pPr>
            <a:lvl9pPr lvl="8" algn="ctr" rtl="0">
              <a:spcBef>
                <a:spcPts val="1600"/>
              </a:spcBef>
              <a:spcAft>
                <a:spcPts val="1600"/>
              </a:spcAft>
              <a:buNone/>
              <a:defRPr sz="1400">
                <a:solidFill>
                  <a:srgbClr val="053B5C"/>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400"/>
              <a:buNone/>
              <a:defRPr/>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6"/>
        <p:cNvGrpSpPr/>
        <p:nvPr/>
      </p:nvGrpSpPr>
      <p:grpSpPr>
        <a:xfrm>
          <a:off x="0" y="0"/>
          <a:ext cx="0" cy="0"/>
          <a:chOff x="0" y="0"/>
          <a:chExt cx="0" cy="0"/>
        </a:xfrm>
      </p:grpSpPr>
      <p:sp>
        <p:nvSpPr>
          <p:cNvPr id="57" name="Google Shape;5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58" name="Google Shape;58;p11"/>
          <p:cNvGrpSpPr/>
          <p:nvPr/>
        </p:nvGrpSpPr>
        <p:grpSpPr>
          <a:xfrm rot="9401449">
            <a:off x="754395" y="69566"/>
            <a:ext cx="1522160" cy="1254196"/>
            <a:chOff x="698956" y="6526827"/>
            <a:chExt cx="1522132" cy="1254173"/>
          </a:xfrm>
        </p:grpSpPr>
        <p:grpSp>
          <p:nvGrpSpPr>
            <p:cNvPr id="59" name="Google Shape;59;p11"/>
            <p:cNvGrpSpPr/>
            <p:nvPr/>
          </p:nvGrpSpPr>
          <p:grpSpPr>
            <a:xfrm>
              <a:off x="970014" y="6599642"/>
              <a:ext cx="1251074" cy="1089966"/>
              <a:chOff x="2227541" y="6011760"/>
              <a:chExt cx="2864180" cy="2495343"/>
            </a:xfrm>
          </p:grpSpPr>
          <p:sp>
            <p:nvSpPr>
              <p:cNvPr id="60" name="Google Shape;60;p11"/>
              <p:cNvSpPr/>
              <p:nvPr/>
            </p:nvSpPr>
            <p:spPr>
              <a:xfrm rot="-1131582">
                <a:off x="2772277" y="6293752"/>
                <a:ext cx="2064072" cy="1922827"/>
              </a:xfrm>
              <a:custGeom>
                <a:avLst/>
                <a:gdLst/>
                <a:ahLst/>
                <a:cxnLst/>
                <a:rect l="l" t="t" r="r" b="b"/>
                <a:pathLst>
                  <a:path w="83428" h="77719" extrusionOk="0">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rgbClr val="5AD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 name="Google Shape;61;p11"/>
              <p:cNvGrpSpPr/>
              <p:nvPr/>
            </p:nvGrpSpPr>
            <p:grpSpPr>
              <a:xfrm>
                <a:off x="2227541" y="6635267"/>
                <a:ext cx="2250382" cy="1871835"/>
                <a:chOff x="2227541" y="6635267"/>
                <a:chExt cx="2250382" cy="1871835"/>
              </a:xfrm>
            </p:grpSpPr>
            <p:sp>
              <p:nvSpPr>
                <p:cNvPr id="62" name="Google Shape;62;p11"/>
                <p:cNvSpPr/>
                <p:nvPr/>
              </p:nvSpPr>
              <p:spPr>
                <a:xfrm rot="-1131582">
                  <a:off x="2389104" y="6911337"/>
                  <a:ext cx="1927256" cy="1319697"/>
                </a:xfrm>
                <a:custGeom>
                  <a:avLst/>
                  <a:gdLst/>
                  <a:ahLst/>
                  <a:cxnLst/>
                  <a:rect l="l" t="t" r="r" b="b"/>
                  <a:pathLst>
                    <a:path w="77898" h="53341" extrusionOk="0">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1"/>
                <p:cNvSpPr/>
                <p:nvPr/>
              </p:nvSpPr>
              <p:spPr>
                <a:xfrm rot="-1131582">
                  <a:off x="3441562" y="7628158"/>
                  <a:ext cx="485043" cy="66058"/>
                </a:xfrm>
                <a:custGeom>
                  <a:avLst/>
                  <a:gdLst/>
                  <a:ahLst/>
                  <a:cxnLst/>
                  <a:rect l="l" t="t" r="r" b="b"/>
                  <a:pathLst>
                    <a:path w="19605" h="2670" extrusionOk="0">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1"/>
                <p:cNvSpPr/>
                <p:nvPr/>
              </p:nvSpPr>
              <p:spPr>
                <a:xfrm rot="-1131582">
                  <a:off x="3621630" y="6827655"/>
                  <a:ext cx="184071" cy="404239"/>
                </a:xfrm>
                <a:custGeom>
                  <a:avLst/>
                  <a:gdLst/>
                  <a:ahLst/>
                  <a:cxnLst/>
                  <a:rect l="l" t="t" r="r" b="b"/>
                  <a:pathLst>
                    <a:path w="7440" h="16339" extrusionOk="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5" name="Google Shape;65;p11"/>
            <p:cNvGrpSpPr/>
            <p:nvPr/>
          </p:nvGrpSpPr>
          <p:grpSpPr>
            <a:xfrm>
              <a:off x="698956" y="6526827"/>
              <a:ext cx="761443" cy="1254173"/>
              <a:chOff x="1668617" y="5683195"/>
              <a:chExt cx="1743230" cy="2871275"/>
            </a:xfrm>
          </p:grpSpPr>
          <p:sp>
            <p:nvSpPr>
              <p:cNvPr id="66" name="Google Shape;66;p11"/>
              <p:cNvSpPr/>
              <p:nvPr/>
            </p:nvSpPr>
            <p:spPr>
              <a:xfrm>
                <a:off x="1668617" y="5683195"/>
                <a:ext cx="1729969" cy="2242458"/>
              </a:xfrm>
              <a:custGeom>
                <a:avLst/>
                <a:gdLst/>
                <a:ahLst/>
                <a:cxnLst/>
                <a:rect l="l" t="t" r="r" b="b"/>
                <a:pathLst>
                  <a:path w="69926" h="90641" extrusionOk="0">
                    <a:moveTo>
                      <a:pt x="18523" y="0"/>
                    </a:moveTo>
                    <a:cubicBezTo>
                      <a:pt x="16491" y="0"/>
                      <a:pt x="14474" y="212"/>
                      <a:pt x="12514" y="681"/>
                    </a:cubicBezTo>
                    <a:cubicBezTo>
                      <a:pt x="8025" y="1752"/>
                      <a:pt x="3239" y="4252"/>
                      <a:pt x="1334" y="8503"/>
                    </a:cubicBezTo>
                    <a:cubicBezTo>
                      <a:pt x="1274" y="8562"/>
                      <a:pt x="1227" y="8610"/>
                      <a:pt x="1167" y="8670"/>
                    </a:cubicBezTo>
                    <a:cubicBezTo>
                      <a:pt x="762" y="8991"/>
                      <a:pt x="715" y="9455"/>
                      <a:pt x="858" y="9836"/>
                    </a:cubicBezTo>
                    <a:cubicBezTo>
                      <a:pt x="703" y="10384"/>
                      <a:pt x="596" y="10944"/>
                      <a:pt x="536" y="11551"/>
                    </a:cubicBezTo>
                    <a:cubicBezTo>
                      <a:pt x="0" y="16968"/>
                      <a:pt x="3263" y="22302"/>
                      <a:pt x="6311" y="26505"/>
                    </a:cubicBezTo>
                    <a:cubicBezTo>
                      <a:pt x="13490" y="36399"/>
                      <a:pt x="23503" y="43602"/>
                      <a:pt x="32862" y="51258"/>
                    </a:cubicBezTo>
                    <a:cubicBezTo>
                      <a:pt x="42625" y="59271"/>
                      <a:pt x="49923" y="67689"/>
                      <a:pt x="56198" y="78619"/>
                    </a:cubicBezTo>
                    <a:cubicBezTo>
                      <a:pt x="57321" y="80578"/>
                      <a:pt x="62210" y="90640"/>
                      <a:pt x="65877" y="90640"/>
                    </a:cubicBezTo>
                    <a:cubicBezTo>
                      <a:pt x="66176" y="90640"/>
                      <a:pt x="66467" y="90573"/>
                      <a:pt x="66747" y="90430"/>
                    </a:cubicBezTo>
                    <a:cubicBezTo>
                      <a:pt x="69926" y="88810"/>
                      <a:pt x="69759" y="78154"/>
                      <a:pt x="69795" y="74952"/>
                    </a:cubicBezTo>
                    <a:cubicBezTo>
                      <a:pt x="69842" y="69999"/>
                      <a:pt x="69247" y="64998"/>
                      <a:pt x="68342" y="60104"/>
                    </a:cubicBezTo>
                    <a:cubicBezTo>
                      <a:pt x="68080" y="58676"/>
                      <a:pt x="67794" y="57271"/>
                      <a:pt x="67497" y="55866"/>
                    </a:cubicBezTo>
                    <a:cubicBezTo>
                      <a:pt x="65187" y="45305"/>
                      <a:pt x="61413" y="34423"/>
                      <a:pt x="56007" y="25029"/>
                    </a:cubicBezTo>
                    <a:cubicBezTo>
                      <a:pt x="51007" y="16349"/>
                      <a:pt x="43982" y="8039"/>
                      <a:pt x="34683" y="3824"/>
                    </a:cubicBezTo>
                    <a:cubicBezTo>
                      <a:pt x="29749" y="1583"/>
                      <a:pt x="24080" y="0"/>
                      <a:pt x="18523" y="0"/>
                    </a:cubicBezTo>
                    <a:close/>
                  </a:path>
                </a:pathLst>
              </a:custGeom>
              <a:solidFill>
                <a:srgbClr val="75D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 name="Google Shape;67;p11"/>
              <p:cNvGrpSpPr/>
              <p:nvPr/>
            </p:nvGrpSpPr>
            <p:grpSpPr>
              <a:xfrm>
                <a:off x="2252110" y="6027996"/>
                <a:ext cx="1159737" cy="2526474"/>
                <a:chOff x="2252110" y="6027996"/>
                <a:chExt cx="1159737" cy="2526474"/>
              </a:xfrm>
            </p:grpSpPr>
            <p:sp>
              <p:nvSpPr>
                <p:cNvPr id="68" name="Google Shape;68;p11"/>
                <p:cNvSpPr/>
                <p:nvPr/>
              </p:nvSpPr>
              <p:spPr>
                <a:xfrm>
                  <a:off x="2252110" y="6027996"/>
                  <a:ext cx="1159737" cy="2526474"/>
                </a:xfrm>
                <a:custGeom>
                  <a:avLst/>
                  <a:gdLst/>
                  <a:ahLst/>
                  <a:cxnLst/>
                  <a:rect l="l" t="t" r="r" b="b"/>
                  <a:pathLst>
                    <a:path w="46877" h="102121" extrusionOk="0">
                      <a:moveTo>
                        <a:pt x="249" y="0"/>
                      </a:moveTo>
                      <a:cubicBezTo>
                        <a:pt x="0" y="0"/>
                        <a:pt x="69" y="331"/>
                        <a:pt x="644" y="817"/>
                      </a:cubicBezTo>
                      <a:cubicBezTo>
                        <a:pt x="644" y="817"/>
                        <a:pt x="1049" y="1162"/>
                        <a:pt x="1799" y="1805"/>
                      </a:cubicBezTo>
                      <a:cubicBezTo>
                        <a:pt x="2180" y="2114"/>
                        <a:pt x="2633" y="2519"/>
                        <a:pt x="3157" y="2984"/>
                      </a:cubicBezTo>
                      <a:cubicBezTo>
                        <a:pt x="3419" y="3222"/>
                        <a:pt x="3704" y="3472"/>
                        <a:pt x="4002" y="3746"/>
                      </a:cubicBezTo>
                      <a:cubicBezTo>
                        <a:pt x="4300" y="4008"/>
                        <a:pt x="4609" y="4305"/>
                        <a:pt x="4943" y="4603"/>
                      </a:cubicBezTo>
                      <a:cubicBezTo>
                        <a:pt x="6264" y="5805"/>
                        <a:pt x="7788" y="7317"/>
                        <a:pt x="9467" y="9032"/>
                      </a:cubicBezTo>
                      <a:cubicBezTo>
                        <a:pt x="11134" y="10770"/>
                        <a:pt x="12932" y="12747"/>
                        <a:pt x="14765" y="14926"/>
                      </a:cubicBezTo>
                      <a:cubicBezTo>
                        <a:pt x="18409" y="19295"/>
                        <a:pt x="22100" y="24522"/>
                        <a:pt x="25231" y="30035"/>
                      </a:cubicBezTo>
                      <a:cubicBezTo>
                        <a:pt x="26791" y="32785"/>
                        <a:pt x="28219" y="35619"/>
                        <a:pt x="29529" y="38381"/>
                      </a:cubicBezTo>
                      <a:cubicBezTo>
                        <a:pt x="29696" y="38726"/>
                        <a:pt x="29862" y="39071"/>
                        <a:pt x="30029" y="39405"/>
                      </a:cubicBezTo>
                      <a:cubicBezTo>
                        <a:pt x="30184" y="39750"/>
                        <a:pt x="30339" y="40095"/>
                        <a:pt x="30505" y="40441"/>
                      </a:cubicBezTo>
                      <a:cubicBezTo>
                        <a:pt x="30815" y="41131"/>
                        <a:pt x="31124" y="41798"/>
                        <a:pt x="31422" y="42477"/>
                      </a:cubicBezTo>
                      <a:cubicBezTo>
                        <a:pt x="31720" y="43143"/>
                        <a:pt x="32006" y="43810"/>
                        <a:pt x="32291" y="44465"/>
                      </a:cubicBezTo>
                      <a:cubicBezTo>
                        <a:pt x="32363" y="44632"/>
                        <a:pt x="32434" y="44798"/>
                        <a:pt x="32506" y="44953"/>
                      </a:cubicBezTo>
                      <a:cubicBezTo>
                        <a:pt x="32577" y="45120"/>
                        <a:pt x="32637" y="45286"/>
                        <a:pt x="32708" y="45453"/>
                      </a:cubicBezTo>
                      <a:cubicBezTo>
                        <a:pt x="32839" y="45775"/>
                        <a:pt x="32970" y="46096"/>
                        <a:pt x="33113" y="46418"/>
                      </a:cubicBezTo>
                      <a:cubicBezTo>
                        <a:pt x="33649" y="47691"/>
                        <a:pt x="34161" y="49025"/>
                        <a:pt x="34708" y="50394"/>
                      </a:cubicBezTo>
                      <a:cubicBezTo>
                        <a:pt x="34970" y="51085"/>
                        <a:pt x="35232" y="51787"/>
                        <a:pt x="35494" y="52490"/>
                      </a:cubicBezTo>
                      <a:cubicBezTo>
                        <a:pt x="35625" y="52835"/>
                        <a:pt x="35768" y="53192"/>
                        <a:pt x="35899" y="53549"/>
                      </a:cubicBezTo>
                      <a:cubicBezTo>
                        <a:pt x="36018" y="53907"/>
                        <a:pt x="36149" y="54264"/>
                        <a:pt x="36280" y="54621"/>
                      </a:cubicBezTo>
                      <a:cubicBezTo>
                        <a:pt x="36411" y="54990"/>
                        <a:pt x="36542" y="55347"/>
                        <a:pt x="36661" y="55716"/>
                      </a:cubicBezTo>
                      <a:cubicBezTo>
                        <a:pt x="36732" y="55895"/>
                        <a:pt x="36792" y="56073"/>
                        <a:pt x="36863" y="56252"/>
                      </a:cubicBezTo>
                      <a:cubicBezTo>
                        <a:pt x="36923" y="56443"/>
                        <a:pt x="36982" y="56621"/>
                        <a:pt x="37054" y="56812"/>
                      </a:cubicBezTo>
                      <a:cubicBezTo>
                        <a:pt x="37304" y="57550"/>
                        <a:pt x="37554" y="58288"/>
                        <a:pt x="37804" y="59026"/>
                      </a:cubicBezTo>
                      <a:cubicBezTo>
                        <a:pt x="38280" y="60526"/>
                        <a:pt x="38780" y="62027"/>
                        <a:pt x="39233" y="63551"/>
                      </a:cubicBezTo>
                      <a:cubicBezTo>
                        <a:pt x="39697" y="65075"/>
                        <a:pt x="40126" y="66599"/>
                        <a:pt x="40554" y="68123"/>
                      </a:cubicBezTo>
                      <a:cubicBezTo>
                        <a:pt x="40769" y="68885"/>
                        <a:pt x="40971" y="69647"/>
                        <a:pt x="41173" y="70409"/>
                      </a:cubicBezTo>
                      <a:cubicBezTo>
                        <a:pt x="41376" y="71159"/>
                        <a:pt x="41566" y="71921"/>
                        <a:pt x="41757" y="72671"/>
                      </a:cubicBezTo>
                      <a:cubicBezTo>
                        <a:pt x="41852" y="73052"/>
                        <a:pt x="41947" y="73421"/>
                        <a:pt x="42043" y="73802"/>
                      </a:cubicBezTo>
                      <a:cubicBezTo>
                        <a:pt x="42126" y="74171"/>
                        <a:pt x="42221" y="74540"/>
                        <a:pt x="42304" y="74921"/>
                      </a:cubicBezTo>
                      <a:cubicBezTo>
                        <a:pt x="42388" y="75290"/>
                        <a:pt x="42483" y="75659"/>
                        <a:pt x="42566" y="76028"/>
                      </a:cubicBezTo>
                      <a:cubicBezTo>
                        <a:pt x="42650" y="76397"/>
                        <a:pt x="42745" y="76766"/>
                        <a:pt x="42816" y="77124"/>
                      </a:cubicBezTo>
                      <a:cubicBezTo>
                        <a:pt x="43126" y="78588"/>
                        <a:pt x="43436" y="80029"/>
                        <a:pt x="43686" y="81422"/>
                      </a:cubicBezTo>
                      <a:cubicBezTo>
                        <a:pt x="44733" y="87018"/>
                        <a:pt x="45341" y="91995"/>
                        <a:pt x="45722" y="95554"/>
                      </a:cubicBezTo>
                      <a:cubicBezTo>
                        <a:pt x="45817" y="96447"/>
                        <a:pt x="45900" y="97257"/>
                        <a:pt x="45972" y="97960"/>
                      </a:cubicBezTo>
                      <a:cubicBezTo>
                        <a:pt x="46055" y="98650"/>
                        <a:pt x="46114" y="99257"/>
                        <a:pt x="46150" y="99745"/>
                      </a:cubicBezTo>
                      <a:cubicBezTo>
                        <a:pt x="46245" y="100734"/>
                        <a:pt x="46305" y="101269"/>
                        <a:pt x="46305" y="101269"/>
                      </a:cubicBezTo>
                      <a:cubicBezTo>
                        <a:pt x="46369" y="101838"/>
                        <a:pt x="46515" y="102121"/>
                        <a:pt x="46640" y="102121"/>
                      </a:cubicBezTo>
                      <a:cubicBezTo>
                        <a:pt x="46769" y="102121"/>
                        <a:pt x="46877" y="101820"/>
                        <a:pt x="46853" y="101222"/>
                      </a:cubicBezTo>
                      <a:cubicBezTo>
                        <a:pt x="46853" y="101222"/>
                        <a:pt x="46805" y="100686"/>
                        <a:pt x="46734" y="99698"/>
                      </a:cubicBezTo>
                      <a:cubicBezTo>
                        <a:pt x="46686" y="99210"/>
                        <a:pt x="46638" y="98602"/>
                        <a:pt x="46579" y="97900"/>
                      </a:cubicBezTo>
                      <a:cubicBezTo>
                        <a:pt x="46507" y="97198"/>
                        <a:pt x="46436" y="96388"/>
                        <a:pt x="46353" y="95495"/>
                      </a:cubicBezTo>
                      <a:cubicBezTo>
                        <a:pt x="46007" y="91923"/>
                        <a:pt x="45472" y="86922"/>
                        <a:pt x="44483" y="81279"/>
                      </a:cubicBezTo>
                      <a:cubicBezTo>
                        <a:pt x="44245" y="79874"/>
                        <a:pt x="43948" y="78421"/>
                        <a:pt x="43650" y="76945"/>
                      </a:cubicBezTo>
                      <a:cubicBezTo>
                        <a:pt x="43590" y="76576"/>
                        <a:pt x="43495" y="76207"/>
                        <a:pt x="43412" y="75838"/>
                      </a:cubicBezTo>
                      <a:cubicBezTo>
                        <a:pt x="43328" y="75469"/>
                        <a:pt x="43245" y="75088"/>
                        <a:pt x="43162" y="74719"/>
                      </a:cubicBezTo>
                      <a:cubicBezTo>
                        <a:pt x="43078" y="74338"/>
                        <a:pt x="42995" y="73969"/>
                        <a:pt x="42912" y="73588"/>
                      </a:cubicBezTo>
                      <a:cubicBezTo>
                        <a:pt x="42816" y="73218"/>
                        <a:pt x="42721" y="72837"/>
                        <a:pt x="42626" y="72456"/>
                      </a:cubicBezTo>
                      <a:cubicBezTo>
                        <a:pt x="42447" y="71694"/>
                        <a:pt x="42269" y="70932"/>
                        <a:pt x="42066" y="70170"/>
                      </a:cubicBezTo>
                      <a:cubicBezTo>
                        <a:pt x="41876" y="69408"/>
                        <a:pt x="41673" y="68646"/>
                        <a:pt x="41471" y="67873"/>
                      </a:cubicBezTo>
                      <a:cubicBezTo>
                        <a:pt x="41054" y="66337"/>
                        <a:pt x="40638" y="64801"/>
                        <a:pt x="40173" y="63265"/>
                      </a:cubicBezTo>
                      <a:cubicBezTo>
                        <a:pt x="39733" y="61741"/>
                        <a:pt x="39245" y="60217"/>
                        <a:pt x="38768" y="58717"/>
                      </a:cubicBezTo>
                      <a:cubicBezTo>
                        <a:pt x="38518" y="57967"/>
                        <a:pt x="38268" y="57216"/>
                        <a:pt x="38030" y="56478"/>
                      </a:cubicBezTo>
                      <a:cubicBezTo>
                        <a:pt x="37971" y="56288"/>
                        <a:pt x="37899" y="56109"/>
                        <a:pt x="37840" y="55919"/>
                      </a:cubicBezTo>
                      <a:cubicBezTo>
                        <a:pt x="37780" y="55740"/>
                        <a:pt x="37709" y="55550"/>
                        <a:pt x="37649" y="55371"/>
                      </a:cubicBezTo>
                      <a:cubicBezTo>
                        <a:pt x="37518" y="55002"/>
                        <a:pt x="37387" y="54633"/>
                        <a:pt x="37268" y="54276"/>
                      </a:cubicBezTo>
                      <a:cubicBezTo>
                        <a:pt x="37137" y="53907"/>
                        <a:pt x="37006" y="53549"/>
                        <a:pt x="36887" y="53192"/>
                      </a:cubicBezTo>
                      <a:cubicBezTo>
                        <a:pt x="36756" y="52823"/>
                        <a:pt x="36613" y="52478"/>
                        <a:pt x="36482" y="52121"/>
                      </a:cubicBezTo>
                      <a:cubicBezTo>
                        <a:pt x="36220" y="51406"/>
                        <a:pt x="35970" y="50704"/>
                        <a:pt x="35696" y="50013"/>
                      </a:cubicBezTo>
                      <a:cubicBezTo>
                        <a:pt x="35161" y="48644"/>
                        <a:pt x="34637" y="47287"/>
                        <a:pt x="34101" y="46013"/>
                      </a:cubicBezTo>
                      <a:cubicBezTo>
                        <a:pt x="33958" y="45679"/>
                        <a:pt x="33827" y="45358"/>
                        <a:pt x="33696" y="45036"/>
                      </a:cubicBezTo>
                      <a:cubicBezTo>
                        <a:pt x="33625" y="44870"/>
                        <a:pt x="33553" y="44703"/>
                        <a:pt x="33482" y="44536"/>
                      </a:cubicBezTo>
                      <a:cubicBezTo>
                        <a:pt x="33410" y="44382"/>
                        <a:pt x="33339" y="44215"/>
                        <a:pt x="33268" y="44048"/>
                      </a:cubicBezTo>
                      <a:cubicBezTo>
                        <a:pt x="32982" y="43393"/>
                        <a:pt x="32696" y="42715"/>
                        <a:pt x="32398" y="42036"/>
                      </a:cubicBezTo>
                      <a:cubicBezTo>
                        <a:pt x="32089" y="41369"/>
                        <a:pt x="31779" y="40691"/>
                        <a:pt x="31458" y="40000"/>
                      </a:cubicBezTo>
                      <a:cubicBezTo>
                        <a:pt x="31303" y="39655"/>
                        <a:pt x="31136" y="39309"/>
                        <a:pt x="30982" y="38964"/>
                      </a:cubicBezTo>
                      <a:cubicBezTo>
                        <a:pt x="30815" y="38619"/>
                        <a:pt x="30648" y="38274"/>
                        <a:pt x="30482" y="37928"/>
                      </a:cubicBezTo>
                      <a:cubicBezTo>
                        <a:pt x="29136" y="35142"/>
                        <a:pt x="27684" y="32309"/>
                        <a:pt x="26088" y="29546"/>
                      </a:cubicBezTo>
                      <a:cubicBezTo>
                        <a:pt x="22885" y="23998"/>
                        <a:pt x="19111" y="18759"/>
                        <a:pt x="15384" y="14414"/>
                      </a:cubicBezTo>
                      <a:cubicBezTo>
                        <a:pt x="13515" y="12235"/>
                        <a:pt x="11682" y="10258"/>
                        <a:pt x="9979" y="8532"/>
                      </a:cubicBezTo>
                      <a:cubicBezTo>
                        <a:pt x="8264" y="6829"/>
                        <a:pt x="6705" y="5329"/>
                        <a:pt x="5359" y="4139"/>
                      </a:cubicBezTo>
                      <a:cubicBezTo>
                        <a:pt x="5026" y="3841"/>
                        <a:pt x="4716" y="3555"/>
                        <a:pt x="4419" y="3281"/>
                      </a:cubicBezTo>
                      <a:cubicBezTo>
                        <a:pt x="4109" y="3019"/>
                        <a:pt x="3823" y="2769"/>
                        <a:pt x="3550" y="2543"/>
                      </a:cubicBezTo>
                      <a:cubicBezTo>
                        <a:pt x="3014" y="2079"/>
                        <a:pt x="2561" y="1674"/>
                        <a:pt x="2180" y="1364"/>
                      </a:cubicBezTo>
                      <a:cubicBezTo>
                        <a:pt x="1406" y="733"/>
                        <a:pt x="990" y="388"/>
                        <a:pt x="990" y="388"/>
                      </a:cubicBezTo>
                      <a:cubicBezTo>
                        <a:pt x="657" y="117"/>
                        <a:pt x="397" y="0"/>
                        <a:pt x="249"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1"/>
                <p:cNvSpPr/>
                <p:nvPr/>
              </p:nvSpPr>
              <p:spPr>
                <a:xfrm>
                  <a:off x="3112839" y="6709262"/>
                  <a:ext cx="58980" cy="663304"/>
                </a:xfrm>
                <a:custGeom>
                  <a:avLst/>
                  <a:gdLst/>
                  <a:ahLst/>
                  <a:cxnLst/>
                  <a:rect l="l" t="t" r="r" b="b"/>
                  <a:pathLst>
                    <a:path w="2384" h="26811" extrusionOk="0">
                      <a:moveTo>
                        <a:pt x="289" y="0"/>
                      </a:moveTo>
                      <a:cubicBezTo>
                        <a:pt x="158" y="0"/>
                        <a:pt x="25" y="72"/>
                        <a:pt x="1" y="212"/>
                      </a:cubicBezTo>
                      <a:cubicBezTo>
                        <a:pt x="1" y="212"/>
                        <a:pt x="1" y="724"/>
                        <a:pt x="13" y="1557"/>
                      </a:cubicBezTo>
                      <a:cubicBezTo>
                        <a:pt x="13" y="2390"/>
                        <a:pt x="24" y="3557"/>
                        <a:pt x="48" y="4891"/>
                      </a:cubicBezTo>
                      <a:cubicBezTo>
                        <a:pt x="84" y="7558"/>
                        <a:pt x="179" y="10868"/>
                        <a:pt x="322" y="13463"/>
                      </a:cubicBezTo>
                      <a:cubicBezTo>
                        <a:pt x="501" y="16047"/>
                        <a:pt x="798" y="19357"/>
                        <a:pt x="1156" y="22000"/>
                      </a:cubicBezTo>
                      <a:cubicBezTo>
                        <a:pt x="1239" y="22667"/>
                        <a:pt x="1310" y="23286"/>
                        <a:pt x="1394" y="23845"/>
                      </a:cubicBezTo>
                      <a:cubicBezTo>
                        <a:pt x="1477" y="24405"/>
                        <a:pt x="1560" y="24893"/>
                        <a:pt x="1620" y="25310"/>
                      </a:cubicBezTo>
                      <a:cubicBezTo>
                        <a:pt x="1751" y="26143"/>
                        <a:pt x="1822" y="26643"/>
                        <a:pt x="1822" y="26643"/>
                      </a:cubicBezTo>
                      <a:cubicBezTo>
                        <a:pt x="1848" y="26757"/>
                        <a:pt x="1960" y="26811"/>
                        <a:pt x="2076" y="26811"/>
                      </a:cubicBezTo>
                      <a:cubicBezTo>
                        <a:pt x="2226" y="26811"/>
                        <a:pt x="2383" y="26721"/>
                        <a:pt x="2370" y="26560"/>
                      </a:cubicBezTo>
                      <a:cubicBezTo>
                        <a:pt x="2370" y="26560"/>
                        <a:pt x="2322" y="26060"/>
                        <a:pt x="2251" y="25238"/>
                      </a:cubicBezTo>
                      <a:cubicBezTo>
                        <a:pt x="2203" y="24822"/>
                        <a:pt x="2156" y="24322"/>
                        <a:pt x="2108" y="23762"/>
                      </a:cubicBezTo>
                      <a:cubicBezTo>
                        <a:pt x="2048" y="23202"/>
                        <a:pt x="2013" y="22583"/>
                        <a:pt x="1953" y="21917"/>
                      </a:cubicBezTo>
                      <a:cubicBezTo>
                        <a:pt x="1727" y="19273"/>
                        <a:pt x="1560" y="15975"/>
                        <a:pt x="1394" y="13392"/>
                      </a:cubicBezTo>
                      <a:cubicBezTo>
                        <a:pt x="1072" y="8224"/>
                        <a:pt x="560" y="200"/>
                        <a:pt x="560" y="200"/>
                      </a:cubicBezTo>
                      <a:cubicBezTo>
                        <a:pt x="537" y="66"/>
                        <a:pt x="414" y="0"/>
                        <a:pt x="289"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1"/>
                <p:cNvSpPr/>
                <p:nvPr/>
              </p:nvSpPr>
              <p:spPr>
                <a:xfrm>
                  <a:off x="2447432" y="6696496"/>
                  <a:ext cx="526393" cy="233669"/>
                </a:xfrm>
                <a:custGeom>
                  <a:avLst/>
                  <a:gdLst/>
                  <a:ahLst/>
                  <a:cxnLst/>
                  <a:rect l="l" t="t" r="r" b="b"/>
                  <a:pathLst>
                    <a:path w="21277" h="9445" extrusionOk="0">
                      <a:moveTo>
                        <a:pt x="1569" y="0"/>
                      </a:moveTo>
                      <a:cubicBezTo>
                        <a:pt x="1521" y="0"/>
                        <a:pt x="1475" y="1"/>
                        <a:pt x="1429" y="1"/>
                      </a:cubicBezTo>
                      <a:cubicBezTo>
                        <a:pt x="1239" y="1"/>
                        <a:pt x="1072" y="13"/>
                        <a:pt x="929" y="25"/>
                      </a:cubicBezTo>
                      <a:cubicBezTo>
                        <a:pt x="786" y="25"/>
                        <a:pt x="655" y="37"/>
                        <a:pt x="560" y="49"/>
                      </a:cubicBezTo>
                      <a:cubicBezTo>
                        <a:pt x="358" y="61"/>
                        <a:pt x="239" y="73"/>
                        <a:pt x="239" y="73"/>
                      </a:cubicBezTo>
                      <a:cubicBezTo>
                        <a:pt x="0" y="132"/>
                        <a:pt x="48" y="585"/>
                        <a:pt x="286" y="632"/>
                      </a:cubicBezTo>
                      <a:cubicBezTo>
                        <a:pt x="286" y="632"/>
                        <a:pt x="393" y="620"/>
                        <a:pt x="584" y="620"/>
                      </a:cubicBezTo>
                      <a:cubicBezTo>
                        <a:pt x="616" y="616"/>
                        <a:pt x="650" y="615"/>
                        <a:pt x="687" y="615"/>
                      </a:cubicBezTo>
                      <a:cubicBezTo>
                        <a:pt x="761" y="615"/>
                        <a:pt x="846" y="620"/>
                        <a:pt x="941" y="620"/>
                      </a:cubicBezTo>
                      <a:cubicBezTo>
                        <a:pt x="1084" y="620"/>
                        <a:pt x="1239" y="620"/>
                        <a:pt x="1417" y="632"/>
                      </a:cubicBezTo>
                      <a:cubicBezTo>
                        <a:pt x="2120" y="668"/>
                        <a:pt x="3096" y="811"/>
                        <a:pt x="4191" y="1085"/>
                      </a:cubicBezTo>
                      <a:cubicBezTo>
                        <a:pt x="5287" y="1347"/>
                        <a:pt x="6489" y="1751"/>
                        <a:pt x="7668" y="2216"/>
                      </a:cubicBezTo>
                      <a:cubicBezTo>
                        <a:pt x="8847" y="2680"/>
                        <a:pt x="9990" y="3216"/>
                        <a:pt x="10990" y="3692"/>
                      </a:cubicBezTo>
                      <a:cubicBezTo>
                        <a:pt x="12978" y="4657"/>
                        <a:pt x="15479" y="6014"/>
                        <a:pt x="17419" y="7228"/>
                      </a:cubicBezTo>
                      <a:cubicBezTo>
                        <a:pt x="19372" y="8419"/>
                        <a:pt x="20789" y="9419"/>
                        <a:pt x="20789" y="9419"/>
                      </a:cubicBezTo>
                      <a:cubicBezTo>
                        <a:pt x="20814" y="9436"/>
                        <a:pt x="20841" y="9444"/>
                        <a:pt x="20870" y="9444"/>
                      </a:cubicBezTo>
                      <a:cubicBezTo>
                        <a:pt x="21056" y="9444"/>
                        <a:pt x="21277" y="9113"/>
                        <a:pt x="21122" y="8979"/>
                      </a:cubicBezTo>
                      <a:cubicBezTo>
                        <a:pt x="21122" y="8979"/>
                        <a:pt x="19765" y="7859"/>
                        <a:pt x="17860" y="6550"/>
                      </a:cubicBezTo>
                      <a:cubicBezTo>
                        <a:pt x="16907" y="5883"/>
                        <a:pt x="15824" y="5169"/>
                        <a:pt x="14717" y="4514"/>
                      </a:cubicBezTo>
                      <a:cubicBezTo>
                        <a:pt x="13597" y="3847"/>
                        <a:pt x="12466" y="3228"/>
                        <a:pt x="11454" y="2728"/>
                      </a:cubicBezTo>
                      <a:cubicBezTo>
                        <a:pt x="10430" y="2240"/>
                        <a:pt x="9240" y="1728"/>
                        <a:pt x="8013" y="1299"/>
                      </a:cubicBezTo>
                      <a:cubicBezTo>
                        <a:pt x="6787" y="859"/>
                        <a:pt x="5513" y="513"/>
                        <a:pt x="4358" y="287"/>
                      </a:cubicBezTo>
                      <a:cubicBezTo>
                        <a:pt x="3275" y="86"/>
                        <a:pt x="2296" y="0"/>
                        <a:pt x="1569"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1"/>
                <p:cNvSpPr/>
                <p:nvPr/>
              </p:nvSpPr>
              <p:spPr>
                <a:xfrm>
                  <a:off x="2600004" y="6126931"/>
                  <a:ext cx="57644" cy="287652"/>
                </a:xfrm>
                <a:custGeom>
                  <a:avLst/>
                  <a:gdLst/>
                  <a:ahLst/>
                  <a:cxnLst/>
                  <a:rect l="l" t="t" r="r" b="b"/>
                  <a:pathLst>
                    <a:path w="2330" h="11627" extrusionOk="0">
                      <a:moveTo>
                        <a:pt x="372" y="0"/>
                      </a:moveTo>
                      <a:cubicBezTo>
                        <a:pt x="220" y="0"/>
                        <a:pt x="24" y="52"/>
                        <a:pt x="1" y="128"/>
                      </a:cubicBezTo>
                      <a:cubicBezTo>
                        <a:pt x="1" y="128"/>
                        <a:pt x="13" y="354"/>
                        <a:pt x="37" y="711"/>
                      </a:cubicBezTo>
                      <a:cubicBezTo>
                        <a:pt x="48" y="1080"/>
                        <a:pt x="72" y="1580"/>
                        <a:pt x="96" y="2164"/>
                      </a:cubicBezTo>
                      <a:cubicBezTo>
                        <a:pt x="144" y="3318"/>
                        <a:pt x="179" y="4771"/>
                        <a:pt x="310" y="5914"/>
                      </a:cubicBezTo>
                      <a:cubicBezTo>
                        <a:pt x="429" y="7045"/>
                        <a:pt x="703" y="8510"/>
                        <a:pt x="1060" y="9641"/>
                      </a:cubicBezTo>
                      <a:cubicBezTo>
                        <a:pt x="1156" y="9926"/>
                        <a:pt x="1227" y="10188"/>
                        <a:pt x="1322" y="10426"/>
                      </a:cubicBezTo>
                      <a:cubicBezTo>
                        <a:pt x="1406" y="10665"/>
                        <a:pt x="1477" y="10879"/>
                        <a:pt x="1549" y="11046"/>
                      </a:cubicBezTo>
                      <a:cubicBezTo>
                        <a:pt x="1703" y="11391"/>
                        <a:pt x="1787" y="11593"/>
                        <a:pt x="1787" y="11593"/>
                      </a:cubicBezTo>
                      <a:cubicBezTo>
                        <a:pt x="1800" y="11616"/>
                        <a:pt x="1832" y="11626"/>
                        <a:pt x="1876" y="11626"/>
                      </a:cubicBezTo>
                      <a:cubicBezTo>
                        <a:pt x="2033" y="11626"/>
                        <a:pt x="2329" y="11496"/>
                        <a:pt x="2311" y="11403"/>
                      </a:cubicBezTo>
                      <a:cubicBezTo>
                        <a:pt x="2311" y="11403"/>
                        <a:pt x="2251" y="11188"/>
                        <a:pt x="2156" y="10843"/>
                      </a:cubicBezTo>
                      <a:cubicBezTo>
                        <a:pt x="2108" y="10677"/>
                        <a:pt x="2061" y="10462"/>
                        <a:pt x="2001" y="10224"/>
                      </a:cubicBezTo>
                      <a:cubicBezTo>
                        <a:pt x="1942" y="9998"/>
                        <a:pt x="1906" y="9724"/>
                        <a:pt x="1846" y="9450"/>
                      </a:cubicBezTo>
                      <a:cubicBezTo>
                        <a:pt x="1632" y="8331"/>
                        <a:pt x="1489" y="6914"/>
                        <a:pt x="1370" y="5795"/>
                      </a:cubicBezTo>
                      <a:cubicBezTo>
                        <a:pt x="1251" y="4688"/>
                        <a:pt x="1072" y="3247"/>
                        <a:pt x="906" y="2092"/>
                      </a:cubicBezTo>
                      <a:cubicBezTo>
                        <a:pt x="822" y="1509"/>
                        <a:pt x="727" y="997"/>
                        <a:pt x="668" y="640"/>
                      </a:cubicBezTo>
                      <a:cubicBezTo>
                        <a:pt x="596" y="282"/>
                        <a:pt x="549" y="56"/>
                        <a:pt x="549" y="56"/>
                      </a:cubicBezTo>
                      <a:cubicBezTo>
                        <a:pt x="531" y="17"/>
                        <a:pt x="459" y="0"/>
                        <a:pt x="372"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2" name="Google Shape;72;p11"/>
          <p:cNvSpPr/>
          <p:nvPr/>
        </p:nvSpPr>
        <p:spPr>
          <a:xfrm>
            <a:off x="135300" y="3359424"/>
            <a:ext cx="3190928" cy="1665834"/>
          </a:xfrm>
          <a:custGeom>
            <a:avLst/>
            <a:gdLst/>
            <a:ahLst/>
            <a:cxnLst/>
            <a:rect l="l" t="t" r="r" b="b"/>
            <a:pathLst>
              <a:path w="80737" h="42149" extrusionOk="0">
                <a:moveTo>
                  <a:pt x="40565" y="1"/>
                </a:moveTo>
                <a:cubicBezTo>
                  <a:pt x="34671" y="1"/>
                  <a:pt x="29373" y="2489"/>
                  <a:pt x="25658" y="6478"/>
                </a:cubicBezTo>
                <a:cubicBezTo>
                  <a:pt x="23157" y="9151"/>
                  <a:pt x="19680" y="10629"/>
                  <a:pt x="16026" y="10629"/>
                </a:cubicBezTo>
                <a:cubicBezTo>
                  <a:pt x="15872" y="10629"/>
                  <a:pt x="15717" y="10626"/>
                  <a:pt x="15562" y="10621"/>
                </a:cubicBezTo>
                <a:cubicBezTo>
                  <a:pt x="15383" y="10609"/>
                  <a:pt x="15216" y="10609"/>
                  <a:pt x="15038" y="10609"/>
                </a:cubicBezTo>
                <a:cubicBezTo>
                  <a:pt x="6727" y="10609"/>
                  <a:pt x="0" y="17324"/>
                  <a:pt x="0" y="25623"/>
                </a:cubicBezTo>
                <a:cubicBezTo>
                  <a:pt x="0" y="33910"/>
                  <a:pt x="6727" y="40625"/>
                  <a:pt x="15038" y="40625"/>
                </a:cubicBezTo>
                <a:cubicBezTo>
                  <a:pt x="19705" y="40625"/>
                  <a:pt x="23872" y="38505"/>
                  <a:pt x="26623" y="35184"/>
                </a:cubicBezTo>
                <a:cubicBezTo>
                  <a:pt x="30278" y="38589"/>
                  <a:pt x="35171" y="40684"/>
                  <a:pt x="40565" y="40684"/>
                </a:cubicBezTo>
                <a:cubicBezTo>
                  <a:pt x="43529" y="40684"/>
                  <a:pt x="46351" y="40053"/>
                  <a:pt x="48887" y="38910"/>
                </a:cubicBezTo>
                <a:cubicBezTo>
                  <a:pt x="51233" y="40922"/>
                  <a:pt x="54293" y="42149"/>
                  <a:pt x="57638" y="42149"/>
                </a:cubicBezTo>
                <a:cubicBezTo>
                  <a:pt x="61984" y="42149"/>
                  <a:pt x="65854" y="40077"/>
                  <a:pt x="68306" y="36874"/>
                </a:cubicBezTo>
                <a:cubicBezTo>
                  <a:pt x="69628" y="38124"/>
                  <a:pt x="71414" y="38898"/>
                  <a:pt x="73378" y="38898"/>
                </a:cubicBezTo>
                <a:cubicBezTo>
                  <a:pt x="77438" y="38898"/>
                  <a:pt x="80736" y="35600"/>
                  <a:pt x="80736" y="31540"/>
                </a:cubicBezTo>
                <a:cubicBezTo>
                  <a:pt x="80736" y="27480"/>
                  <a:pt x="77438" y="24194"/>
                  <a:pt x="73378" y="24194"/>
                </a:cubicBezTo>
                <a:lnTo>
                  <a:pt x="73343" y="24194"/>
                </a:lnTo>
                <a:cubicBezTo>
                  <a:pt x="73331" y="24194"/>
                  <a:pt x="73318" y="24194"/>
                  <a:pt x="73306" y="24194"/>
                </a:cubicBezTo>
                <a:cubicBezTo>
                  <a:pt x="71641" y="24194"/>
                  <a:pt x="70062" y="23386"/>
                  <a:pt x="69211" y="21944"/>
                </a:cubicBezTo>
                <a:cubicBezTo>
                  <a:pt x="67925" y="19777"/>
                  <a:pt x="66044" y="17991"/>
                  <a:pt x="63782" y="16824"/>
                </a:cubicBezTo>
                <a:cubicBezTo>
                  <a:pt x="61734" y="15764"/>
                  <a:pt x="60091" y="14086"/>
                  <a:pt x="59139" y="11978"/>
                </a:cubicBezTo>
                <a:cubicBezTo>
                  <a:pt x="55948" y="4918"/>
                  <a:pt x="48840" y="1"/>
                  <a:pt x="40565" y="1"/>
                </a:cubicBezTo>
                <a:close/>
              </a:path>
            </a:pathLst>
          </a:custGeom>
          <a:solidFill>
            <a:srgbClr val="75D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flipH="1">
            <a:off x="3838" y="2854054"/>
            <a:ext cx="9136313" cy="2289456"/>
          </a:xfrm>
          <a:custGeom>
            <a:avLst/>
            <a:gdLst/>
            <a:ahLst/>
            <a:cxnLst/>
            <a:rect l="l" t="t" r="r" b="b"/>
            <a:pathLst>
              <a:path w="282858" h="70881" extrusionOk="0">
                <a:moveTo>
                  <a:pt x="57528" y="1"/>
                </a:moveTo>
                <a:cubicBezTo>
                  <a:pt x="37107" y="1"/>
                  <a:pt x="17867" y="6326"/>
                  <a:pt x="1" y="16029"/>
                </a:cubicBezTo>
                <a:lnTo>
                  <a:pt x="1" y="70881"/>
                </a:lnTo>
                <a:lnTo>
                  <a:pt x="282857" y="70881"/>
                </a:lnTo>
                <a:lnTo>
                  <a:pt x="282857" y="53831"/>
                </a:lnTo>
                <a:cubicBezTo>
                  <a:pt x="276183" y="53941"/>
                  <a:pt x="269511" y="54030"/>
                  <a:pt x="262852" y="54030"/>
                </a:cubicBezTo>
                <a:cubicBezTo>
                  <a:pt x="230491" y="54030"/>
                  <a:pt x="198425" y="51930"/>
                  <a:pt x="167736" y="39913"/>
                </a:cubicBezTo>
                <a:cubicBezTo>
                  <a:pt x="131005" y="25530"/>
                  <a:pt x="101025" y="967"/>
                  <a:pt x="59794" y="27"/>
                </a:cubicBezTo>
                <a:cubicBezTo>
                  <a:pt x="59037" y="10"/>
                  <a:pt x="58282" y="1"/>
                  <a:pt x="5752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flipH="1">
            <a:off x="7315803" y="3477799"/>
            <a:ext cx="1828197" cy="1665810"/>
          </a:xfrm>
          <a:custGeom>
            <a:avLst/>
            <a:gdLst/>
            <a:ahLst/>
            <a:cxnLst/>
            <a:rect l="l" t="t" r="r" b="b"/>
            <a:pathLst>
              <a:path w="57091" h="52020" extrusionOk="0">
                <a:moveTo>
                  <a:pt x="167" y="14181"/>
                </a:moveTo>
                <a:cubicBezTo>
                  <a:pt x="845" y="14181"/>
                  <a:pt x="14859" y="1"/>
                  <a:pt x="24658" y="18574"/>
                </a:cubicBezTo>
                <a:cubicBezTo>
                  <a:pt x="34457" y="37160"/>
                  <a:pt x="57090" y="28040"/>
                  <a:pt x="50840" y="52019"/>
                </a:cubicBezTo>
                <a:lnTo>
                  <a:pt x="0" y="52019"/>
                </a:lnTo>
                <a:close/>
              </a:path>
            </a:pathLst>
          </a:custGeom>
          <a:solidFill>
            <a:srgbClr val="FFFFFF">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flipH="1">
            <a:off x="196876" y="18"/>
            <a:ext cx="2637197" cy="681282"/>
          </a:xfrm>
          <a:custGeom>
            <a:avLst/>
            <a:gdLst/>
            <a:ahLst/>
            <a:cxnLst/>
            <a:rect l="l" t="t" r="r" b="b"/>
            <a:pathLst>
              <a:path w="59984" h="15496" extrusionOk="0">
                <a:moveTo>
                  <a:pt x="8620" y="0"/>
                </a:moveTo>
                <a:cubicBezTo>
                  <a:pt x="6622" y="0"/>
                  <a:pt x="4637" y="834"/>
                  <a:pt x="3227" y="2459"/>
                </a:cubicBezTo>
                <a:cubicBezTo>
                  <a:pt x="988" y="5042"/>
                  <a:pt x="941" y="8769"/>
                  <a:pt x="2893" y="11400"/>
                </a:cubicBezTo>
                <a:cubicBezTo>
                  <a:pt x="2608" y="11662"/>
                  <a:pt x="2334" y="11948"/>
                  <a:pt x="2072" y="12245"/>
                </a:cubicBezTo>
                <a:cubicBezTo>
                  <a:pt x="1203" y="13246"/>
                  <a:pt x="512" y="14341"/>
                  <a:pt x="0" y="15496"/>
                </a:cubicBezTo>
                <a:lnTo>
                  <a:pt x="59984" y="15496"/>
                </a:lnTo>
                <a:cubicBezTo>
                  <a:pt x="58853" y="11960"/>
                  <a:pt x="56781" y="8685"/>
                  <a:pt x="53769" y="6066"/>
                </a:cubicBezTo>
                <a:cubicBezTo>
                  <a:pt x="49777" y="2603"/>
                  <a:pt x="44856" y="905"/>
                  <a:pt x="39958" y="905"/>
                </a:cubicBezTo>
                <a:cubicBezTo>
                  <a:pt x="34060" y="905"/>
                  <a:pt x="28196" y="3367"/>
                  <a:pt x="24027" y="8174"/>
                </a:cubicBezTo>
                <a:cubicBezTo>
                  <a:pt x="23967" y="8233"/>
                  <a:pt x="23932" y="8304"/>
                  <a:pt x="23872" y="8364"/>
                </a:cubicBezTo>
                <a:cubicBezTo>
                  <a:pt x="22789" y="9138"/>
                  <a:pt x="21777" y="9995"/>
                  <a:pt x="20860" y="10960"/>
                </a:cubicBezTo>
                <a:cubicBezTo>
                  <a:pt x="20848" y="10948"/>
                  <a:pt x="20836" y="10936"/>
                  <a:pt x="20824" y="10924"/>
                </a:cubicBezTo>
                <a:cubicBezTo>
                  <a:pt x="19288" y="9578"/>
                  <a:pt x="17526" y="8674"/>
                  <a:pt x="15681" y="8162"/>
                </a:cubicBezTo>
                <a:cubicBezTo>
                  <a:pt x="16014" y="5840"/>
                  <a:pt x="15216" y="3399"/>
                  <a:pt x="13311" y="1756"/>
                </a:cubicBezTo>
                <a:cubicBezTo>
                  <a:pt x="11954" y="577"/>
                  <a:pt x="10283" y="0"/>
                  <a:pt x="8620" y="0"/>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txBox="1">
            <a:spLocks noGrp="1"/>
          </p:cNvSpPr>
          <p:nvPr>
            <p:ph type="title"/>
          </p:nvPr>
        </p:nvSpPr>
        <p:spPr>
          <a:xfrm>
            <a:off x="1891075" y="2571750"/>
            <a:ext cx="5361900" cy="657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a:solidFill>
                  <a:srgbClr val="053B5C"/>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7" name="Google Shape;77;p11"/>
          <p:cNvSpPr txBox="1">
            <a:spLocks noGrp="1"/>
          </p:cNvSpPr>
          <p:nvPr>
            <p:ph type="title" idx="2" hasCustomPrompt="1"/>
          </p:nvPr>
        </p:nvSpPr>
        <p:spPr>
          <a:xfrm>
            <a:off x="1891075" y="1639950"/>
            <a:ext cx="5361900" cy="1053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6500">
                <a:solidFill>
                  <a:srgbClr val="053B5C"/>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8" name="Google Shape;78;p11"/>
          <p:cNvSpPr txBox="1">
            <a:spLocks noGrp="1"/>
          </p:cNvSpPr>
          <p:nvPr>
            <p:ph type="subTitle" idx="1"/>
          </p:nvPr>
        </p:nvSpPr>
        <p:spPr>
          <a:xfrm>
            <a:off x="1891050" y="3081750"/>
            <a:ext cx="5361900" cy="4218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None/>
              <a:defRPr>
                <a:solidFill>
                  <a:srgbClr val="053B5C"/>
                </a:solidFill>
              </a:defRPr>
            </a:lvl1pPr>
            <a:lvl2pPr lvl="1" algn="ctr" rtl="0">
              <a:spcBef>
                <a:spcPts val="1600"/>
              </a:spcBef>
              <a:spcAft>
                <a:spcPts val="0"/>
              </a:spcAft>
              <a:buNone/>
              <a:defRPr>
                <a:solidFill>
                  <a:srgbClr val="053B5C"/>
                </a:solidFill>
              </a:defRPr>
            </a:lvl2pPr>
            <a:lvl3pPr lvl="2" algn="ctr" rtl="0">
              <a:spcBef>
                <a:spcPts val="1600"/>
              </a:spcBef>
              <a:spcAft>
                <a:spcPts val="0"/>
              </a:spcAft>
              <a:buNone/>
              <a:defRPr>
                <a:solidFill>
                  <a:srgbClr val="053B5C"/>
                </a:solidFill>
              </a:defRPr>
            </a:lvl3pPr>
            <a:lvl4pPr lvl="3" algn="ctr" rtl="0">
              <a:spcBef>
                <a:spcPts val="1600"/>
              </a:spcBef>
              <a:spcAft>
                <a:spcPts val="0"/>
              </a:spcAft>
              <a:buNone/>
              <a:defRPr>
                <a:solidFill>
                  <a:srgbClr val="053B5C"/>
                </a:solidFill>
              </a:defRPr>
            </a:lvl4pPr>
            <a:lvl5pPr lvl="4" algn="ctr" rtl="0">
              <a:spcBef>
                <a:spcPts val="1600"/>
              </a:spcBef>
              <a:spcAft>
                <a:spcPts val="0"/>
              </a:spcAft>
              <a:buNone/>
              <a:defRPr>
                <a:solidFill>
                  <a:srgbClr val="053B5C"/>
                </a:solidFill>
              </a:defRPr>
            </a:lvl5pPr>
            <a:lvl6pPr lvl="5" algn="ctr" rtl="0">
              <a:spcBef>
                <a:spcPts val="1600"/>
              </a:spcBef>
              <a:spcAft>
                <a:spcPts val="0"/>
              </a:spcAft>
              <a:buNone/>
              <a:defRPr>
                <a:solidFill>
                  <a:srgbClr val="053B5C"/>
                </a:solidFill>
              </a:defRPr>
            </a:lvl6pPr>
            <a:lvl7pPr lvl="6" algn="ctr" rtl="0">
              <a:spcBef>
                <a:spcPts val="1600"/>
              </a:spcBef>
              <a:spcAft>
                <a:spcPts val="0"/>
              </a:spcAft>
              <a:buNone/>
              <a:defRPr>
                <a:solidFill>
                  <a:srgbClr val="053B5C"/>
                </a:solidFill>
              </a:defRPr>
            </a:lvl7pPr>
            <a:lvl8pPr lvl="7" algn="ctr" rtl="0">
              <a:spcBef>
                <a:spcPts val="1600"/>
              </a:spcBef>
              <a:spcAft>
                <a:spcPts val="0"/>
              </a:spcAft>
              <a:buNone/>
              <a:defRPr>
                <a:solidFill>
                  <a:srgbClr val="053B5C"/>
                </a:solidFill>
              </a:defRPr>
            </a:lvl8pPr>
            <a:lvl9pPr lvl="8" algn="ctr" rtl="0">
              <a:spcBef>
                <a:spcPts val="1600"/>
              </a:spcBef>
              <a:spcAft>
                <a:spcPts val="1600"/>
              </a:spcAft>
              <a:buNone/>
              <a:defRPr>
                <a:solidFill>
                  <a:srgbClr val="053B5C"/>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Title 1">
  <p:cSld name="CUSTOM_1_1">
    <p:bg>
      <p:bgPr>
        <a:solidFill>
          <a:schemeClr val="dk2"/>
        </a:solidFill>
        <a:effectLst/>
      </p:bgPr>
    </p:bg>
    <p:spTree>
      <p:nvGrpSpPr>
        <p:cNvPr id="1" name="Shape 114"/>
        <p:cNvGrpSpPr/>
        <p:nvPr/>
      </p:nvGrpSpPr>
      <p:grpSpPr>
        <a:xfrm>
          <a:off x="0" y="0"/>
          <a:ext cx="0" cy="0"/>
          <a:chOff x="0" y="0"/>
          <a:chExt cx="0" cy="0"/>
        </a:xfrm>
      </p:grpSpPr>
      <p:sp>
        <p:nvSpPr>
          <p:cNvPr id="115" name="Google Shape;115;p15"/>
          <p:cNvSpPr txBox="1">
            <a:spLocks noGrp="1"/>
          </p:cNvSpPr>
          <p:nvPr>
            <p:ph type="title"/>
          </p:nvPr>
        </p:nvSpPr>
        <p:spPr>
          <a:xfrm>
            <a:off x="717525" y="1610450"/>
            <a:ext cx="3316800" cy="14367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3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grpSp>
        <p:nvGrpSpPr>
          <p:cNvPr id="116" name="Google Shape;116;p15"/>
          <p:cNvGrpSpPr/>
          <p:nvPr/>
        </p:nvGrpSpPr>
        <p:grpSpPr>
          <a:xfrm>
            <a:off x="440413" y="3605057"/>
            <a:ext cx="3748961" cy="1754140"/>
            <a:chOff x="440413" y="3605057"/>
            <a:chExt cx="3748961" cy="1754140"/>
          </a:xfrm>
        </p:grpSpPr>
        <p:sp>
          <p:nvSpPr>
            <p:cNvPr id="117" name="Google Shape;117;p15"/>
            <p:cNvSpPr/>
            <p:nvPr/>
          </p:nvSpPr>
          <p:spPr>
            <a:xfrm flipH="1">
              <a:off x="440413" y="4420653"/>
              <a:ext cx="2817107" cy="719102"/>
            </a:xfrm>
            <a:custGeom>
              <a:avLst/>
              <a:gdLst/>
              <a:ahLst/>
              <a:cxnLst/>
              <a:rect l="l" t="t" r="r" b="b"/>
              <a:pathLst>
                <a:path w="90025" h="22980" extrusionOk="0">
                  <a:moveTo>
                    <a:pt x="45816" y="1"/>
                  </a:moveTo>
                  <a:cubicBezTo>
                    <a:pt x="39946" y="1"/>
                    <a:pt x="34946" y="4358"/>
                    <a:pt x="32934" y="10502"/>
                  </a:cubicBezTo>
                  <a:cubicBezTo>
                    <a:pt x="30469" y="8097"/>
                    <a:pt x="27100" y="6609"/>
                    <a:pt x="23373" y="6609"/>
                  </a:cubicBezTo>
                  <a:cubicBezTo>
                    <a:pt x="16634" y="6609"/>
                    <a:pt x="11038" y="11490"/>
                    <a:pt x="9907" y="17920"/>
                  </a:cubicBezTo>
                  <a:cubicBezTo>
                    <a:pt x="8990" y="17467"/>
                    <a:pt x="7966" y="17193"/>
                    <a:pt x="6871" y="17193"/>
                  </a:cubicBezTo>
                  <a:cubicBezTo>
                    <a:pt x="3430" y="17193"/>
                    <a:pt x="584" y="19694"/>
                    <a:pt x="1" y="22980"/>
                  </a:cubicBezTo>
                  <a:lnTo>
                    <a:pt x="90012" y="22980"/>
                  </a:lnTo>
                  <a:cubicBezTo>
                    <a:pt x="90012" y="22968"/>
                    <a:pt x="90024" y="22956"/>
                    <a:pt x="90024" y="22956"/>
                  </a:cubicBezTo>
                  <a:cubicBezTo>
                    <a:pt x="90024" y="17574"/>
                    <a:pt x="85655" y="13205"/>
                    <a:pt x="80273" y="13205"/>
                  </a:cubicBezTo>
                  <a:cubicBezTo>
                    <a:pt x="78916" y="13205"/>
                    <a:pt x="77618" y="13491"/>
                    <a:pt x="76439" y="14002"/>
                  </a:cubicBezTo>
                  <a:cubicBezTo>
                    <a:pt x="74879" y="8407"/>
                    <a:pt x="69772" y="4299"/>
                    <a:pt x="63688" y="4299"/>
                  </a:cubicBezTo>
                  <a:cubicBezTo>
                    <a:pt x="61116" y="4299"/>
                    <a:pt x="58723" y="5049"/>
                    <a:pt x="56699" y="6311"/>
                  </a:cubicBezTo>
                  <a:cubicBezTo>
                    <a:pt x="54163" y="2477"/>
                    <a:pt x="50233" y="1"/>
                    <a:pt x="45816" y="1"/>
                  </a:cubicBezTo>
                  <a:close/>
                </a:path>
              </a:pathLst>
            </a:custGeom>
            <a:solidFill>
              <a:srgbClr val="FFFFFF">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flipH="1">
              <a:off x="3079872" y="4856501"/>
              <a:ext cx="1109502" cy="283238"/>
            </a:xfrm>
            <a:custGeom>
              <a:avLst/>
              <a:gdLst/>
              <a:ahLst/>
              <a:cxnLst/>
              <a:rect l="l" t="t" r="r" b="b"/>
              <a:pathLst>
                <a:path w="43054" h="10991" extrusionOk="0">
                  <a:moveTo>
                    <a:pt x="21920" y="1"/>
                  </a:moveTo>
                  <a:cubicBezTo>
                    <a:pt x="19110" y="1"/>
                    <a:pt x="16717" y="2084"/>
                    <a:pt x="15753" y="5025"/>
                  </a:cubicBezTo>
                  <a:cubicBezTo>
                    <a:pt x="14574" y="3882"/>
                    <a:pt x="12967" y="3168"/>
                    <a:pt x="11181" y="3168"/>
                  </a:cubicBezTo>
                  <a:cubicBezTo>
                    <a:pt x="7954" y="3168"/>
                    <a:pt x="5275" y="5502"/>
                    <a:pt x="4739" y="8573"/>
                  </a:cubicBezTo>
                  <a:cubicBezTo>
                    <a:pt x="4299" y="8359"/>
                    <a:pt x="3811" y="8228"/>
                    <a:pt x="3287" y="8228"/>
                  </a:cubicBezTo>
                  <a:cubicBezTo>
                    <a:pt x="1644" y="8228"/>
                    <a:pt x="275" y="9419"/>
                    <a:pt x="1" y="10990"/>
                  </a:cubicBezTo>
                  <a:lnTo>
                    <a:pt x="43054" y="10990"/>
                  </a:lnTo>
                  <a:cubicBezTo>
                    <a:pt x="43054" y="10990"/>
                    <a:pt x="43054" y="10990"/>
                    <a:pt x="43054" y="10978"/>
                  </a:cubicBezTo>
                  <a:cubicBezTo>
                    <a:pt x="43054" y="8407"/>
                    <a:pt x="40970" y="6323"/>
                    <a:pt x="38398" y="6323"/>
                  </a:cubicBezTo>
                  <a:cubicBezTo>
                    <a:pt x="37744" y="6323"/>
                    <a:pt x="37124" y="6454"/>
                    <a:pt x="36565" y="6704"/>
                  </a:cubicBezTo>
                  <a:cubicBezTo>
                    <a:pt x="35815" y="4025"/>
                    <a:pt x="33374" y="2061"/>
                    <a:pt x="30469" y="2061"/>
                  </a:cubicBezTo>
                  <a:cubicBezTo>
                    <a:pt x="29231" y="2061"/>
                    <a:pt x="28088" y="2418"/>
                    <a:pt x="27123" y="3025"/>
                  </a:cubicBezTo>
                  <a:cubicBezTo>
                    <a:pt x="25909" y="1191"/>
                    <a:pt x="24028" y="1"/>
                    <a:pt x="21920" y="1"/>
                  </a:cubicBezTo>
                  <a:close/>
                </a:path>
              </a:pathLst>
            </a:custGeom>
            <a:solidFill>
              <a:srgbClr val="40B4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15"/>
            <p:cNvGrpSpPr/>
            <p:nvPr/>
          </p:nvGrpSpPr>
          <p:grpSpPr>
            <a:xfrm rot="1398551" flipH="1">
              <a:off x="1087893" y="3855029"/>
              <a:ext cx="1522160" cy="1254196"/>
              <a:chOff x="698956" y="6526827"/>
              <a:chExt cx="1522132" cy="1254173"/>
            </a:xfrm>
          </p:grpSpPr>
          <p:grpSp>
            <p:nvGrpSpPr>
              <p:cNvPr id="120" name="Google Shape;120;p15"/>
              <p:cNvGrpSpPr/>
              <p:nvPr/>
            </p:nvGrpSpPr>
            <p:grpSpPr>
              <a:xfrm>
                <a:off x="970014" y="6599642"/>
                <a:ext cx="1251074" cy="1089966"/>
                <a:chOff x="2227541" y="6011760"/>
                <a:chExt cx="2864180" cy="2495343"/>
              </a:xfrm>
            </p:grpSpPr>
            <p:sp>
              <p:nvSpPr>
                <p:cNvPr id="121" name="Google Shape;121;p15"/>
                <p:cNvSpPr/>
                <p:nvPr/>
              </p:nvSpPr>
              <p:spPr>
                <a:xfrm rot="-1131582">
                  <a:off x="2772277" y="6293752"/>
                  <a:ext cx="2064072" cy="1922827"/>
                </a:xfrm>
                <a:custGeom>
                  <a:avLst/>
                  <a:gdLst/>
                  <a:ahLst/>
                  <a:cxnLst/>
                  <a:rect l="l" t="t" r="r" b="b"/>
                  <a:pathLst>
                    <a:path w="83428" h="77719" extrusionOk="0">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rgbClr val="5AD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 name="Google Shape;122;p15"/>
                <p:cNvGrpSpPr/>
                <p:nvPr/>
              </p:nvGrpSpPr>
              <p:grpSpPr>
                <a:xfrm>
                  <a:off x="2227541" y="6635267"/>
                  <a:ext cx="2250382" cy="1871835"/>
                  <a:chOff x="2227541" y="6635267"/>
                  <a:chExt cx="2250382" cy="1871835"/>
                </a:xfrm>
              </p:grpSpPr>
              <p:sp>
                <p:nvSpPr>
                  <p:cNvPr id="123" name="Google Shape;123;p15"/>
                  <p:cNvSpPr/>
                  <p:nvPr/>
                </p:nvSpPr>
                <p:spPr>
                  <a:xfrm rot="-1131582">
                    <a:off x="2389104" y="6911337"/>
                    <a:ext cx="1927256" cy="1319697"/>
                  </a:xfrm>
                  <a:custGeom>
                    <a:avLst/>
                    <a:gdLst/>
                    <a:ahLst/>
                    <a:cxnLst/>
                    <a:rect l="l" t="t" r="r" b="b"/>
                    <a:pathLst>
                      <a:path w="77898" h="53341" extrusionOk="0">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p:nvPr/>
                </p:nvSpPr>
                <p:spPr>
                  <a:xfrm rot="-1131582">
                    <a:off x="3441562" y="7628158"/>
                    <a:ext cx="485043" cy="66058"/>
                  </a:xfrm>
                  <a:custGeom>
                    <a:avLst/>
                    <a:gdLst/>
                    <a:ahLst/>
                    <a:cxnLst/>
                    <a:rect l="l" t="t" r="r" b="b"/>
                    <a:pathLst>
                      <a:path w="19605" h="2670" extrusionOk="0">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rot="-1131582">
                    <a:off x="3621630" y="6827655"/>
                    <a:ext cx="184071" cy="404239"/>
                  </a:xfrm>
                  <a:custGeom>
                    <a:avLst/>
                    <a:gdLst/>
                    <a:ahLst/>
                    <a:cxnLst/>
                    <a:rect l="l" t="t" r="r" b="b"/>
                    <a:pathLst>
                      <a:path w="7440" h="16339" extrusionOk="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 name="Google Shape;126;p15"/>
              <p:cNvGrpSpPr/>
              <p:nvPr/>
            </p:nvGrpSpPr>
            <p:grpSpPr>
              <a:xfrm>
                <a:off x="698956" y="6526827"/>
                <a:ext cx="761443" cy="1254173"/>
                <a:chOff x="1668617" y="5683195"/>
                <a:chExt cx="1743230" cy="2871275"/>
              </a:xfrm>
            </p:grpSpPr>
            <p:sp>
              <p:nvSpPr>
                <p:cNvPr id="127" name="Google Shape;127;p15"/>
                <p:cNvSpPr/>
                <p:nvPr/>
              </p:nvSpPr>
              <p:spPr>
                <a:xfrm>
                  <a:off x="1668617" y="5683195"/>
                  <a:ext cx="1729969" cy="2242458"/>
                </a:xfrm>
                <a:custGeom>
                  <a:avLst/>
                  <a:gdLst/>
                  <a:ahLst/>
                  <a:cxnLst/>
                  <a:rect l="l" t="t" r="r" b="b"/>
                  <a:pathLst>
                    <a:path w="69926" h="90641" extrusionOk="0">
                      <a:moveTo>
                        <a:pt x="18523" y="0"/>
                      </a:moveTo>
                      <a:cubicBezTo>
                        <a:pt x="16491" y="0"/>
                        <a:pt x="14474" y="212"/>
                        <a:pt x="12514" y="681"/>
                      </a:cubicBezTo>
                      <a:cubicBezTo>
                        <a:pt x="8025" y="1752"/>
                        <a:pt x="3239" y="4252"/>
                        <a:pt x="1334" y="8503"/>
                      </a:cubicBezTo>
                      <a:cubicBezTo>
                        <a:pt x="1274" y="8562"/>
                        <a:pt x="1227" y="8610"/>
                        <a:pt x="1167" y="8670"/>
                      </a:cubicBezTo>
                      <a:cubicBezTo>
                        <a:pt x="762" y="8991"/>
                        <a:pt x="715" y="9455"/>
                        <a:pt x="858" y="9836"/>
                      </a:cubicBezTo>
                      <a:cubicBezTo>
                        <a:pt x="703" y="10384"/>
                        <a:pt x="596" y="10944"/>
                        <a:pt x="536" y="11551"/>
                      </a:cubicBezTo>
                      <a:cubicBezTo>
                        <a:pt x="0" y="16968"/>
                        <a:pt x="3263" y="22302"/>
                        <a:pt x="6311" y="26505"/>
                      </a:cubicBezTo>
                      <a:cubicBezTo>
                        <a:pt x="13490" y="36399"/>
                        <a:pt x="23503" y="43602"/>
                        <a:pt x="32862" y="51258"/>
                      </a:cubicBezTo>
                      <a:cubicBezTo>
                        <a:pt x="42625" y="59271"/>
                        <a:pt x="49923" y="67689"/>
                        <a:pt x="56198" y="78619"/>
                      </a:cubicBezTo>
                      <a:cubicBezTo>
                        <a:pt x="57321" y="80578"/>
                        <a:pt x="62210" y="90640"/>
                        <a:pt x="65877" y="90640"/>
                      </a:cubicBezTo>
                      <a:cubicBezTo>
                        <a:pt x="66176" y="90640"/>
                        <a:pt x="66467" y="90573"/>
                        <a:pt x="66747" y="90430"/>
                      </a:cubicBezTo>
                      <a:cubicBezTo>
                        <a:pt x="69926" y="88810"/>
                        <a:pt x="69759" y="78154"/>
                        <a:pt x="69795" y="74952"/>
                      </a:cubicBezTo>
                      <a:cubicBezTo>
                        <a:pt x="69842" y="69999"/>
                        <a:pt x="69247" y="64998"/>
                        <a:pt x="68342" y="60104"/>
                      </a:cubicBezTo>
                      <a:cubicBezTo>
                        <a:pt x="68080" y="58676"/>
                        <a:pt x="67794" y="57271"/>
                        <a:pt x="67497" y="55866"/>
                      </a:cubicBezTo>
                      <a:cubicBezTo>
                        <a:pt x="65187" y="45305"/>
                        <a:pt x="61413" y="34423"/>
                        <a:pt x="56007" y="25029"/>
                      </a:cubicBezTo>
                      <a:cubicBezTo>
                        <a:pt x="51007" y="16349"/>
                        <a:pt x="43982" y="8039"/>
                        <a:pt x="34683" y="3824"/>
                      </a:cubicBezTo>
                      <a:cubicBezTo>
                        <a:pt x="29749" y="1583"/>
                        <a:pt x="24080" y="0"/>
                        <a:pt x="18523" y="0"/>
                      </a:cubicBezTo>
                      <a:close/>
                    </a:path>
                  </a:pathLst>
                </a:custGeom>
                <a:solidFill>
                  <a:srgbClr val="75D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8" name="Google Shape;128;p15"/>
                <p:cNvGrpSpPr/>
                <p:nvPr/>
              </p:nvGrpSpPr>
              <p:grpSpPr>
                <a:xfrm>
                  <a:off x="2252110" y="6027996"/>
                  <a:ext cx="1159737" cy="2526474"/>
                  <a:chOff x="2252110" y="6027996"/>
                  <a:chExt cx="1159737" cy="2526474"/>
                </a:xfrm>
              </p:grpSpPr>
              <p:sp>
                <p:nvSpPr>
                  <p:cNvPr id="129" name="Google Shape;129;p15"/>
                  <p:cNvSpPr/>
                  <p:nvPr/>
                </p:nvSpPr>
                <p:spPr>
                  <a:xfrm>
                    <a:off x="2252110" y="6027996"/>
                    <a:ext cx="1159737" cy="2526474"/>
                  </a:xfrm>
                  <a:custGeom>
                    <a:avLst/>
                    <a:gdLst/>
                    <a:ahLst/>
                    <a:cxnLst/>
                    <a:rect l="l" t="t" r="r" b="b"/>
                    <a:pathLst>
                      <a:path w="46877" h="102121" extrusionOk="0">
                        <a:moveTo>
                          <a:pt x="249" y="0"/>
                        </a:moveTo>
                        <a:cubicBezTo>
                          <a:pt x="0" y="0"/>
                          <a:pt x="69" y="331"/>
                          <a:pt x="644" y="817"/>
                        </a:cubicBezTo>
                        <a:cubicBezTo>
                          <a:pt x="644" y="817"/>
                          <a:pt x="1049" y="1162"/>
                          <a:pt x="1799" y="1805"/>
                        </a:cubicBezTo>
                        <a:cubicBezTo>
                          <a:pt x="2180" y="2114"/>
                          <a:pt x="2633" y="2519"/>
                          <a:pt x="3157" y="2984"/>
                        </a:cubicBezTo>
                        <a:cubicBezTo>
                          <a:pt x="3419" y="3222"/>
                          <a:pt x="3704" y="3472"/>
                          <a:pt x="4002" y="3746"/>
                        </a:cubicBezTo>
                        <a:cubicBezTo>
                          <a:pt x="4300" y="4008"/>
                          <a:pt x="4609" y="4305"/>
                          <a:pt x="4943" y="4603"/>
                        </a:cubicBezTo>
                        <a:cubicBezTo>
                          <a:pt x="6264" y="5805"/>
                          <a:pt x="7788" y="7317"/>
                          <a:pt x="9467" y="9032"/>
                        </a:cubicBezTo>
                        <a:cubicBezTo>
                          <a:pt x="11134" y="10770"/>
                          <a:pt x="12932" y="12747"/>
                          <a:pt x="14765" y="14926"/>
                        </a:cubicBezTo>
                        <a:cubicBezTo>
                          <a:pt x="18409" y="19295"/>
                          <a:pt x="22100" y="24522"/>
                          <a:pt x="25231" y="30035"/>
                        </a:cubicBezTo>
                        <a:cubicBezTo>
                          <a:pt x="26791" y="32785"/>
                          <a:pt x="28219" y="35619"/>
                          <a:pt x="29529" y="38381"/>
                        </a:cubicBezTo>
                        <a:cubicBezTo>
                          <a:pt x="29696" y="38726"/>
                          <a:pt x="29862" y="39071"/>
                          <a:pt x="30029" y="39405"/>
                        </a:cubicBezTo>
                        <a:cubicBezTo>
                          <a:pt x="30184" y="39750"/>
                          <a:pt x="30339" y="40095"/>
                          <a:pt x="30505" y="40441"/>
                        </a:cubicBezTo>
                        <a:cubicBezTo>
                          <a:pt x="30815" y="41131"/>
                          <a:pt x="31124" y="41798"/>
                          <a:pt x="31422" y="42477"/>
                        </a:cubicBezTo>
                        <a:cubicBezTo>
                          <a:pt x="31720" y="43143"/>
                          <a:pt x="32006" y="43810"/>
                          <a:pt x="32291" y="44465"/>
                        </a:cubicBezTo>
                        <a:cubicBezTo>
                          <a:pt x="32363" y="44632"/>
                          <a:pt x="32434" y="44798"/>
                          <a:pt x="32506" y="44953"/>
                        </a:cubicBezTo>
                        <a:cubicBezTo>
                          <a:pt x="32577" y="45120"/>
                          <a:pt x="32637" y="45286"/>
                          <a:pt x="32708" y="45453"/>
                        </a:cubicBezTo>
                        <a:cubicBezTo>
                          <a:pt x="32839" y="45775"/>
                          <a:pt x="32970" y="46096"/>
                          <a:pt x="33113" y="46418"/>
                        </a:cubicBezTo>
                        <a:cubicBezTo>
                          <a:pt x="33649" y="47691"/>
                          <a:pt x="34161" y="49025"/>
                          <a:pt x="34708" y="50394"/>
                        </a:cubicBezTo>
                        <a:cubicBezTo>
                          <a:pt x="34970" y="51085"/>
                          <a:pt x="35232" y="51787"/>
                          <a:pt x="35494" y="52490"/>
                        </a:cubicBezTo>
                        <a:cubicBezTo>
                          <a:pt x="35625" y="52835"/>
                          <a:pt x="35768" y="53192"/>
                          <a:pt x="35899" y="53549"/>
                        </a:cubicBezTo>
                        <a:cubicBezTo>
                          <a:pt x="36018" y="53907"/>
                          <a:pt x="36149" y="54264"/>
                          <a:pt x="36280" y="54621"/>
                        </a:cubicBezTo>
                        <a:cubicBezTo>
                          <a:pt x="36411" y="54990"/>
                          <a:pt x="36542" y="55347"/>
                          <a:pt x="36661" y="55716"/>
                        </a:cubicBezTo>
                        <a:cubicBezTo>
                          <a:pt x="36732" y="55895"/>
                          <a:pt x="36792" y="56073"/>
                          <a:pt x="36863" y="56252"/>
                        </a:cubicBezTo>
                        <a:cubicBezTo>
                          <a:pt x="36923" y="56443"/>
                          <a:pt x="36982" y="56621"/>
                          <a:pt x="37054" y="56812"/>
                        </a:cubicBezTo>
                        <a:cubicBezTo>
                          <a:pt x="37304" y="57550"/>
                          <a:pt x="37554" y="58288"/>
                          <a:pt x="37804" y="59026"/>
                        </a:cubicBezTo>
                        <a:cubicBezTo>
                          <a:pt x="38280" y="60526"/>
                          <a:pt x="38780" y="62027"/>
                          <a:pt x="39233" y="63551"/>
                        </a:cubicBezTo>
                        <a:cubicBezTo>
                          <a:pt x="39697" y="65075"/>
                          <a:pt x="40126" y="66599"/>
                          <a:pt x="40554" y="68123"/>
                        </a:cubicBezTo>
                        <a:cubicBezTo>
                          <a:pt x="40769" y="68885"/>
                          <a:pt x="40971" y="69647"/>
                          <a:pt x="41173" y="70409"/>
                        </a:cubicBezTo>
                        <a:cubicBezTo>
                          <a:pt x="41376" y="71159"/>
                          <a:pt x="41566" y="71921"/>
                          <a:pt x="41757" y="72671"/>
                        </a:cubicBezTo>
                        <a:cubicBezTo>
                          <a:pt x="41852" y="73052"/>
                          <a:pt x="41947" y="73421"/>
                          <a:pt x="42043" y="73802"/>
                        </a:cubicBezTo>
                        <a:cubicBezTo>
                          <a:pt x="42126" y="74171"/>
                          <a:pt x="42221" y="74540"/>
                          <a:pt x="42304" y="74921"/>
                        </a:cubicBezTo>
                        <a:cubicBezTo>
                          <a:pt x="42388" y="75290"/>
                          <a:pt x="42483" y="75659"/>
                          <a:pt x="42566" y="76028"/>
                        </a:cubicBezTo>
                        <a:cubicBezTo>
                          <a:pt x="42650" y="76397"/>
                          <a:pt x="42745" y="76766"/>
                          <a:pt x="42816" y="77124"/>
                        </a:cubicBezTo>
                        <a:cubicBezTo>
                          <a:pt x="43126" y="78588"/>
                          <a:pt x="43436" y="80029"/>
                          <a:pt x="43686" y="81422"/>
                        </a:cubicBezTo>
                        <a:cubicBezTo>
                          <a:pt x="44733" y="87018"/>
                          <a:pt x="45341" y="91995"/>
                          <a:pt x="45722" y="95554"/>
                        </a:cubicBezTo>
                        <a:cubicBezTo>
                          <a:pt x="45817" y="96447"/>
                          <a:pt x="45900" y="97257"/>
                          <a:pt x="45972" y="97960"/>
                        </a:cubicBezTo>
                        <a:cubicBezTo>
                          <a:pt x="46055" y="98650"/>
                          <a:pt x="46114" y="99257"/>
                          <a:pt x="46150" y="99745"/>
                        </a:cubicBezTo>
                        <a:cubicBezTo>
                          <a:pt x="46245" y="100734"/>
                          <a:pt x="46305" y="101269"/>
                          <a:pt x="46305" y="101269"/>
                        </a:cubicBezTo>
                        <a:cubicBezTo>
                          <a:pt x="46369" y="101838"/>
                          <a:pt x="46515" y="102121"/>
                          <a:pt x="46640" y="102121"/>
                        </a:cubicBezTo>
                        <a:cubicBezTo>
                          <a:pt x="46769" y="102121"/>
                          <a:pt x="46877" y="101820"/>
                          <a:pt x="46853" y="101222"/>
                        </a:cubicBezTo>
                        <a:cubicBezTo>
                          <a:pt x="46853" y="101222"/>
                          <a:pt x="46805" y="100686"/>
                          <a:pt x="46734" y="99698"/>
                        </a:cubicBezTo>
                        <a:cubicBezTo>
                          <a:pt x="46686" y="99210"/>
                          <a:pt x="46638" y="98602"/>
                          <a:pt x="46579" y="97900"/>
                        </a:cubicBezTo>
                        <a:cubicBezTo>
                          <a:pt x="46507" y="97198"/>
                          <a:pt x="46436" y="96388"/>
                          <a:pt x="46353" y="95495"/>
                        </a:cubicBezTo>
                        <a:cubicBezTo>
                          <a:pt x="46007" y="91923"/>
                          <a:pt x="45472" y="86922"/>
                          <a:pt x="44483" y="81279"/>
                        </a:cubicBezTo>
                        <a:cubicBezTo>
                          <a:pt x="44245" y="79874"/>
                          <a:pt x="43948" y="78421"/>
                          <a:pt x="43650" y="76945"/>
                        </a:cubicBezTo>
                        <a:cubicBezTo>
                          <a:pt x="43590" y="76576"/>
                          <a:pt x="43495" y="76207"/>
                          <a:pt x="43412" y="75838"/>
                        </a:cubicBezTo>
                        <a:cubicBezTo>
                          <a:pt x="43328" y="75469"/>
                          <a:pt x="43245" y="75088"/>
                          <a:pt x="43162" y="74719"/>
                        </a:cubicBezTo>
                        <a:cubicBezTo>
                          <a:pt x="43078" y="74338"/>
                          <a:pt x="42995" y="73969"/>
                          <a:pt x="42912" y="73588"/>
                        </a:cubicBezTo>
                        <a:cubicBezTo>
                          <a:pt x="42816" y="73218"/>
                          <a:pt x="42721" y="72837"/>
                          <a:pt x="42626" y="72456"/>
                        </a:cubicBezTo>
                        <a:cubicBezTo>
                          <a:pt x="42447" y="71694"/>
                          <a:pt x="42269" y="70932"/>
                          <a:pt x="42066" y="70170"/>
                        </a:cubicBezTo>
                        <a:cubicBezTo>
                          <a:pt x="41876" y="69408"/>
                          <a:pt x="41673" y="68646"/>
                          <a:pt x="41471" y="67873"/>
                        </a:cubicBezTo>
                        <a:cubicBezTo>
                          <a:pt x="41054" y="66337"/>
                          <a:pt x="40638" y="64801"/>
                          <a:pt x="40173" y="63265"/>
                        </a:cubicBezTo>
                        <a:cubicBezTo>
                          <a:pt x="39733" y="61741"/>
                          <a:pt x="39245" y="60217"/>
                          <a:pt x="38768" y="58717"/>
                        </a:cubicBezTo>
                        <a:cubicBezTo>
                          <a:pt x="38518" y="57967"/>
                          <a:pt x="38268" y="57216"/>
                          <a:pt x="38030" y="56478"/>
                        </a:cubicBezTo>
                        <a:cubicBezTo>
                          <a:pt x="37971" y="56288"/>
                          <a:pt x="37899" y="56109"/>
                          <a:pt x="37840" y="55919"/>
                        </a:cubicBezTo>
                        <a:cubicBezTo>
                          <a:pt x="37780" y="55740"/>
                          <a:pt x="37709" y="55550"/>
                          <a:pt x="37649" y="55371"/>
                        </a:cubicBezTo>
                        <a:cubicBezTo>
                          <a:pt x="37518" y="55002"/>
                          <a:pt x="37387" y="54633"/>
                          <a:pt x="37268" y="54276"/>
                        </a:cubicBezTo>
                        <a:cubicBezTo>
                          <a:pt x="37137" y="53907"/>
                          <a:pt x="37006" y="53549"/>
                          <a:pt x="36887" y="53192"/>
                        </a:cubicBezTo>
                        <a:cubicBezTo>
                          <a:pt x="36756" y="52823"/>
                          <a:pt x="36613" y="52478"/>
                          <a:pt x="36482" y="52121"/>
                        </a:cubicBezTo>
                        <a:cubicBezTo>
                          <a:pt x="36220" y="51406"/>
                          <a:pt x="35970" y="50704"/>
                          <a:pt x="35696" y="50013"/>
                        </a:cubicBezTo>
                        <a:cubicBezTo>
                          <a:pt x="35161" y="48644"/>
                          <a:pt x="34637" y="47287"/>
                          <a:pt x="34101" y="46013"/>
                        </a:cubicBezTo>
                        <a:cubicBezTo>
                          <a:pt x="33958" y="45679"/>
                          <a:pt x="33827" y="45358"/>
                          <a:pt x="33696" y="45036"/>
                        </a:cubicBezTo>
                        <a:cubicBezTo>
                          <a:pt x="33625" y="44870"/>
                          <a:pt x="33553" y="44703"/>
                          <a:pt x="33482" y="44536"/>
                        </a:cubicBezTo>
                        <a:cubicBezTo>
                          <a:pt x="33410" y="44382"/>
                          <a:pt x="33339" y="44215"/>
                          <a:pt x="33268" y="44048"/>
                        </a:cubicBezTo>
                        <a:cubicBezTo>
                          <a:pt x="32982" y="43393"/>
                          <a:pt x="32696" y="42715"/>
                          <a:pt x="32398" y="42036"/>
                        </a:cubicBezTo>
                        <a:cubicBezTo>
                          <a:pt x="32089" y="41369"/>
                          <a:pt x="31779" y="40691"/>
                          <a:pt x="31458" y="40000"/>
                        </a:cubicBezTo>
                        <a:cubicBezTo>
                          <a:pt x="31303" y="39655"/>
                          <a:pt x="31136" y="39309"/>
                          <a:pt x="30982" y="38964"/>
                        </a:cubicBezTo>
                        <a:cubicBezTo>
                          <a:pt x="30815" y="38619"/>
                          <a:pt x="30648" y="38274"/>
                          <a:pt x="30482" y="37928"/>
                        </a:cubicBezTo>
                        <a:cubicBezTo>
                          <a:pt x="29136" y="35142"/>
                          <a:pt x="27684" y="32309"/>
                          <a:pt x="26088" y="29546"/>
                        </a:cubicBezTo>
                        <a:cubicBezTo>
                          <a:pt x="22885" y="23998"/>
                          <a:pt x="19111" y="18759"/>
                          <a:pt x="15384" y="14414"/>
                        </a:cubicBezTo>
                        <a:cubicBezTo>
                          <a:pt x="13515" y="12235"/>
                          <a:pt x="11682" y="10258"/>
                          <a:pt x="9979" y="8532"/>
                        </a:cubicBezTo>
                        <a:cubicBezTo>
                          <a:pt x="8264" y="6829"/>
                          <a:pt x="6705" y="5329"/>
                          <a:pt x="5359" y="4139"/>
                        </a:cubicBezTo>
                        <a:cubicBezTo>
                          <a:pt x="5026" y="3841"/>
                          <a:pt x="4716" y="3555"/>
                          <a:pt x="4419" y="3281"/>
                        </a:cubicBezTo>
                        <a:cubicBezTo>
                          <a:pt x="4109" y="3019"/>
                          <a:pt x="3823" y="2769"/>
                          <a:pt x="3550" y="2543"/>
                        </a:cubicBezTo>
                        <a:cubicBezTo>
                          <a:pt x="3014" y="2079"/>
                          <a:pt x="2561" y="1674"/>
                          <a:pt x="2180" y="1364"/>
                        </a:cubicBezTo>
                        <a:cubicBezTo>
                          <a:pt x="1406" y="733"/>
                          <a:pt x="990" y="388"/>
                          <a:pt x="990" y="388"/>
                        </a:cubicBezTo>
                        <a:cubicBezTo>
                          <a:pt x="657" y="117"/>
                          <a:pt x="397" y="0"/>
                          <a:pt x="249"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p:nvPr/>
                </p:nvSpPr>
                <p:spPr>
                  <a:xfrm>
                    <a:off x="3112839" y="6709262"/>
                    <a:ext cx="58980" cy="663304"/>
                  </a:xfrm>
                  <a:custGeom>
                    <a:avLst/>
                    <a:gdLst/>
                    <a:ahLst/>
                    <a:cxnLst/>
                    <a:rect l="l" t="t" r="r" b="b"/>
                    <a:pathLst>
                      <a:path w="2384" h="26811" extrusionOk="0">
                        <a:moveTo>
                          <a:pt x="289" y="0"/>
                        </a:moveTo>
                        <a:cubicBezTo>
                          <a:pt x="158" y="0"/>
                          <a:pt x="25" y="72"/>
                          <a:pt x="1" y="212"/>
                        </a:cubicBezTo>
                        <a:cubicBezTo>
                          <a:pt x="1" y="212"/>
                          <a:pt x="1" y="724"/>
                          <a:pt x="13" y="1557"/>
                        </a:cubicBezTo>
                        <a:cubicBezTo>
                          <a:pt x="13" y="2390"/>
                          <a:pt x="24" y="3557"/>
                          <a:pt x="48" y="4891"/>
                        </a:cubicBezTo>
                        <a:cubicBezTo>
                          <a:pt x="84" y="7558"/>
                          <a:pt x="179" y="10868"/>
                          <a:pt x="322" y="13463"/>
                        </a:cubicBezTo>
                        <a:cubicBezTo>
                          <a:pt x="501" y="16047"/>
                          <a:pt x="798" y="19357"/>
                          <a:pt x="1156" y="22000"/>
                        </a:cubicBezTo>
                        <a:cubicBezTo>
                          <a:pt x="1239" y="22667"/>
                          <a:pt x="1310" y="23286"/>
                          <a:pt x="1394" y="23845"/>
                        </a:cubicBezTo>
                        <a:cubicBezTo>
                          <a:pt x="1477" y="24405"/>
                          <a:pt x="1560" y="24893"/>
                          <a:pt x="1620" y="25310"/>
                        </a:cubicBezTo>
                        <a:cubicBezTo>
                          <a:pt x="1751" y="26143"/>
                          <a:pt x="1822" y="26643"/>
                          <a:pt x="1822" y="26643"/>
                        </a:cubicBezTo>
                        <a:cubicBezTo>
                          <a:pt x="1848" y="26757"/>
                          <a:pt x="1960" y="26811"/>
                          <a:pt x="2076" y="26811"/>
                        </a:cubicBezTo>
                        <a:cubicBezTo>
                          <a:pt x="2226" y="26811"/>
                          <a:pt x="2383" y="26721"/>
                          <a:pt x="2370" y="26560"/>
                        </a:cubicBezTo>
                        <a:cubicBezTo>
                          <a:pt x="2370" y="26560"/>
                          <a:pt x="2322" y="26060"/>
                          <a:pt x="2251" y="25238"/>
                        </a:cubicBezTo>
                        <a:cubicBezTo>
                          <a:pt x="2203" y="24822"/>
                          <a:pt x="2156" y="24322"/>
                          <a:pt x="2108" y="23762"/>
                        </a:cubicBezTo>
                        <a:cubicBezTo>
                          <a:pt x="2048" y="23202"/>
                          <a:pt x="2013" y="22583"/>
                          <a:pt x="1953" y="21917"/>
                        </a:cubicBezTo>
                        <a:cubicBezTo>
                          <a:pt x="1727" y="19273"/>
                          <a:pt x="1560" y="15975"/>
                          <a:pt x="1394" y="13392"/>
                        </a:cubicBezTo>
                        <a:cubicBezTo>
                          <a:pt x="1072" y="8224"/>
                          <a:pt x="560" y="200"/>
                          <a:pt x="560" y="200"/>
                        </a:cubicBezTo>
                        <a:cubicBezTo>
                          <a:pt x="537" y="66"/>
                          <a:pt x="414" y="0"/>
                          <a:pt x="289"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5"/>
                  <p:cNvSpPr/>
                  <p:nvPr/>
                </p:nvSpPr>
                <p:spPr>
                  <a:xfrm>
                    <a:off x="2447432" y="6696496"/>
                    <a:ext cx="526393" cy="233669"/>
                  </a:xfrm>
                  <a:custGeom>
                    <a:avLst/>
                    <a:gdLst/>
                    <a:ahLst/>
                    <a:cxnLst/>
                    <a:rect l="l" t="t" r="r" b="b"/>
                    <a:pathLst>
                      <a:path w="21277" h="9445" extrusionOk="0">
                        <a:moveTo>
                          <a:pt x="1569" y="0"/>
                        </a:moveTo>
                        <a:cubicBezTo>
                          <a:pt x="1521" y="0"/>
                          <a:pt x="1475" y="1"/>
                          <a:pt x="1429" y="1"/>
                        </a:cubicBezTo>
                        <a:cubicBezTo>
                          <a:pt x="1239" y="1"/>
                          <a:pt x="1072" y="13"/>
                          <a:pt x="929" y="25"/>
                        </a:cubicBezTo>
                        <a:cubicBezTo>
                          <a:pt x="786" y="25"/>
                          <a:pt x="655" y="37"/>
                          <a:pt x="560" y="49"/>
                        </a:cubicBezTo>
                        <a:cubicBezTo>
                          <a:pt x="358" y="61"/>
                          <a:pt x="239" y="73"/>
                          <a:pt x="239" y="73"/>
                        </a:cubicBezTo>
                        <a:cubicBezTo>
                          <a:pt x="0" y="132"/>
                          <a:pt x="48" y="585"/>
                          <a:pt x="286" y="632"/>
                        </a:cubicBezTo>
                        <a:cubicBezTo>
                          <a:pt x="286" y="632"/>
                          <a:pt x="393" y="620"/>
                          <a:pt x="584" y="620"/>
                        </a:cubicBezTo>
                        <a:cubicBezTo>
                          <a:pt x="616" y="616"/>
                          <a:pt x="650" y="615"/>
                          <a:pt x="687" y="615"/>
                        </a:cubicBezTo>
                        <a:cubicBezTo>
                          <a:pt x="761" y="615"/>
                          <a:pt x="846" y="620"/>
                          <a:pt x="941" y="620"/>
                        </a:cubicBezTo>
                        <a:cubicBezTo>
                          <a:pt x="1084" y="620"/>
                          <a:pt x="1239" y="620"/>
                          <a:pt x="1417" y="632"/>
                        </a:cubicBezTo>
                        <a:cubicBezTo>
                          <a:pt x="2120" y="668"/>
                          <a:pt x="3096" y="811"/>
                          <a:pt x="4191" y="1085"/>
                        </a:cubicBezTo>
                        <a:cubicBezTo>
                          <a:pt x="5287" y="1347"/>
                          <a:pt x="6489" y="1751"/>
                          <a:pt x="7668" y="2216"/>
                        </a:cubicBezTo>
                        <a:cubicBezTo>
                          <a:pt x="8847" y="2680"/>
                          <a:pt x="9990" y="3216"/>
                          <a:pt x="10990" y="3692"/>
                        </a:cubicBezTo>
                        <a:cubicBezTo>
                          <a:pt x="12978" y="4657"/>
                          <a:pt x="15479" y="6014"/>
                          <a:pt x="17419" y="7228"/>
                        </a:cubicBezTo>
                        <a:cubicBezTo>
                          <a:pt x="19372" y="8419"/>
                          <a:pt x="20789" y="9419"/>
                          <a:pt x="20789" y="9419"/>
                        </a:cubicBezTo>
                        <a:cubicBezTo>
                          <a:pt x="20814" y="9436"/>
                          <a:pt x="20841" y="9444"/>
                          <a:pt x="20870" y="9444"/>
                        </a:cubicBezTo>
                        <a:cubicBezTo>
                          <a:pt x="21056" y="9444"/>
                          <a:pt x="21277" y="9113"/>
                          <a:pt x="21122" y="8979"/>
                        </a:cubicBezTo>
                        <a:cubicBezTo>
                          <a:pt x="21122" y="8979"/>
                          <a:pt x="19765" y="7859"/>
                          <a:pt x="17860" y="6550"/>
                        </a:cubicBezTo>
                        <a:cubicBezTo>
                          <a:pt x="16907" y="5883"/>
                          <a:pt x="15824" y="5169"/>
                          <a:pt x="14717" y="4514"/>
                        </a:cubicBezTo>
                        <a:cubicBezTo>
                          <a:pt x="13597" y="3847"/>
                          <a:pt x="12466" y="3228"/>
                          <a:pt x="11454" y="2728"/>
                        </a:cubicBezTo>
                        <a:cubicBezTo>
                          <a:pt x="10430" y="2240"/>
                          <a:pt x="9240" y="1728"/>
                          <a:pt x="8013" y="1299"/>
                        </a:cubicBezTo>
                        <a:cubicBezTo>
                          <a:pt x="6787" y="859"/>
                          <a:pt x="5513" y="513"/>
                          <a:pt x="4358" y="287"/>
                        </a:cubicBezTo>
                        <a:cubicBezTo>
                          <a:pt x="3275" y="86"/>
                          <a:pt x="2296" y="0"/>
                          <a:pt x="1569"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5"/>
                  <p:cNvSpPr/>
                  <p:nvPr/>
                </p:nvSpPr>
                <p:spPr>
                  <a:xfrm>
                    <a:off x="2600004" y="6126931"/>
                    <a:ext cx="57644" cy="287652"/>
                  </a:xfrm>
                  <a:custGeom>
                    <a:avLst/>
                    <a:gdLst/>
                    <a:ahLst/>
                    <a:cxnLst/>
                    <a:rect l="l" t="t" r="r" b="b"/>
                    <a:pathLst>
                      <a:path w="2330" h="11627" extrusionOk="0">
                        <a:moveTo>
                          <a:pt x="372" y="0"/>
                        </a:moveTo>
                        <a:cubicBezTo>
                          <a:pt x="220" y="0"/>
                          <a:pt x="24" y="52"/>
                          <a:pt x="1" y="128"/>
                        </a:cubicBezTo>
                        <a:cubicBezTo>
                          <a:pt x="1" y="128"/>
                          <a:pt x="13" y="354"/>
                          <a:pt x="37" y="711"/>
                        </a:cubicBezTo>
                        <a:cubicBezTo>
                          <a:pt x="48" y="1080"/>
                          <a:pt x="72" y="1580"/>
                          <a:pt x="96" y="2164"/>
                        </a:cubicBezTo>
                        <a:cubicBezTo>
                          <a:pt x="144" y="3318"/>
                          <a:pt x="179" y="4771"/>
                          <a:pt x="310" y="5914"/>
                        </a:cubicBezTo>
                        <a:cubicBezTo>
                          <a:pt x="429" y="7045"/>
                          <a:pt x="703" y="8510"/>
                          <a:pt x="1060" y="9641"/>
                        </a:cubicBezTo>
                        <a:cubicBezTo>
                          <a:pt x="1156" y="9926"/>
                          <a:pt x="1227" y="10188"/>
                          <a:pt x="1322" y="10426"/>
                        </a:cubicBezTo>
                        <a:cubicBezTo>
                          <a:pt x="1406" y="10665"/>
                          <a:pt x="1477" y="10879"/>
                          <a:pt x="1549" y="11046"/>
                        </a:cubicBezTo>
                        <a:cubicBezTo>
                          <a:pt x="1703" y="11391"/>
                          <a:pt x="1787" y="11593"/>
                          <a:pt x="1787" y="11593"/>
                        </a:cubicBezTo>
                        <a:cubicBezTo>
                          <a:pt x="1800" y="11616"/>
                          <a:pt x="1832" y="11626"/>
                          <a:pt x="1876" y="11626"/>
                        </a:cubicBezTo>
                        <a:cubicBezTo>
                          <a:pt x="2033" y="11626"/>
                          <a:pt x="2329" y="11496"/>
                          <a:pt x="2311" y="11403"/>
                        </a:cubicBezTo>
                        <a:cubicBezTo>
                          <a:pt x="2311" y="11403"/>
                          <a:pt x="2251" y="11188"/>
                          <a:pt x="2156" y="10843"/>
                        </a:cubicBezTo>
                        <a:cubicBezTo>
                          <a:pt x="2108" y="10677"/>
                          <a:pt x="2061" y="10462"/>
                          <a:pt x="2001" y="10224"/>
                        </a:cubicBezTo>
                        <a:cubicBezTo>
                          <a:pt x="1942" y="9998"/>
                          <a:pt x="1906" y="9724"/>
                          <a:pt x="1846" y="9450"/>
                        </a:cubicBezTo>
                        <a:cubicBezTo>
                          <a:pt x="1632" y="8331"/>
                          <a:pt x="1489" y="6914"/>
                          <a:pt x="1370" y="5795"/>
                        </a:cubicBezTo>
                        <a:cubicBezTo>
                          <a:pt x="1251" y="4688"/>
                          <a:pt x="1072" y="3247"/>
                          <a:pt x="906" y="2092"/>
                        </a:cubicBezTo>
                        <a:cubicBezTo>
                          <a:pt x="822" y="1509"/>
                          <a:pt x="727" y="997"/>
                          <a:pt x="668" y="640"/>
                        </a:cubicBezTo>
                        <a:cubicBezTo>
                          <a:pt x="596" y="282"/>
                          <a:pt x="549" y="56"/>
                          <a:pt x="549" y="56"/>
                        </a:cubicBezTo>
                        <a:cubicBezTo>
                          <a:pt x="531" y="17"/>
                          <a:pt x="459" y="0"/>
                          <a:pt x="372"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33" name="Google Shape;133;p15"/>
            <p:cNvSpPr/>
            <p:nvPr/>
          </p:nvSpPr>
          <p:spPr>
            <a:xfrm flipH="1">
              <a:off x="1175358" y="4705391"/>
              <a:ext cx="1701494" cy="434364"/>
            </a:xfrm>
            <a:custGeom>
              <a:avLst/>
              <a:gdLst/>
              <a:ahLst/>
              <a:cxnLst/>
              <a:rect l="l" t="t" r="r" b="b"/>
              <a:pathLst>
                <a:path w="43054" h="10991" extrusionOk="0">
                  <a:moveTo>
                    <a:pt x="21920" y="1"/>
                  </a:moveTo>
                  <a:cubicBezTo>
                    <a:pt x="19110" y="1"/>
                    <a:pt x="16717" y="2084"/>
                    <a:pt x="15753" y="5025"/>
                  </a:cubicBezTo>
                  <a:cubicBezTo>
                    <a:pt x="14574" y="3882"/>
                    <a:pt x="12967" y="3168"/>
                    <a:pt x="11181" y="3168"/>
                  </a:cubicBezTo>
                  <a:cubicBezTo>
                    <a:pt x="7954" y="3168"/>
                    <a:pt x="5275" y="5502"/>
                    <a:pt x="4739" y="8573"/>
                  </a:cubicBezTo>
                  <a:cubicBezTo>
                    <a:pt x="4299" y="8359"/>
                    <a:pt x="3811" y="8228"/>
                    <a:pt x="3287" y="8228"/>
                  </a:cubicBezTo>
                  <a:cubicBezTo>
                    <a:pt x="1644" y="8228"/>
                    <a:pt x="275" y="9419"/>
                    <a:pt x="1" y="10990"/>
                  </a:cubicBezTo>
                  <a:lnTo>
                    <a:pt x="43054" y="10990"/>
                  </a:lnTo>
                  <a:cubicBezTo>
                    <a:pt x="43054" y="10990"/>
                    <a:pt x="43054" y="10990"/>
                    <a:pt x="43054" y="10978"/>
                  </a:cubicBezTo>
                  <a:cubicBezTo>
                    <a:pt x="43054" y="8407"/>
                    <a:pt x="40970" y="6323"/>
                    <a:pt x="38398" y="6323"/>
                  </a:cubicBezTo>
                  <a:cubicBezTo>
                    <a:pt x="37744" y="6323"/>
                    <a:pt x="37124" y="6454"/>
                    <a:pt x="36565" y="6704"/>
                  </a:cubicBezTo>
                  <a:cubicBezTo>
                    <a:pt x="35815" y="4025"/>
                    <a:pt x="33374" y="2061"/>
                    <a:pt x="30469" y="2061"/>
                  </a:cubicBezTo>
                  <a:cubicBezTo>
                    <a:pt x="29231" y="2061"/>
                    <a:pt x="28088" y="2418"/>
                    <a:pt x="27123" y="3025"/>
                  </a:cubicBezTo>
                  <a:cubicBezTo>
                    <a:pt x="25909" y="1191"/>
                    <a:pt x="24028" y="1"/>
                    <a:pt x="21920" y="1"/>
                  </a:cubicBezTo>
                  <a:close/>
                </a:path>
              </a:pathLst>
            </a:custGeom>
            <a:solidFill>
              <a:srgbClr val="40B4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our Columns">
  <p:cSld name="CUSTOM_2">
    <p:spTree>
      <p:nvGrpSpPr>
        <p:cNvPr id="1" name="Shape 134"/>
        <p:cNvGrpSpPr/>
        <p:nvPr/>
      </p:nvGrpSpPr>
      <p:grpSpPr>
        <a:xfrm>
          <a:off x="0" y="0"/>
          <a:ext cx="0" cy="0"/>
          <a:chOff x="0" y="0"/>
          <a:chExt cx="0" cy="0"/>
        </a:xfrm>
      </p:grpSpPr>
      <p:grpSp>
        <p:nvGrpSpPr>
          <p:cNvPr id="135" name="Google Shape;135;p16"/>
          <p:cNvGrpSpPr/>
          <p:nvPr/>
        </p:nvGrpSpPr>
        <p:grpSpPr>
          <a:xfrm rot="244921">
            <a:off x="647179" y="3832742"/>
            <a:ext cx="1145761" cy="872458"/>
            <a:chOff x="3077675" y="6690087"/>
            <a:chExt cx="2525088" cy="1922768"/>
          </a:xfrm>
        </p:grpSpPr>
        <p:sp>
          <p:nvSpPr>
            <p:cNvPr id="136" name="Google Shape;136;p16"/>
            <p:cNvSpPr/>
            <p:nvPr/>
          </p:nvSpPr>
          <p:spPr>
            <a:xfrm>
              <a:off x="3538754" y="6690087"/>
              <a:ext cx="2064009" cy="1922768"/>
            </a:xfrm>
            <a:custGeom>
              <a:avLst/>
              <a:gdLst/>
              <a:ahLst/>
              <a:cxnLst/>
              <a:rect l="l" t="t" r="r" b="b"/>
              <a:pathLst>
                <a:path w="83428" h="77719" extrusionOk="0">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rgbClr val="5AD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6"/>
            <p:cNvSpPr/>
            <p:nvPr/>
          </p:nvSpPr>
          <p:spPr>
            <a:xfrm>
              <a:off x="3077675" y="7144734"/>
              <a:ext cx="1927197" cy="1319656"/>
            </a:xfrm>
            <a:custGeom>
              <a:avLst/>
              <a:gdLst/>
              <a:ahLst/>
              <a:cxnLst/>
              <a:rect l="l" t="t" r="r" b="b"/>
              <a:pathLst>
                <a:path w="77898" h="53341" extrusionOk="0">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6"/>
            <p:cNvSpPr/>
            <p:nvPr/>
          </p:nvSpPr>
          <p:spPr>
            <a:xfrm>
              <a:off x="4083257" y="7963826"/>
              <a:ext cx="485028" cy="66056"/>
            </a:xfrm>
            <a:custGeom>
              <a:avLst/>
              <a:gdLst/>
              <a:ahLst/>
              <a:cxnLst/>
              <a:rect l="l" t="t" r="r" b="b"/>
              <a:pathLst>
                <a:path w="19605" h="2670" extrusionOk="0">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6"/>
            <p:cNvSpPr/>
            <p:nvPr/>
          </p:nvSpPr>
          <p:spPr>
            <a:xfrm>
              <a:off x="4465836" y="7206782"/>
              <a:ext cx="184066" cy="404227"/>
            </a:xfrm>
            <a:custGeom>
              <a:avLst/>
              <a:gdLst/>
              <a:ahLst/>
              <a:cxnLst/>
              <a:rect l="l" t="t" r="r" b="b"/>
              <a:pathLst>
                <a:path w="7440" h="16339" extrusionOk="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16"/>
          <p:cNvGrpSpPr/>
          <p:nvPr/>
        </p:nvGrpSpPr>
        <p:grpSpPr>
          <a:xfrm rot="-1537546">
            <a:off x="604994" y="3763987"/>
            <a:ext cx="488794" cy="774382"/>
            <a:chOff x="-1904298" y="1056455"/>
            <a:chExt cx="581725" cy="921611"/>
          </a:xfrm>
        </p:grpSpPr>
        <p:sp>
          <p:nvSpPr>
            <p:cNvPr id="141" name="Google Shape;141;p16"/>
            <p:cNvSpPr/>
            <p:nvPr/>
          </p:nvSpPr>
          <p:spPr>
            <a:xfrm>
              <a:off x="-1904298" y="1056455"/>
              <a:ext cx="581725" cy="887132"/>
            </a:xfrm>
            <a:custGeom>
              <a:avLst/>
              <a:gdLst/>
              <a:ahLst/>
              <a:cxnLst/>
              <a:rect l="l" t="t" r="r" b="b"/>
              <a:pathLst>
                <a:path w="38196" h="58249" extrusionOk="0">
                  <a:moveTo>
                    <a:pt x="34903" y="0"/>
                  </a:moveTo>
                  <a:cubicBezTo>
                    <a:pt x="34867" y="0"/>
                    <a:pt x="34830" y="5"/>
                    <a:pt x="34790" y="15"/>
                  </a:cubicBezTo>
                  <a:cubicBezTo>
                    <a:pt x="28206" y="1801"/>
                    <a:pt x="22396" y="5385"/>
                    <a:pt x="17002" y="9468"/>
                  </a:cubicBezTo>
                  <a:cubicBezTo>
                    <a:pt x="11918" y="13326"/>
                    <a:pt x="6870" y="17434"/>
                    <a:pt x="3929" y="23232"/>
                  </a:cubicBezTo>
                  <a:cubicBezTo>
                    <a:pt x="1143" y="28733"/>
                    <a:pt x="179" y="34983"/>
                    <a:pt x="83" y="41103"/>
                  </a:cubicBezTo>
                  <a:cubicBezTo>
                    <a:pt x="0" y="46771"/>
                    <a:pt x="310" y="52998"/>
                    <a:pt x="4120" y="57534"/>
                  </a:cubicBezTo>
                  <a:cubicBezTo>
                    <a:pt x="4191" y="57635"/>
                    <a:pt x="4287" y="57668"/>
                    <a:pt x="4373" y="57668"/>
                  </a:cubicBezTo>
                  <a:cubicBezTo>
                    <a:pt x="4388" y="57668"/>
                    <a:pt x="4403" y="57667"/>
                    <a:pt x="4417" y="57665"/>
                  </a:cubicBezTo>
                  <a:lnTo>
                    <a:pt x="4417" y="57665"/>
                  </a:lnTo>
                  <a:cubicBezTo>
                    <a:pt x="4322" y="57903"/>
                    <a:pt x="4429" y="58248"/>
                    <a:pt x="4774" y="58248"/>
                  </a:cubicBezTo>
                  <a:cubicBezTo>
                    <a:pt x="16324" y="58213"/>
                    <a:pt x="26372" y="48259"/>
                    <a:pt x="31444" y="38674"/>
                  </a:cubicBezTo>
                  <a:cubicBezTo>
                    <a:pt x="37648" y="26983"/>
                    <a:pt x="38195" y="13278"/>
                    <a:pt x="35874" y="467"/>
                  </a:cubicBezTo>
                  <a:cubicBezTo>
                    <a:pt x="35836" y="265"/>
                    <a:pt x="35686" y="176"/>
                    <a:pt x="35526" y="176"/>
                  </a:cubicBezTo>
                  <a:cubicBezTo>
                    <a:pt x="35432" y="176"/>
                    <a:pt x="35334" y="207"/>
                    <a:pt x="35254" y="265"/>
                  </a:cubicBezTo>
                  <a:cubicBezTo>
                    <a:pt x="35205" y="116"/>
                    <a:pt x="35081" y="0"/>
                    <a:pt x="34903" y="0"/>
                  </a:cubicBezTo>
                  <a:close/>
                </a:path>
              </a:pathLst>
            </a:custGeom>
            <a:solidFill>
              <a:srgbClr val="74D8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6"/>
            <p:cNvSpPr/>
            <p:nvPr/>
          </p:nvSpPr>
          <p:spPr>
            <a:xfrm>
              <a:off x="-1862965" y="1216748"/>
              <a:ext cx="442995" cy="761317"/>
            </a:xfrm>
            <a:custGeom>
              <a:avLst/>
              <a:gdLst/>
              <a:ahLst/>
              <a:cxnLst/>
              <a:rect l="l" t="t" r="r" b="b"/>
              <a:pathLst>
                <a:path w="29087" h="49988" extrusionOk="0">
                  <a:moveTo>
                    <a:pt x="21381" y="0"/>
                  </a:moveTo>
                  <a:cubicBezTo>
                    <a:pt x="21179" y="0"/>
                    <a:pt x="20962" y="128"/>
                    <a:pt x="20932" y="384"/>
                  </a:cubicBezTo>
                  <a:cubicBezTo>
                    <a:pt x="20491" y="4468"/>
                    <a:pt x="20277" y="13386"/>
                    <a:pt x="20325" y="13540"/>
                  </a:cubicBezTo>
                  <a:cubicBezTo>
                    <a:pt x="17836" y="17624"/>
                    <a:pt x="15348" y="21696"/>
                    <a:pt x="12871" y="25780"/>
                  </a:cubicBezTo>
                  <a:cubicBezTo>
                    <a:pt x="12657" y="26137"/>
                    <a:pt x="12443" y="26494"/>
                    <a:pt x="12228" y="26852"/>
                  </a:cubicBezTo>
                  <a:cubicBezTo>
                    <a:pt x="10454" y="22565"/>
                    <a:pt x="9609" y="18065"/>
                    <a:pt x="9728" y="13433"/>
                  </a:cubicBezTo>
                  <a:cubicBezTo>
                    <a:pt x="9740" y="13171"/>
                    <a:pt x="9544" y="13040"/>
                    <a:pt x="9343" y="13040"/>
                  </a:cubicBezTo>
                  <a:cubicBezTo>
                    <a:pt x="9142" y="13040"/>
                    <a:pt x="8936" y="13171"/>
                    <a:pt x="8930" y="13433"/>
                  </a:cubicBezTo>
                  <a:cubicBezTo>
                    <a:pt x="8799" y="18196"/>
                    <a:pt x="9669" y="22839"/>
                    <a:pt x="11526" y="27245"/>
                  </a:cubicBezTo>
                  <a:cubicBezTo>
                    <a:pt x="11585" y="27387"/>
                    <a:pt x="11716" y="27471"/>
                    <a:pt x="11847" y="27495"/>
                  </a:cubicBezTo>
                  <a:cubicBezTo>
                    <a:pt x="8859" y="32483"/>
                    <a:pt x="6001" y="37567"/>
                    <a:pt x="3692" y="42889"/>
                  </a:cubicBezTo>
                  <a:cubicBezTo>
                    <a:pt x="1668" y="38996"/>
                    <a:pt x="834" y="34745"/>
                    <a:pt x="1227" y="30364"/>
                  </a:cubicBezTo>
                  <a:cubicBezTo>
                    <a:pt x="1251" y="30108"/>
                    <a:pt x="1063" y="29980"/>
                    <a:pt x="864" y="29980"/>
                  </a:cubicBezTo>
                  <a:cubicBezTo>
                    <a:pt x="664" y="29980"/>
                    <a:pt x="453" y="30108"/>
                    <a:pt x="429" y="30364"/>
                  </a:cubicBezTo>
                  <a:cubicBezTo>
                    <a:pt x="1" y="35019"/>
                    <a:pt x="953" y="39556"/>
                    <a:pt x="3180" y="43675"/>
                  </a:cubicBezTo>
                  <a:cubicBezTo>
                    <a:pt x="3215" y="43723"/>
                    <a:pt x="3251" y="43770"/>
                    <a:pt x="3299" y="43806"/>
                  </a:cubicBezTo>
                  <a:cubicBezTo>
                    <a:pt x="2513" y="45663"/>
                    <a:pt x="1799" y="47557"/>
                    <a:pt x="1167" y="49497"/>
                  </a:cubicBezTo>
                  <a:cubicBezTo>
                    <a:pt x="1074" y="49793"/>
                    <a:pt x="1320" y="49988"/>
                    <a:pt x="1563" y="49988"/>
                  </a:cubicBezTo>
                  <a:cubicBezTo>
                    <a:pt x="1722" y="49988"/>
                    <a:pt x="1880" y="49904"/>
                    <a:pt x="1941" y="49712"/>
                  </a:cubicBezTo>
                  <a:cubicBezTo>
                    <a:pt x="3323" y="45449"/>
                    <a:pt x="5132" y="41389"/>
                    <a:pt x="7168" y="37436"/>
                  </a:cubicBezTo>
                  <a:cubicBezTo>
                    <a:pt x="7216" y="37532"/>
                    <a:pt x="7287" y="37603"/>
                    <a:pt x="7430" y="37627"/>
                  </a:cubicBezTo>
                  <a:cubicBezTo>
                    <a:pt x="8398" y="37795"/>
                    <a:pt x="9366" y="37879"/>
                    <a:pt x="10324" y="37879"/>
                  </a:cubicBezTo>
                  <a:cubicBezTo>
                    <a:pt x="13834" y="37879"/>
                    <a:pt x="17225" y="36758"/>
                    <a:pt x="20087" y="34579"/>
                  </a:cubicBezTo>
                  <a:cubicBezTo>
                    <a:pt x="20431" y="34323"/>
                    <a:pt x="20214" y="33799"/>
                    <a:pt x="19894" y="33799"/>
                  </a:cubicBezTo>
                  <a:cubicBezTo>
                    <a:pt x="19826" y="33799"/>
                    <a:pt x="19754" y="33822"/>
                    <a:pt x="19682" y="33876"/>
                  </a:cubicBezTo>
                  <a:cubicBezTo>
                    <a:pt x="16937" y="35970"/>
                    <a:pt x="13691" y="37085"/>
                    <a:pt x="10318" y="37085"/>
                  </a:cubicBezTo>
                  <a:cubicBezTo>
                    <a:pt x="9433" y="37085"/>
                    <a:pt x="8540" y="37009"/>
                    <a:pt x="7644" y="36853"/>
                  </a:cubicBezTo>
                  <a:cubicBezTo>
                    <a:pt x="7615" y="36847"/>
                    <a:pt x="7585" y="36844"/>
                    <a:pt x="7557" y="36844"/>
                  </a:cubicBezTo>
                  <a:cubicBezTo>
                    <a:pt x="7528" y="36844"/>
                    <a:pt x="7502" y="36847"/>
                    <a:pt x="7478" y="36853"/>
                  </a:cubicBezTo>
                  <a:cubicBezTo>
                    <a:pt x="9478" y="33019"/>
                    <a:pt x="11693" y="29281"/>
                    <a:pt x="13943" y="25578"/>
                  </a:cubicBezTo>
                  <a:cubicBezTo>
                    <a:pt x="14872" y="24042"/>
                    <a:pt x="15812" y="22518"/>
                    <a:pt x="16741" y="20982"/>
                  </a:cubicBezTo>
                  <a:cubicBezTo>
                    <a:pt x="16788" y="21006"/>
                    <a:pt x="16848" y="21018"/>
                    <a:pt x="16919" y="21018"/>
                  </a:cubicBezTo>
                  <a:cubicBezTo>
                    <a:pt x="20956" y="20768"/>
                    <a:pt x="24861" y="19946"/>
                    <a:pt x="28659" y="18553"/>
                  </a:cubicBezTo>
                  <a:cubicBezTo>
                    <a:pt x="29087" y="18393"/>
                    <a:pt x="28967" y="17753"/>
                    <a:pt x="28585" y="17753"/>
                  </a:cubicBezTo>
                  <a:cubicBezTo>
                    <a:pt x="28542" y="17753"/>
                    <a:pt x="28495" y="17761"/>
                    <a:pt x="28445" y="17779"/>
                  </a:cubicBezTo>
                  <a:cubicBezTo>
                    <a:pt x="24813" y="19113"/>
                    <a:pt x="21087" y="19910"/>
                    <a:pt x="17229" y="20184"/>
                  </a:cubicBezTo>
                  <a:cubicBezTo>
                    <a:pt x="21075" y="13874"/>
                    <a:pt x="24944" y="7564"/>
                    <a:pt x="28790" y="1265"/>
                  </a:cubicBezTo>
                  <a:cubicBezTo>
                    <a:pt x="28979" y="953"/>
                    <a:pt x="28702" y="663"/>
                    <a:pt x="28427" y="663"/>
                  </a:cubicBezTo>
                  <a:cubicBezTo>
                    <a:pt x="28303" y="663"/>
                    <a:pt x="28180" y="721"/>
                    <a:pt x="28099" y="860"/>
                  </a:cubicBezTo>
                  <a:cubicBezTo>
                    <a:pt x="25790" y="4635"/>
                    <a:pt x="23468" y="8409"/>
                    <a:pt x="21158" y="12183"/>
                  </a:cubicBezTo>
                  <a:cubicBezTo>
                    <a:pt x="21134" y="8242"/>
                    <a:pt x="21313" y="4313"/>
                    <a:pt x="21741" y="384"/>
                  </a:cubicBezTo>
                  <a:cubicBezTo>
                    <a:pt x="21771" y="128"/>
                    <a:pt x="21584" y="0"/>
                    <a:pt x="21381" y="0"/>
                  </a:cubicBezTo>
                  <a:close/>
                </a:path>
              </a:pathLst>
            </a:custGeom>
            <a:solidFill>
              <a:srgbClr val="449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Google Shape;143;p16"/>
          <p:cNvSpPr/>
          <p:nvPr/>
        </p:nvSpPr>
        <p:spPr>
          <a:xfrm>
            <a:off x="1" y="3744009"/>
            <a:ext cx="1536033" cy="1399598"/>
          </a:xfrm>
          <a:custGeom>
            <a:avLst/>
            <a:gdLst/>
            <a:ahLst/>
            <a:cxnLst/>
            <a:rect l="l" t="t" r="r" b="b"/>
            <a:pathLst>
              <a:path w="57091" h="52020" extrusionOk="0">
                <a:moveTo>
                  <a:pt x="167" y="14181"/>
                </a:moveTo>
                <a:cubicBezTo>
                  <a:pt x="845" y="14181"/>
                  <a:pt x="14859" y="1"/>
                  <a:pt x="24658" y="18574"/>
                </a:cubicBezTo>
                <a:cubicBezTo>
                  <a:pt x="34457" y="37160"/>
                  <a:pt x="57090" y="28040"/>
                  <a:pt x="50840" y="52019"/>
                </a:cubicBezTo>
                <a:lnTo>
                  <a:pt x="0" y="52019"/>
                </a:lnTo>
                <a:close/>
              </a:path>
            </a:pathLst>
          </a:custGeom>
          <a:solidFill>
            <a:srgbClr val="3FB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6"/>
          <p:cNvSpPr/>
          <p:nvPr/>
        </p:nvSpPr>
        <p:spPr>
          <a:xfrm>
            <a:off x="2292986" y="714386"/>
            <a:ext cx="6851022" cy="4429224"/>
          </a:xfrm>
          <a:custGeom>
            <a:avLst/>
            <a:gdLst/>
            <a:ahLst/>
            <a:cxnLst/>
            <a:rect l="l" t="t" r="r" b="b"/>
            <a:pathLst>
              <a:path w="213944" h="138316" extrusionOk="0">
                <a:moveTo>
                  <a:pt x="187607" y="17884"/>
                </a:moveTo>
                <a:cubicBezTo>
                  <a:pt x="185262" y="10061"/>
                  <a:pt x="178440" y="0"/>
                  <a:pt x="158818" y="500"/>
                </a:cubicBezTo>
                <a:cubicBezTo>
                  <a:pt x="138756" y="1012"/>
                  <a:pt x="122325" y="29659"/>
                  <a:pt x="89500" y="43720"/>
                </a:cubicBezTo>
                <a:cubicBezTo>
                  <a:pt x="72260" y="51114"/>
                  <a:pt x="1" y="63092"/>
                  <a:pt x="41589" y="138315"/>
                </a:cubicBezTo>
                <a:lnTo>
                  <a:pt x="60425" y="138315"/>
                </a:lnTo>
                <a:lnTo>
                  <a:pt x="186881" y="138315"/>
                </a:lnTo>
                <a:lnTo>
                  <a:pt x="213944" y="138315"/>
                </a:lnTo>
                <a:lnTo>
                  <a:pt x="213944" y="33588"/>
                </a:lnTo>
                <a:cubicBezTo>
                  <a:pt x="211241" y="26349"/>
                  <a:pt x="204455" y="18038"/>
                  <a:pt x="187607" y="17884"/>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p:cNvSpPr/>
          <p:nvPr/>
        </p:nvSpPr>
        <p:spPr>
          <a:xfrm>
            <a:off x="2838848" y="1324408"/>
            <a:ext cx="4536814" cy="2368458"/>
          </a:xfrm>
          <a:custGeom>
            <a:avLst/>
            <a:gdLst/>
            <a:ahLst/>
            <a:cxnLst/>
            <a:rect l="l" t="t" r="r" b="b"/>
            <a:pathLst>
              <a:path w="80737" h="42149" extrusionOk="0">
                <a:moveTo>
                  <a:pt x="40565" y="1"/>
                </a:moveTo>
                <a:cubicBezTo>
                  <a:pt x="34671" y="1"/>
                  <a:pt x="29373" y="2489"/>
                  <a:pt x="25658" y="6478"/>
                </a:cubicBezTo>
                <a:cubicBezTo>
                  <a:pt x="23157" y="9151"/>
                  <a:pt x="19680" y="10629"/>
                  <a:pt x="16026" y="10629"/>
                </a:cubicBezTo>
                <a:cubicBezTo>
                  <a:pt x="15872" y="10629"/>
                  <a:pt x="15717" y="10626"/>
                  <a:pt x="15562" y="10621"/>
                </a:cubicBezTo>
                <a:cubicBezTo>
                  <a:pt x="15383" y="10609"/>
                  <a:pt x="15216" y="10609"/>
                  <a:pt x="15038" y="10609"/>
                </a:cubicBezTo>
                <a:cubicBezTo>
                  <a:pt x="6727" y="10609"/>
                  <a:pt x="0" y="17324"/>
                  <a:pt x="0" y="25623"/>
                </a:cubicBezTo>
                <a:cubicBezTo>
                  <a:pt x="0" y="33910"/>
                  <a:pt x="6727" y="40625"/>
                  <a:pt x="15038" y="40625"/>
                </a:cubicBezTo>
                <a:cubicBezTo>
                  <a:pt x="19705" y="40625"/>
                  <a:pt x="23872" y="38505"/>
                  <a:pt x="26623" y="35184"/>
                </a:cubicBezTo>
                <a:cubicBezTo>
                  <a:pt x="30278" y="38589"/>
                  <a:pt x="35171" y="40684"/>
                  <a:pt x="40565" y="40684"/>
                </a:cubicBezTo>
                <a:cubicBezTo>
                  <a:pt x="43529" y="40684"/>
                  <a:pt x="46351" y="40053"/>
                  <a:pt x="48887" y="38910"/>
                </a:cubicBezTo>
                <a:cubicBezTo>
                  <a:pt x="51233" y="40922"/>
                  <a:pt x="54293" y="42149"/>
                  <a:pt x="57638" y="42149"/>
                </a:cubicBezTo>
                <a:cubicBezTo>
                  <a:pt x="61984" y="42149"/>
                  <a:pt x="65854" y="40077"/>
                  <a:pt x="68306" y="36874"/>
                </a:cubicBezTo>
                <a:cubicBezTo>
                  <a:pt x="69628" y="38124"/>
                  <a:pt x="71414" y="38898"/>
                  <a:pt x="73378" y="38898"/>
                </a:cubicBezTo>
                <a:cubicBezTo>
                  <a:pt x="77438" y="38898"/>
                  <a:pt x="80736" y="35600"/>
                  <a:pt x="80736" y="31540"/>
                </a:cubicBezTo>
                <a:cubicBezTo>
                  <a:pt x="80736" y="27480"/>
                  <a:pt x="77438" y="24194"/>
                  <a:pt x="73378" y="24194"/>
                </a:cubicBezTo>
                <a:lnTo>
                  <a:pt x="73343" y="24194"/>
                </a:lnTo>
                <a:cubicBezTo>
                  <a:pt x="73331" y="24194"/>
                  <a:pt x="73318" y="24194"/>
                  <a:pt x="73306" y="24194"/>
                </a:cubicBezTo>
                <a:cubicBezTo>
                  <a:pt x="71641" y="24194"/>
                  <a:pt x="70062" y="23386"/>
                  <a:pt x="69211" y="21944"/>
                </a:cubicBezTo>
                <a:cubicBezTo>
                  <a:pt x="67925" y="19777"/>
                  <a:pt x="66044" y="17991"/>
                  <a:pt x="63782" y="16824"/>
                </a:cubicBezTo>
                <a:cubicBezTo>
                  <a:pt x="61734" y="15764"/>
                  <a:pt x="60091" y="14086"/>
                  <a:pt x="59139" y="11978"/>
                </a:cubicBezTo>
                <a:cubicBezTo>
                  <a:pt x="55948" y="4918"/>
                  <a:pt x="48840" y="1"/>
                  <a:pt x="40565" y="1"/>
                </a:cubicBezTo>
                <a:close/>
              </a:path>
            </a:pathLst>
          </a:custGeom>
          <a:solidFill>
            <a:srgbClr val="FFFFFF">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p:cNvSpPr txBox="1">
            <a:spLocks noGrp="1"/>
          </p:cNvSpPr>
          <p:nvPr>
            <p:ph type="title"/>
          </p:nvPr>
        </p:nvSpPr>
        <p:spPr>
          <a:xfrm>
            <a:off x="717525" y="552990"/>
            <a:ext cx="7708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solidFill>
                  <a:srgbClr val="053B5C"/>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47" name="Google Shape;147;p16"/>
          <p:cNvSpPr txBox="1">
            <a:spLocks noGrp="1"/>
          </p:cNvSpPr>
          <p:nvPr>
            <p:ph type="subTitle" idx="1"/>
          </p:nvPr>
        </p:nvSpPr>
        <p:spPr>
          <a:xfrm>
            <a:off x="1528650" y="1342100"/>
            <a:ext cx="2607300" cy="992700"/>
          </a:xfrm>
          <a:prstGeom prst="rect">
            <a:avLst/>
          </a:prstGeom>
        </p:spPr>
        <p:txBody>
          <a:bodyPr spcFirstLastPara="1" wrap="square" lIns="91425" tIns="91425" rIns="91425" bIns="0" anchor="b" anchorCtr="0">
            <a:noAutofit/>
          </a:bodyPr>
          <a:lstStyle>
            <a:lvl1pPr lvl="0" algn="ctr" rtl="0">
              <a:lnSpc>
                <a:spcPct val="100000"/>
              </a:lnSpc>
              <a:spcBef>
                <a:spcPts val="0"/>
              </a:spcBef>
              <a:spcAft>
                <a:spcPts val="0"/>
              </a:spcAft>
              <a:buNone/>
              <a:defRPr>
                <a:solidFill>
                  <a:srgbClr val="053B5C"/>
                </a:solidFill>
              </a:defRPr>
            </a:lvl1pPr>
            <a:lvl2pPr lvl="1" algn="ctr" rtl="0">
              <a:lnSpc>
                <a:spcPct val="100000"/>
              </a:lnSpc>
              <a:spcBef>
                <a:spcPts val="0"/>
              </a:spcBef>
              <a:spcAft>
                <a:spcPts val="0"/>
              </a:spcAft>
              <a:buNone/>
              <a:defRPr>
                <a:solidFill>
                  <a:srgbClr val="053B5C"/>
                </a:solidFill>
              </a:defRPr>
            </a:lvl2pPr>
            <a:lvl3pPr lvl="2" algn="ctr" rtl="0">
              <a:lnSpc>
                <a:spcPct val="100000"/>
              </a:lnSpc>
              <a:spcBef>
                <a:spcPts val="0"/>
              </a:spcBef>
              <a:spcAft>
                <a:spcPts val="0"/>
              </a:spcAft>
              <a:buNone/>
              <a:defRPr>
                <a:solidFill>
                  <a:srgbClr val="053B5C"/>
                </a:solidFill>
              </a:defRPr>
            </a:lvl3pPr>
            <a:lvl4pPr lvl="3" algn="ctr" rtl="0">
              <a:lnSpc>
                <a:spcPct val="100000"/>
              </a:lnSpc>
              <a:spcBef>
                <a:spcPts val="0"/>
              </a:spcBef>
              <a:spcAft>
                <a:spcPts val="0"/>
              </a:spcAft>
              <a:buNone/>
              <a:defRPr>
                <a:solidFill>
                  <a:srgbClr val="053B5C"/>
                </a:solidFill>
              </a:defRPr>
            </a:lvl4pPr>
            <a:lvl5pPr lvl="4" algn="ctr" rtl="0">
              <a:lnSpc>
                <a:spcPct val="100000"/>
              </a:lnSpc>
              <a:spcBef>
                <a:spcPts val="0"/>
              </a:spcBef>
              <a:spcAft>
                <a:spcPts val="0"/>
              </a:spcAft>
              <a:buNone/>
              <a:defRPr>
                <a:solidFill>
                  <a:srgbClr val="053B5C"/>
                </a:solidFill>
              </a:defRPr>
            </a:lvl5pPr>
            <a:lvl6pPr lvl="5" algn="ctr" rtl="0">
              <a:lnSpc>
                <a:spcPct val="100000"/>
              </a:lnSpc>
              <a:spcBef>
                <a:spcPts val="0"/>
              </a:spcBef>
              <a:spcAft>
                <a:spcPts val="0"/>
              </a:spcAft>
              <a:buNone/>
              <a:defRPr>
                <a:solidFill>
                  <a:srgbClr val="053B5C"/>
                </a:solidFill>
              </a:defRPr>
            </a:lvl6pPr>
            <a:lvl7pPr lvl="6" algn="ctr" rtl="0">
              <a:lnSpc>
                <a:spcPct val="100000"/>
              </a:lnSpc>
              <a:spcBef>
                <a:spcPts val="0"/>
              </a:spcBef>
              <a:spcAft>
                <a:spcPts val="0"/>
              </a:spcAft>
              <a:buNone/>
              <a:defRPr>
                <a:solidFill>
                  <a:srgbClr val="053B5C"/>
                </a:solidFill>
              </a:defRPr>
            </a:lvl7pPr>
            <a:lvl8pPr lvl="7" algn="ctr" rtl="0">
              <a:lnSpc>
                <a:spcPct val="100000"/>
              </a:lnSpc>
              <a:spcBef>
                <a:spcPts val="0"/>
              </a:spcBef>
              <a:spcAft>
                <a:spcPts val="0"/>
              </a:spcAft>
              <a:buNone/>
              <a:defRPr>
                <a:solidFill>
                  <a:srgbClr val="053B5C"/>
                </a:solidFill>
              </a:defRPr>
            </a:lvl8pPr>
            <a:lvl9pPr lvl="8" algn="ctr" rtl="0">
              <a:lnSpc>
                <a:spcPct val="100000"/>
              </a:lnSpc>
              <a:spcBef>
                <a:spcPts val="0"/>
              </a:spcBef>
              <a:spcAft>
                <a:spcPts val="0"/>
              </a:spcAft>
              <a:buNone/>
              <a:defRPr>
                <a:solidFill>
                  <a:srgbClr val="053B5C"/>
                </a:solidFill>
              </a:defRPr>
            </a:lvl9pPr>
          </a:lstStyle>
          <a:p>
            <a:endParaRPr/>
          </a:p>
        </p:txBody>
      </p:sp>
      <p:sp>
        <p:nvSpPr>
          <p:cNvPr id="148" name="Google Shape;148;p16"/>
          <p:cNvSpPr txBox="1">
            <a:spLocks noGrp="1"/>
          </p:cNvSpPr>
          <p:nvPr>
            <p:ph type="subTitle" idx="2"/>
          </p:nvPr>
        </p:nvSpPr>
        <p:spPr>
          <a:xfrm>
            <a:off x="5008050" y="1342100"/>
            <a:ext cx="2607300" cy="992700"/>
          </a:xfrm>
          <a:prstGeom prst="rect">
            <a:avLst/>
          </a:prstGeom>
        </p:spPr>
        <p:txBody>
          <a:bodyPr spcFirstLastPara="1" wrap="square" lIns="91425" tIns="91425" rIns="91425" bIns="0" anchor="b" anchorCtr="0">
            <a:noAutofit/>
          </a:bodyPr>
          <a:lstStyle>
            <a:lvl1pPr lvl="0" algn="ctr" rtl="0">
              <a:lnSpc>
                <a:spcPct val="100000"/>
              </a:lnSpc>
              <a:spcBef>
                <a:spcPts val="0"/>
              </a:spcBef>
              <a:spcAft>
                <a:spcPts val="0"/>
              </a:spcAft>
              <a:buNone/>
              <a:defRPr>
                <a:solidFill>
                  <a:srgbClr val="053B5C"/>
                </a:solidFill>
              </a:defRPr>
            </a:lvl1pPr>
            <a:lvl2pPr lvl="1" algn="ctr" rtl="0">
              <a:lnSpc>
                <a:spcPct val="100000"/>
              </a:lnSpc>
              <a:spcBef>
                <a:spcPts val="0"/>
              </a:spcBef>
              <a:spcAft>
                <a:spcPts val="0"/>
              </a:spcAft>
              <a:buNone/>
              <a:defRPr>
                <a:solidFill>
                  <a:srgbClr val="053B5C"/>
                </a:solidFill>
              </a:defRPr>
            </a:lvl2pPr>
            <a:lvl3pPr lvl="2" algn="ctr" rtl="0">
              <a:lnSpc>
                <a:spcPct val="100000"/>
              </a:lnSpc>
              <a:spcBef>
                <a:spcPts val="0"/>
              </a:spcBef>
              <a:spcAft>
                <a:spcPts val="0"/>
              </a:spcAft>
              <a:buNone/>
              <a:defRPr>
                <a:solidFill>
                  <a:srgbClr val="053B5C"/>
                </a:solidFill>
              </a:defRPr>
            </a:lvl3pPr>
            <a:lvl4pPr lvl="3" algn="ctr" rtl="0">
              <a:lnSpc>
                <a:spcPct val="100000"/>
              </a:lnSpc>
              <a:spcBef>
                <a:spcPts val="0"/>
              </a:spcBef>
              <a:spcAft>
                <a:spcPts val="0"/>
              </a:spcAft>
              <a:buNone/>
              <a:defRPr>
                <a:solidFill>
                  <a:srgbClr val="053B5C"/>
                </a:solidFill>
              </a:defRPr>
            </a:lvl4pPr>
            <a:lvl5pPr lvl="4" algn="ctr" rtl="0">
              <a:lnSpc>
                <a:spcPct val="100000"/>
              </a:lnSpc>
              <a:spcBef>
                <a:spcPts val="0"/>
              </a:spcBef>
              <a:spcAft>
                <a:spcPts val="0"/>
              </a:spcAft>
              <a:buNone/>
              <a:defRPr>
                <a:solidFill>
                  <a:srgbClr val="053B5C"/>
                </a:solidFill>
              </a:defRPr>
            </a:lvl5pPr>
            <a:lvl6pPr lvl="5" algn="ctr" rtl="0">
              <a:lnSpc>
                <a:spcPct val="100000"/>
              </a:lnSpc>
              <a:spcBef>
                <a:spcPts val="0"/>
              </a:spcBef>
              <a:spcAft>
                <a:spcPts val="0"/>
              </a:spcAft>
              <a:buNone/>
              <a:defRPr>
                <a:solidFill>
                  <a:srgbClr val="053B5C"/>
                </a:solidFill>
              </a:defRPr>
            </a:lvl6pPr>
            <a:lvl7pPr lvl="6" algn="ctr" rtl="0">
              <a:lnSpc>
                <a:spcPct val="100000"/>
              </a:lnSpc>
              <a:spcBef>
                <a:spcPts val="0"/>
              </a:spcBef>
              <a:spcAft>
                <a:spcPts val="0"/>
              </a:spcAft>
              <a:buNone/>
              <a:defRPr>
                <a:solidFill>
                  <a:srgbClr val="053B5C"/>
                </a:solidFill>
              </a:defRPr>
            </a:lvl7pPr>
            <a:lvl8pPr lvl="7" algn="ctr" rtl="0">
              <a:lnSpc>
                <a:spcPct val="100000"/>
              </a:lnSpc>
              <a:spcBef>
                <a:spcPts val="0"/>
              </a:spcBef>
              <a:spcAft>
                <a:spcPts val="0"/>
              </a:spcAft>
              <a:buNone/>
              <a:defRPr>
                <a:solidFill>
                  <a:srgbClr val="053B5C"/>
                </a:solidFill>
              </a:defRPr>
            </a:lvl8pPr>
            <a:lvl9pPr lvl="8" algn="ctr" rtl="0">
              <a:lnSpc>
                <a:spcPct val="100000"/>
              </a:lnSpc>
              <a:spcBef>
                <a:spcPts val="0"/>
              </a:spcBef>
              <a:spcAft>
                <a:spcPts val="0"/>
              </a:spcAft>
              <a:buNone/>
              <a:defRPr>
                <a:solidFill>
                  <a:srgbClr val="053B5C"/>
                </a:solidFill>
              </a:defRPr>
            </a:lvl9pPr>
          </a:lstStyle>
          <a:p>
            <a:endParaRPr/>
          </a:p>
        </p:txBody>
      </p:sp>
      <p:sp>
        <p:nvSpPr>
          <p:cNvPr id="149" name="Google Shape;149;p16"/>
          <p:cNvSpPr txBox="1">
            <a:spLocks noGrp="1"/>
          </p:cNvSpPr>
          <p:nvPr>
            <p:ph type="title" idx="3"/>
          </p:nvPr>
        </p:nvSpPr>
        <p:spPr>
          <a:xfrm>
            <a:off x="1528650" y="3808350"/>
            <a:ext cx="2607300" cy="49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rgbClr val="053B5C"/>
                </a:solidFill>
              </a:defRPr>
            </a:lvl1pPr>
            <a:lvl2pPr lvl="1" algn="ctr" rtl="0">
              <a:spcBef>
                <a:spcPts val="0"/>
              </a:spcBef>
              <a:spcAft>
                <a:spcPts val="0"/>
              </a:spcAft>
              <a:buNone/>
              <a:defRPr sz="1800">
                <a:solidFill>
                  <a:srgbClr val="053B5C"/>
                </a:solidFill>
              </a:defRPr>
            </a:lvl2pPr>
            <a:lvl3pPr lvl="2" algn="ctr" rtl="0">
              <a:spcBef>
                <a:spcPts val="0"/>
              </a:spcBef>
              <a:spcAft>
                <a:spcPts val="0"/>
              </a:spcAft>
              <a:buNone/>
              <a:defRPr sz="1800">
                <a:solidFill>
                  <a:srgbClr val="053B5C"/>
                </a:solidFill>
              </a:defRPr>
            </a:lvl3pPr>
            <a:lvl4pPr lvl="3" algn="ctr" rtl="0">
              <a:spcBef>
                <a:spcPts val="0"/>
              </a:spcBef>
              <a:spcAft>
                <a:spcPts val="0"/>
              </a:spcAft>
              <a:buNone/>
              <a:defRPr sz="1800">
                <a:solidFill>
                  <a:srgbClr val="053B5C"/>
                </a:solidFill>
              </a:defRPr>
            </a:lvl4pPr>
            <a:lvl5pPr lvl="4" algn="ctr" rtl="0">
              <a:spcBef>
                <a:spcPts val="0"/>
              </a:spcBef>
              <a:spcAft>
                <a:spcPts val="0"/>
              </a:spcAft>
              <a:buNone/>
              <a:defRPr sz="1800">
                <a:solidFill>
                  <a:srgbClr val="053B5C"/>
                </a:solidFill>
              </a:defRPr>
            </a:lvl5pPr>
            <a:lvl6pPr lvl="5" algn="ctr" rtl="0">
              <a:spcBef>
                <a:spcPts val="0"/>
              </a:spcBef>
              <a:spcAft>
                <a:spcPts val="0"/>
              </a:spcAft>
              <a:buNone/>
              <a:defRPr sz="1800">
                <a:solidFill>
                  <a:srgbClr val="053B5C"/>
                </a:solidFill>
              </a:defRPr>
            </a:lvl6pPr>
            <a:lvl7pPr lvl="6" algn="ctr" rtl="0">
              <a:spcBef>
                <a:spcPts val="0"/>
              </a:spcBef>
              <a:spcAft>
                <a:spcPts val="0"/>
              </a:spcAft>
              <a:buNone/>
              <a:defRPr sz="1800">
                <a:solidFill>
                  <a:srgbClr val="053B5C"/>
                </a:solidFill>
              </a:defRPr>
            </a:lvl7pPr>
            <a:lvl8pPr lvl="7" algn="ctr" rtl="0">
              <a:spcBef>
                <a:spcPts val="0"/>
              </a:spcBef>
              <a:spcAft>
                <a:spcPts val="0"/>
              </a:spcAft>
              <a:buNone/>
              <a:defRPr sz="1800">
                <a:solidFill>
                  <a:srgbClr val="053B5C"/>
                </a:solidFill>
              </a:defRPr>
            </a:lvl8pPr>
            <a:lvl9pPr lvl="8" algn="ctr" rtl="0">
              <a:spcBef>
                <a:spcPts val="0"/>
              </a:spcBef>
              <a:spcAft>
                <a:spcPts val="0"/>
              </a:spcAft>
              <a:buNone/>
              <a:defRPr sz="1800">
                <a:solidFill>
                  <a:srgbClr val="053B5C"/>
                </a:solidFill>
              </a:defRPr>
            </a:lvl9pPr>
          </a:lstStyle>
          <a:p>
            <a:endParaRPr/>
          </a:p>
        </p:txBody>
      </p:sp>
      <p:sp>
        <p:nvSpPr>
          <p:cNvPr id="150" name="Google Shape;150;p16"/>
          <p:cNvSpPr txBox="1">
            <a:spLocks noGrp="1"/>
          </p:cNvSpPr>
          <p:nvPr>
            <p:ph type="subTitle" idx="4"/>
          </p:nvPr>
        </p:nvSpPr>
        <p:spPr>
          <a:xfrm>
            <a:off x="5008050" y="2940100"/>
            <a:ext cx="2607300" cy="992700"/>
          </a:xfrm>
          <a:prstGeom prst="rect">
            <a:avLst/>
          </a:prstGeom>
        </p:spPr>
        <p:txBody>
          <a:bodyPr spcFirstLastPara="1" wrap="square" lIns="91425" tIns="91425" rIns="91425" bIns="0" anchor="b" anchorCtr="0">
            <a:noAutofit/>
          </a:bodyPr>
          <a:lstStyle>
            <a:lvl1pPr lvl="0" algn="ctr" rtl="0">
              <a:lnSpc>
                <a:spcPct val="100000"/>
              </a:lnSpc>
              <a:spcBef>
                <a:spcPts val="0"/>
              </a:spcBef>
              <a:spcAft>
                <a:spcPts val="0"/>
              </a:spcAft>
              <a:buNone/>
              <a:defRPr>
                <a:solidFill>
                  <a:srgbClr val="053B5C"/>
                </a:solidFill>
              </a:defRPr>
            </a:lvl1pPr>
            <a:lvl2pPr lvl="1" algn="ctr" rtl="0">
              <a:lnSpc>
                <a:spcPct val="100000"/>
              </a:lnSpc>
              <a:spcBef>
                <a:spcPts val="0"/>
              </a:spcBef>
              <a:spcAft>
                <a:spcPts val="0"/>
              </a:spcAft>
              <a:buNone/>
              <a:defRPr>
                <a:solidFill>
                  <a:srgbClr val="053B5C"/>
                </a:solidFill>
              </a:defRPr>
            </a:lvl2pPr>
            <a:lvl3pPr lvl="2" algn="ctr" rtl="0">
              <a:lnSpc>
                <a:spcPct val="100000"/>
              </a:lnSpc>
              <a:spcBef>
                <a:spcPts val="0"/>
              </a:spcBef>
              <a:spcAft>
                <a:spcPts val="0"/>
              </a:spcAft>
              <a:buNone/>
              <a:defRPr>
                <a:solidFill>
                  <a:srgbClr val="053B5C"/>
                </a:solidFill>
              </a:defRPr>
            </a:lvl3pPr>
            <a:lvl4pPr lvl="3" algn="ctr" rtl="0">
              <a:lnSpc>
                <a:spcPct val="100000"/>
              </a:lnSpc>
              <a:spcBef>
                <a:spcPts val="0"/>
              </a:spcBef>
              <a:spcAft>
                <a:spcPts val="0"/>
              </a:spcAft>
              <a:buNone/>
              <a:defRPr>
                <a:solidFill>
                  <a:srgbClr val="053B5C"/>
                </a:solidFill>
              </a:defRPr>
            </a:lvl4pPr>
            <a:lvl5pPr lvl="4" algn="ctr" rtl="0">
              <a:lnSpc>
                <a:spcPct val="100000"/>
              </a:lnSpc>
              <a:spcBef>
                <a:spcPts val="0"/>
              </a:spcBef>
              <a:spcAft>
                <a:spcPts val="0"/>
              </a:spcAft>
              <a:buNone/>
              <a:defRPr>
                <a:solidFill>
                  <a:srgbClr val="053B5C"/>
                </a:solidFill>
              </a:defRPr>
            </a:lvl5pPr>
            <a:lvl6pPr lvl="5" algn="ctr" rtl="0">
              <a:lnSpc>
                <a:spcPct val="100000"/>
              </a:lnSpc>
              <a:spcBef>
                <a:spcPts val="0"/>
              </a:spcBef>
              <a:spcAft>
                <a:spcPts val="0"/>
              </a:spcAft>
              <a:buNone/>
              <a:defRPr>
                <a:solidFill>
                  <a:srgbClr val="053B5C"/>
                </a:solidFill>
              </a:defRPr>
            </a:lvl6pPr>
            <a:lvl7pPr lvl="6" algn="ctr" rtl="0">
              <a:lnSpc>
                <a:spcPct val="100000"/>
              </a:lnSpc>
              <a:spcBef>
                <a:spcPts val="0"/>
              </a:spcBef>
              <a:spcAft>
                <a:spcPts val="0"/>
              </a:spcAft>
              <a:buNone/>
              <a:defRPr>
                <a:solidFill>
                  <a:srgbClr val="053B5C"/>
                </a:solidFill>
              </a:defRPr>
            </a:lvl7pPr>
            <a:lvl8pPr lvl="7" algn="ctr" rtl="0">
              <a:lnSpc>
                <a:spcPct val="100000"/>
              </a:lnSpc>
              <a:spcBef>
                <a:spcPts val="0"/>
              </a:spcBef>
              <a:spcAft>
                <a:spcPts val="0"/>
              </a:spcAft>
              <a:buNone/>
              <a:defRPr>
                <a:solidFill>
                  <a:srgbClr val="053B5C"/>
                </a:solidFill>
              </a:defRPr>
            </a:lvl8pPr>
            <a:lvl9pPr lvl="8" algn="ctr" rtl="0">
              <a:lnSpc>
                <a:spcPct val="100000"/>
              </a:lnSpc>
              <a:spcBef>
                <a:spcPts val="0"/>
              </a:spcBef>
              <a:spcAft>
                <a:spcPts val="0"/>
              </a:spcAft>
              <a:buNone/>
              <a:defRPr>
                <a:solidFill>
                  <a:srgbClr val="053B5C"/>
                </a:solidFill>
              </a:defRPr>
            </a:lvl9pPr>
          </a:lstStyle>
          <a:p>
            <a:endParaRPr/>
          </a:p>
        </p:txBody>
      </p:sp>
      <p:sp>
        <p:nvSpPr>
          <p:cNvPr id="151" name="Google Shape;151;p16"/>
          <p:cNvSpPr txBox="1">
            <a:spLocks noGrp="1"/>
          </p:cNvSpPr>
          <p:nvPr>
            <p:ph type="title" idx="5"/>
          </p:nvPr>
        </p:nvSpPr>
        <p:spPr>
          <a:xfrm>
            <a:off x="1528650" y="2210350"/>
            <a:ext cx="2607300" cy="49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rgbClr val="053B5C"/>
                </a:solidFill>
              </a:defRPr>
            </a:lvl1pPr>
            <a:lvl2pPr lvl="1" algn="ctr" rtl="0">
              <a:spcBef>
                <a:spcPts val="0"/>
              </a:spcBef>
              <a:spcAft>
                <a:spcPts val="0"/>
              </a:spcAft>
              <a:buNone/>
              <a:defRPr sz="1800">
                <a:solidFill>
                  <a:srgbClr val="053B5C"/>
                </a:solidFill>
              </a:defRPr>
            </a:lvl2pPr>
            <a:lvl3pPr lvl="2" algn="ctr" rtl="0">
              <a:spcBef>
                <a:spcPts val="0"/>
              </a:spcBef>
              <a:spcAft>
                <a:spcPts val="0"/>
              </a:spcAft>
              <a:buNone/>
              <a:defRPr sz="1800">
                <a:solidFill>
                  <a:srgbClr val="053B5C"/>
                </a:solidFill>
              </a:defRPr>
            </a:lvl3pPr>
            <a:lvl4pPr lvl="3" algn="ctr" rtl="0">
              <a:spcBef>
                <a:spcPts val="0"/>
              </a:spcBef>
              <a:spcAft>
                <a:spcPts val="0"/>
              </a:spcAft>
              <a:buNone/>
              <a:defRPr sz="1800">
                <a:solidFill>
                  <a:srgbClr val="053B5C"/>
                </a:solidFill>
              </a:defRPr>
            </a:lvl4pPr>
            <a:lvl5pPr lvl="4" algn="ctr" rtl="0">
              <a:spcBef>
                <a:spcPts val="0"/>
              </a:spcBef>
              <a:spcAft>
                <a:spcPts val="0"/>
              </a:spcAft>
              <a:buNone/>
              <a:defRPr sz="1800">
                <a:solidFill>
                  <a:srgbClr val="053B5C"/>
                </a:solidFill>
              </a:defRPr>
            </a:lvl5pPr>
            <a:lvl6pPr lvl="5" algn="ctr" rtl="0">
              <a:spcBef>
                <a:spcPts val="0"/>
              </a:spcBef>
              <a:spcAft>
                <a:spcPts val="0"/>
              </a:spcAft>
              <a:buNone/>
              <a:defRPr sz="1800">
                <a:solidFill>
                  <a:srgbClr val="053B5C"/>
                </a:solidFill>
              </a:defRPr>
            </a:lvl6pPr>
            <a:lvl7pPr lvl="6" algn="ctr" rtl="0">
              <a:spcBef>
                <a:spcPts val="0"/>
              </a:spcBef>
              <a:spcAft>
                <a:spcPts val="0"/>
              </a:spcAft>
              <a:buNone/>
              <a:defRPr sz="1800">
                <a:solidFill>
                  <a:srgbClr val="053B5C"/>
                </a:solidFill>
              </a:defRPr>
            </a:lvl7pPr>
            <a:lvl8pPr lvl="7" algn="ctr" rtl="0">
              <a:spcBef>
                <a:spcPts val="0"/>
              </a:spcBef>
              <a:spcAft>
                <a:spcPts val="0"/>
              </a:spcAft>
              <a:buNone/>
              <a:defRPr sz="1800">
                <a:solidFill>
                  <a:srgbClr val="053B5C"/>
                </a:solidFill>
              </a:defRPr>
            </a:lvl8pPr>
            <a:lvl9pPr lvl="8" algn="ctr" rtl="0">
              <a:spcBef>
                <a:spcPts val="0"/>
              </a:spcBef>
              <a:spcAft>
                <a:spcPts val="0"/>
              </a:spcAft>
              <a:buNone/>
              <a:defRPr sz="1800">
                <a:solidFill>
                  <a:srgbClr val="053B5C"/>
                </a:solidFill>
              </a:defRPr>
            </a:lvl9pPr>
          </a:lstStyle>
          <a:p>
            <a:endParaRPr/>
          </a:p>
        </p:txBody>
      </p:sp>
      <p:sp>
        <p:nvSpPr>
          <p:cNvPr id="152" name="Google Shape;152;p16"/>
          <p:cNvSpPr txBox="1">
            <a:spLocks noGrp="1"/>
          </p:cNvSpPr>
          <p:nvPr>
            <p:ph type="title" idx="6"/>
          </p:nvPr>
        </p:nvSpPr>
        <p:spPr>
          <a:xfrm>
            <a:off x="5008050" y="2210350"/>
            <a:ext cx="2607300" cy="49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rgbClr val="053B5C"/>
                </a:solidFill>
              </a:defRPr>
            </a:lvl1pPr>
            <a:lvl2pPr lvl="1" algn="ctr" rtl="0">
              <a:spcBef>
                <a:spcPts val="0"/>
              </a:spcBef>
              <a:spcAft>
                <a:spcPts val="0"/>
              </a:spcAft>
              <a:buNone/>
              <a:defRPr sz="1800">
                <a:solidFill>
                  <a:srgbClr val="053B5C"/>
                </a:solidFill>
              </a:defRPr>
            </a:lvl2pPr>
            <a:lvl3pPr lvl="2" algn="ctr" rtl="0">
              <a:spcBef>
                <a:spcPts val="0"/>
              </a:spcBef>
              <a:spcAft>
                <a:spcPts val="0"/>
              </a:spcAft>
              <a:buNone/>
              <a:defRPr sz="1800">
                <a:solidFill>
                  <a:srgbClr val="053B5C"/>
                </a:solidFill>
              </a:defRPr>
            </a:lvl3pPr>
            <a:lvl4pPr lvl="3" algn="ctr" rtl="0">
              <a:spcBef>
                <a:spcPts val="0"/>
              </a:spcBef>
              <a:spcAft>
                <a:spcPts val="0"/>
              </a:spcAft>
              <a:buNone/>
              <a:defRPr sz="1800">
                <a:solidFill>
                  <a:srgbClr val="053B5C"/>
                </a:solidFill>
              </a:defRPr>
            </a:lvl4pPr>
            <a:lvl5pPr lvl="4" algn="ctr" rtl="0">
              <a:spcBef>
                <a:spcPts val="0"/>
              </a:spcBef>
              <a:spcAft>
                <a:spcPts val="0"/>
              </a:spcAft>
              <a:buNone/>
              <a:defRPr sz="1800">
                <a:solidFill>
                  <a:srgbClr val="053B5C"/>
                </a:solidFill>
              </a:defRPr>
            </a:lvl5pPr>
            <a:lvl6pPr lvl="5" algn="ctr" rtl="0">
              <a:spcBef>
                <a:spcPts val="0"/>
              </a:spcBef>
              <a:spcAft>
                <a:spcPts val="0"/>
              </a:spcAft>
              <a:buNone/>
              <a:defRPr sz="1800">
                <a:solidFill>
                  <a:srgbClr val="053B5C"/>
                </a:solidFill>
              </a:defRPr>
            </a:lvl6pPr>
            <a:lvl7pPr lvl="6" algn="ctr" rtl="0">
              <a:spcBef>
                <a:spcPts val="0"/>
              </a:spcBef>
              <a:spcAft>
                <a:spcPts val="0"/>
              </a:spcAft>
              <a:buNone/>
              <a:defRPr sz="1800">
                <a:solidFill>
                  <a:srgbClr val="053B5C"/>
                </a:solidFill>
              </a:defRPr>
            </a:lvl7pPr>
            <a:lvl8pPr lvl="7" algn="ctr" rtl="0">
              <a:spcBef>
                <a:spcPts val="0"/>
              </a:spcBef>
              <a:spcAft>
                <a:spcPts val="0"/>
              </a:spcAft>
              <a:buNone/>
              <a:defRPr sz="1800">
                <a:solidFill>
                  <a:srgbClr val="053B5C"/>
                </a:solidFill>
              </a:defRPr>
            </a:lvl8pPr>
            <a:lvl9pPr lvl="8" algn="ctr" rtl="0">
              <a:spcBef>
                <a:spcPts val="0"/>
              </a:spcBef>
              <a:spcAft>
                <a:spcPts val="0"/>
              </a:spcAft>
              <a:buNone/>
              <a:defRPr sz="1800">
                <a:solidFill>
                  <a:srgbClr val="053B5C"/>
                </a:solidFill>
              </a:defRPr>
            </a:lvl9pPr>
          </a:lstStyle>
          <a:p>
            <a:endParaRPr/>
          </a:p>
        </p:txBody>
      </p:sp>
      <p:sp>
        <p:nvSpPr>
          <p:cNvPr id="153" name="Google Shape;153;p16"/>
          <p:cNvSpPr txBox="1">
            <a:spLocks noGrp="1"/>
          </p:cNvSpPr>
          <p:nvPr>
            <p:ph type="subTitle" idx="7"/>
          </p:nvPr>
        </p:nvSpPr>
        <p:spPr>
          <a:xfrm>
            <a:off x="1528650" y="2940100"/>
            <a:ext cx="2607300" cy="992700"/>
          </a:xfrm>
          <a:prstGeom prst="rect">
            <a:avLst/>
          </a:prstGeom>
        </p:spPr>
        <p:txBody>
          <a:bodyPr spcFirstLastPara="1" wrap="square" lIns="91425" tIns="91425" rIns="91425" bIns="0" anchor="b" anchorCtr="0">
            <a:noAutofit/>
          </a:bodyPr>
          <a:lstStyle>
            <a:lvl1pPr lvl="0" algn="ctr" rtl="0">
              <a:lnSpc>
                <a:spcPct val="100000"/>
              </a:lnSpc>
              <a:spcBef>
                <a:spcPts val="0"/>
              </a:spcBef>
              <a:spcAft>
                <a:spcPts val="0"/>
              </a:spcAft>
              <a:buNone/>
              <a:defRPr>
                <a:solidFill>
                  <a:srgbClr val="053B5C"/>
                </a:solidFill>
              </a:defRPr>
            </a:lvl1pPr>
            <a:lvl2pPr lvl="1" algn="ctr" rtl="0">
              <a:lnSpc>
                <a:spcPct val="100000"/>
              </a:lnSpc>
              <a:spcBef>
                <a:spcPts val="0"/>
              </a:spcBef>
              <a:spcAft>
                <a:spcPts val="0"/>
              </a:spcAft>
              <a:buNone/>
              <a:defRPr>
                <a:solidFill>
                  <a:srgbClr val="053B5C"/>
                </a:solidFill>
              </a:defRPr>
            </a:lvl2pPr>
            <a:lvl3pPr lvl="2" algn="ctr" rtl="0">
              <a:lnSpc>
                <a:spcPct val="100000"/>
              </a:lnSpc>
              <a:spcBef>
                <a:spcPts val="0"/>
              </a:spcBef>
              <a:spcAft>
                <a:spcPts val="0"/>
              </a:spcAft>
              <a:buNone/>
              <a:defRPr>
                <a:solidFill>
                  <a:srgbClr val="053B5C"/>
                </a:solidFill>
              </a:defRPr>
            </a:lvl3pPr>
            <a:lvl4pPr lvl="3" algn="ctr" rtl="0">
              <a:lnSpc>
                <a:spcPct val="100000"/>
              </a:lnSpc>
              <a:spcBef>
                <a:spcPts val="0"/>
              </a:spcBef>
              <a:spcAft>
                <a:spcPts val="0"/>
              </a:spcAft>
              <a:buNone/>
              <a:defRPr>
                <a:solidFill>
                  <a:srgbClr val="053B5C"/>
                </a:solidFill>
              </a:defRPr>
            </a:lvl4pPr>
            <a:lvl5pPr lvl="4" algn="ctr" rtl="0">
              <a:lnSpc>
                <a:spcPct val="100000"/>
              </a:lnSpc>
              <a:spcBef>
                <a:spcPts val="0"/>
              </a:spcBef>
              <a:spcAft>
                <a:spcPts val="0"/>
              </a:spcAft>
              <a:buNone/>
              <a:defRPr>
                <a:solidFill>
                  <a:srgbClr val="053B5C"/>
                </a:solidFill>
              </a:defRPr>
            </a:lvl5pPr>
            <a:lvl6pPr lvl="5" algn="ctr" rtl="0">
              <a:lnSpc>
                <a:spcPct val="100000"/>
              </a:lnSpc>
              <a:spcBef>
                <a:spcPts val="0"/>
              </a:spcBef>
              <a:spcAft>
                <a:spcPts val="0"/>
              </a:spcAft>
              <a:buNone/>
              <a:defRPr>
                <a:solidFill>
                  <a:srgbClr val="053B5C"/>
                </a:solidFill>
              </a:defRPr>
            </a:lvl6pPr>
            <a:lvl7pPr lvl="6" algn="ctr" rtl="0">
              <a:lnSpc>
                <a:spcPct val="100000"/>
              </a:lnSpc>
              <a:spcBef>
                <a:spcPts val="0"/>
              </a:spcBef>
              <a:spcAft>
                <a:spcPts val="0"/>
              </a:spcAft>
              <a:buNone/>
              <a:defRPr>
                <a:solidFill>
                  <a:srgbClr val="053B5C"/>
                </a:solidFill>
              </a:defRPr>
            </a:lvl7pPr>
            <a:lvl8pPr lvl="7" algn="ctr" rtl="0">
              <a:lnSpc>
                <a:spcPct val="100000"/>
              </a:lnSpc>
              <a:spcBef>
                <a:spcPts val="0"/>
              </a:spcBef>
              <a:spcAft>
                <a:spcPts val="0"/>
              </a:spcAft>
              <a:buNone/>
              <a:defRPr>
                <a:solidFill>
                  <a:srgbClr val="053B5C"/>
                </a:solidFill>
              </a:defRPr>
            </a:lvl8pPr>
            <a:lvl9pPr lvl="8" algn="ctr" rtl="0">
              <a:lnSpc>
                <a:spcPct val="100000"/>
              </a:lnSpc>
              <a:spcBef>
                <a:spcPts val="0"/>
              </a:spcBef>
              <a:spcAft>
                <a:spcPts val="0"/>
              </a:spcAft>
              <a:buNone/>
              <a:defRPr>
                <a:solidFill>
                  <a:srgbClr val="053B5C"/>
                </a:solidFill>
              </a:defRPr>
            </a:lvl9pPr>
          </a:lstStyle>
          <a:p>
            <a:endParaRPr/>
          </a:p>
        </p:txBody>
      </p:sp>
      <p:sp>
        <p:nvSpPr>
          <p:cNvPr id="154" name="Google Shape;154;p16"/>
          <p:cNvSpPr txBox="1">
            <a:spLocks noGrp="1"/>
          </p:cNvSpPr>
          <p:nvPr>
            <p:ph type="title" idx="8"/>
          </p:nvPr>
        </p:nvSpPr>
        <p:spPr>
          <a:xfrm>
            <a:off x="5008050" y="3808350"/>
            <a:ext cx="2607300" cy="49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rgbClr val="053B5C"/>
                </a:solidFill>
              </a:defRPr>
            </a:lvl1pPr>
            <a:lvl2pPr lvl="1" algn="ctr" rtl="0">
              <a:spcBef>
                <a:spcPts val="0"/>
              </a:spcBef>
              <a:spcAft>
                <a:spcPts val="0"/>
              </a:spcAft>
              <a:buNone/>
              <a:defRPr sz="1800">
                <a:solidFill>
                  <a:srgbClr val="053B5C"/>
                </a:solidFill>
              </a:defRPr>
            </a:lvl2pPr>
            <a:lvl3pPr lvl="2" algn="ctr" rtl="0">
              <a:spcBef>
                <a:spcPts val="0"/>
              </a:spcBef>
              <a:spcAft>
                <a:spcPts val="0"/>
              </a:spcAft>
              <a:buNone/>
              <a:defRPr sz="1800">
                <a:solidFill>
                  <a:srgbClr val="053B5C"/>
                </a:solidFill>
              </a:defRPr>
            </a:lvl3pPr>
            <a:lvl4pPr lvl="3" algn="ctr" rtl="0">
              <a:spcBef>
                <a:spcPts val="0"/>
              </a:spcBef>
              <a:spcAft>
                <a:spcPts val="0"/>
              </a:spcAft>
              <a:buNone/>
              <a:defRPr sz="1800">
                <a:solidFill>
                  <a:srgbClr val="053B5C"/>
                </a:solidFill>
              </a:defRPr>
            </a:lvl4pPr>
            <a:lvl5pPr lvl="4" algn="ctr" rtl="0">
              <a:spcBef>
                <a:spcPts val="0"/>
              </a:spcBef>
              <a:spcAft>
                <a:spcPts val="0"/>
              </a:spcAft>
              <a:buNone/>
              <a:defRPr sz="1800">
                <a:solidFill>
                  <a:srgbClr val="053B5C"/>
                </a:solidFill>
              </a:defRPr>
            </a:lvl5pPr>
            <a:lvl6pPr lvl="5" algn="ctr" rtl="0">
              <a:spcBef>
                <a:spcPts val="0"/>
              </a:spcBef>
              <a:spcAft>
                <a:spcPts val="0"/>
              </a:spcAft>
              <a:buNone/>
              <a:defRPr sz="1800">
                <a:solidFill>
                  <a:srgbClr val="053B5C"/>
                </a:solidFill>
              </a:defRPr>
            </a:lvl6pPr>
            <a:lvl7pPr lvl="6" algn="ctr" rtl="0">
              <a:spcBef>
                <a:spcPts val="0"/>
              </a:spcBef>
              <a:spcAft>
                <a:spcPts val="0"/>
              </a:spcAft>
              <a:buNone/>
              <a:defRPr sz="1800">
                <a:solidFill>
                  <a:srgbClr val="053B5C"/>
                </a:solidFill>
              </a:defRPr>
            </a:lvl7pPr>
            <a:lvl8pPr lvl="7" algn="ctr" rtl="0">
              <a:spcBef>
                <a:spcPts val="0"/>
              </a:spcBef>
              <a:spcAft>
                <a:spcPts val="0"/>
              </a:spcAft>
              <a:buNone/>
              <a:defRPr sz="1800">
                <a:solidFill>
                  <a:srgbClr val="053B5C"/>
                </a:solidFill>
              </a:defRPr>
            </a:lvl8pPr>
            <a:lvl9pPr lvl="8" algn="ctr" rtl="0">
              <a:spcBef>
                <a:spcPts val="0"/>
              </a:spcBef>
              <a:spcAft>
                <a:spcPts val="0"/>
              </a:spcAft>
              <a:buNone/>
              <a:defRPr sz="1800">
                <a:solidFill>
                  <a:srgbClr val="053B5C"/>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ree Columns 2">
  <p:cSld name="CUSTOM_6">
    <p:spTree>
      <p:nvGrpSpPr>
        <p:cNvPr id="1" name="Shape 204"/>
        <p:cNvGrpSpPr/>
        <p:nvPr/>
      </p:nvGrpSpPr>
      <p:grpSpPr>
        <a:xfrm>
          <a:off x="0" y="0"/>
          <a:ext cx="0" cy="0"/>
          <a:chOff x="0" y="0"/>
          <a:chExt cx="0" cy="0"/>
        </a:xfrm>
      </p:grpSpPr>
      <p:grpSp>
        <p:nvGrpSpPr>
          <p:cNvPr id="205" name="Google Shape;205;p20"/>
          <p:cNvGrpSpPr/>
          <p:nvPr/>
        </p:nvGrpSpPr>
        <p:grpSpPr>
          <a:xfrm>
            <a:off x="-300" y="3427904"/>
            <a:ext cx="9143704" cy="1715603"/>
            <a:chOff x="377798" y="3469600"/>
            <a:chExt cx="7110743" cy="1334165"/>
          </a:xfrm>
        </p:grpSpPr>
        <p:sp>
          <p:nvSpPr>
            <p:cNvPr id="206" name="Google Shape;206;p20"/>
            <p:cNvSpPr/>
            <p:nvPr/>
          </p:nvSpPr>
          <p:spPr>
            <a:xfrm>
              <a:off x="2934275" y="3745525"/>
              <a:ext cx="1009075" cy="526875"/>
            </a:xfrm>
            <a:custGeom>
              <a:avLst/>
              <a:gdLst/>
              <a:ahLst/>
              <a:cxnLst/>
              <a:rect l="l" t="t" r="r" b="b"/>
              <a:pathLst>
                <a:path w="40363" h="21075" extrusionOk="0">
                  <a:moveTo>
                    <a:pt x="20277" y="1"/>
                  </a:moveTo>
                  <a:cubicBezTo>
                    <a:pt x="16705" y="1"/>
                    <a:pt x="13574" y="1834"/>
                    <a:pt x="11752" y="4608"/>
                  </a:cubicBezTo>
                  <a:cubicBezTo>
                    <a:pt x="11327" y="5242"/>
                    <a:pt x="10616" y="5583"/>
                    <a:pt x="9876" y="5583"/>
                  </a:cubicBezTo>
                  <a:cubicBezTo>
                    <a:pt x="9684" y="5583"/>
                    <a:pt x="9491" y="5560"/>
                    <a:pt x="9300" y="5513"/>
                  </a:cubicBezTo>
                  <a:cubicBezTo>
                    <a:pt x="8728" y="5382"/>
                    <a:pt x="8133" y="5299"/>
                    <a:pt x="7514" y="5299"/>
                  </a:cubicBezTo>
                  <a:cubicBezTo>
                    <a:pt x="3358" y="5299"/>
                    <a:pt x="1" y="8657"/>
                    <a:pt x="1" y="12812"/>
                  </a:cubicBezTo>
                  <a:cubicBezTo>
                    <a:pt x="1" y="16955"/>
                    <a:pt x="3358" y="20313"/>
                    <a:pt x="7514" y="20313"/>
                  </a:cubicBezTo>
                  <a:cubicBezTo>
                    <a:pt x="9204" y="20313"/>
                    <a:pt x="10764" y="19753"/>
                    <a:pt x="12026" y="18813"/>
                  </a:cubicBezTo>
                  <a:cubicBezTo>
                    <a:pt x="12454" y="18488"/>
                    <a:pt x="12967" y="18320"/>
                    <a:pt x="13478" y="18320"/>
                  </a:cubicBezTo>
                  <a:cubicBezTo>
                    <a:pt x="13905" y="18320"/>
                    <a:pt x="14331" y="18438"/>
                    <a:pt x="14705" y="18682"/>
                  </a:cubicBezTo>
                  <a:cubicBezTo>
                    <a:pt x="16312" y="19729"/>
                    <a:pt x="18217" y="20337"/>
                    <a:pt x="20277" y="20337"/>
                  </a:cubicBezTo>
                  <a:cubicBezTo>
                    <a:pt x="21361" y="20337"/>
                    <a:pt x="22396" y="20170"/>
                    <a:pt x="23373" y="19860"/>
                  </a:cubicBezTo>
                  <a:cubicBezTo>
                    <a:pt x="23615" y="19784"/>
                    <a:pt x="23866" y="19745"/>
                    <a:pt x="24114" y="19745"/>
                  </a:cubicBezTo>
                  <a:cubicBezTo>
                    <a:pt x="24525" y="19745"/>
                    <a:pt x="24929" y="19852"/>
                    <a:pt x="25278" y="20075"/>
                  </a:cubicBezTo>
                  <a:cubicBezTo>
                    <a:pt x="26314" y="20706"/>
                    <a:pt x="27516" y="21075"/>
                    <a:pt x="28814" y="21075"/>
                  </a:cubicBezTo>
                  <a:cubicBezTo>
                    <a:pt x="30409" y="21075"/>
                    <a:pt x="31886" y="20515"/>
                    <a:pt x="33041" y="19575"/>
                  </a:cubicBezTo>
                  <a:cubicBezTo>
                    <a:pt x="33472" y="19231"/>
                    <a:pt x="34006" y="19037"/>
                    <a:pt x="34544" y="19037"/>
                  </a:cubicBezTo>
                  <a:cubicBezTo>
                    <a:pt x="34808" y="19037"/>
                    <a:pt x="35072" y="19084"/>
                    <a:pt x="35327" y="19182"/>
                  </a:cubicBezTo>
                  <a:cubicBezTo>
                    <a:pt x="35743" y="19360"/>
                    <a:pt x="36208" y="19444"/>
                    <a:pt x="36684" y="19444"/>
                  </a:cubicBezTo>
                  <a:cubicBezTo>
                    <a:pt x="38720" y="19444"/>
                    <a:pt x="40363" y="17801"/>
                    <a:pt x="40363" y="15776"/>
                  </a:cubicBezTo>
                  <a:cubicBezTo>
                    <a:pt x="40363" y="13741"/>
                    <a:pt x="38720" y="12097"/>
                    <a:pt x="36684" y="12097"/>
                  </a:cubicBezTo>
                  <a:lnTo>
                    <a:pt x="36672" y="12097"/>
                  </a:lnTo>
                  <a:cubicBezTo>
                    <a:pt x="35827" y="12097"/>
                    <a:pt x="35029" y="11693"/>
                    <a:pt x="34600" y="10966"/>
                  </a:cubicBezTo>
                  <a:cubicBezTo>
                    <a:pt x="33838" y="9680"/>
                    <a:pt x="32660" y="8668"/>
                    <a:pt x="31231" y="8121"/>
                  </a:cubicBezTo>
                  <a:cubicBezTo>
                    <a:pt x="30612" y="7871"/>
                    <a:pt x="30100" y="7394"/>
                    <a:pt x="29874" y="6752"/>
                  </a:cubicBezTo>
                  <a:cubicBezTo>
                    <a:pt x="28469" y="2823"/>
                    <a:pt x="24706" y="1"/>
                    <a:pt x="20277" y="1"/>
                  </a:cubicBezTo>
                  <a:close/>
                </a:path>
              </a:pathLst>
            </a:custGeom>
            <a:solidFill>
              <a:srgbClr val="75D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0"/>
            <p:cNvSpPr/>
            <p:nvPr/>
          </p:nvSpPr>
          <p:spPr>
            <a:xfrm>
              <a:off x="4838100" y="3469600"/>
              <a:ext cx="2018425" cy="1053725"/>
            </a:xfrm>
            <a:custGeom>
              <a:avLst/>
              <a:gdLst/>
              <a:ahLst/>
              <a:cxnLst/>
              <a:rect l="l" t="t" r="r" b="b"/>
              <a:pathLst>
                <a:path w="80737" h="42149" extrusionOk="0">
                  <a:moveTo>
                    <a:pt x="40565" y="1"/>
                  </a:moveTo>
                  <a:cubicBezTo>
                    <a:pt x="34671" y="1"/>
                    <a:pt x="29373" y="2489"/>
                    <a:pt x="25658" y="6478"/>
                  </a:cubicBezTo>
                  <a:cubicBezTo>
                    <a:pt x="23157" y="9151"/>
                    <a:pt x="19680" y="10629"/>
                    <a:pt x="16026" y="10629"/>
                  </a:cubicBezTo>
                  <a:cubicBezTo>
                    <a:pt x="15872" y="10629"/>
                    <a:pt x="15717" y="10626"/>
                    <a:pt x="15562" y="10621"/>
                  </a:cubicBezTo>
                  <a:cubicBezTo>
                    <a:pt x="15383" y="10609"/>
                    <a:pt x="15216" y="10609"/>
                    <a:pt x="15038" y="10609"/>
                  </a:cubicBezTo>
                  <a:cubicBezTo>
                    <a:pt x="6727" y="10609"/>
                    <a:pt x="0" y="17324"/>
                    <a:pt x="0" y="25623"/>
                  </a:cubicBezTo>
                  <a:cubicBezTo>
                    <a:pt x="0" y="33910"/>
                    <a:pt x="6727" y="40625"/>
                    <a:pt x="15038" y="40625"/>
                  </a:cubicBezTo>
                  <a:cubicBezTo>
                    <a:pt x="19705" y="40625"/>
                    <a:pt x="23872" y="38505"/>
                    <a:pt x="26623" y="35184"/>
                  </a:cubicBezTo>
                  <a:cubicBezTo>
                    <a:pt x="30278" y="38589"/>
                    <a:pt x="35171" y="40684"/>
                    <a:pt x="40565" y="40684"/>
                  </a:cubicBezTo>
                  <a:cubicBezTo>
                    <a:pt x="43529" y="40684"/>
                    <a:pt x="46351" y="40053"/>
                    <a:pt x="48887" y="38910"/>
                  </a:cubicBezTo>
                  <a:cubicBezTo>
                    <a:pt x="51233" y="40922"/>
                    <a:pt x="54293" y="42149"/>
                    <a:pt x="57638" y="42149"/>
                  </a:cubicBezTo>
                  <a:cubicBezTo>
                    <a:pt x="61984" y="42149"/>
                    <a:pt x="65854" y="40077"/>
                    <a:pt x="68306" y="36874"/>
                  </a:cubicBezTo>
                  <a:cubicBezTo>
                    <a:pt x="69628" y="38124"/>
                    <a:pt x="71414" y="38898"/>
                    <a:pt x="73378" y="38898"/>
                  </a:cubicBezTo>
                  <a:cubicBezTo>
                    <a:pt x="77438" y="38898"/>
                    <a:pt x="80736" y="35600"/>
                    <a:pt x="80736" y="31540"/>
                  </a:cubicBezTo>
                  <a:cubicBezTo>
                    <a:pt x="80736" y="27480"/>
                    <a:pt x="77438" y="24194"/>
                    <a:pt x="73378" y="24194"/>
                  </a:cubicBezTo>
                  <a:lnTo>
                    <a:pt x="73343" y="24194"/>
                  </a:lnTo>
                  <a:cubicBezTo>
                    <a:pt x="73331" y="24194"/>
                    <a:pt x="73318" y="24194"/>
                    <a:pt x="73306" y="24194"/>
                  </a:cubicBezTo>
                  <a:cubicBezTo>
                    <a:pt x="71641" y="24194"/>
                    <a:pt x="70062" y="23386"/>
                    <a:pt x="69211" y="21944"/>
                  </a:cubicBezTo>
                  <a:cubicBezTo>
                    <a:pt x="67925" y="19777"/>
                    <a:pt x="66044" y="17991"/>
                    <a:pt x="63782" y="16824"/>
                  </a:cubicBezTo>
                  <a:cubicBezTo>
                    <a:pt x="61734" y="15764"/>
                    <a:pt x="60091" y="14086"/>
                    <a:pt x="59139" y="11978"/>
                  </a:cubicBezTo>
                  <a:cubicBezTo>
                    <a:pt x="55948" y="4918"/>
                    <a:pt x="48840" y="1"/>
                    <a:pt x="40565" y="1"/>
                  </a:cubicBezTo>
                  <a:close/>
                </a:path>
              </a:pathLst>
            </a:custGeom>
            <a:solidFill>
              <a:srgbClr val="75D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0"/>
            <p:cNvSpPr/>
            <p:nvPr/>
          </p:nvSpPr>
          <p:spPr>
            <a:xfrm>
              <a:off x="377798" y="4155401"/>
              <a:ext cx="7110743" cy="648364"/>
            </a:xfrm>
            <a:custGeom>
              <a:avLst/>
              <a:gdLst/>
              <a:ahLst/>
              <a:cxnLst/>
              <a:rect l="l" t="t" r="r" b="b"/>
              <a:pathLst>
                <a:path w="285572" h="28409" extrusionOk="0">
                  <a:moveTo>
                    <a:pt x="1" y="1"/>
                  </a:moveTo>
                  <a:lnTo>
                    <a:pt x="1" y="28409"/>
                  </a:lnTo>
                  <a:lnTo>
                    <a:pt x="285572" y="28409"/>
                  </a:lnTo>
                  <a:lnTo>
                    <a:pt x="285572" y="1"/>
                  </a:ln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 name="Google Shape;209;p20"/>
          <p:cNvSpPr txBox="1">
            <a:spLocks noGrp="1"/>
          </p:cNvSpPr>
          <p:nvPr>
            <p:ph type="title"/>
          </p:nvPr>
        </p:nvSpPr>
        <p:spPr>
          <a:xfrm>
            <a:off x="717525" y="905150"/>
            <a:ext cx="2183400" cy="3727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5000"/>
              <a:buNone/>
              <a:defRPr sz="5000"/>
            </a:lvl1pPr>
            <a:lvl2pPr lvl="1" algn="r" rtl="0">
              <a:spcBef>
                <a:spcPts val="0"/>
              </a:spcBef>
              <a:spcAft>
                <a:spcPts val="0"/>
              </a:spcAft>
              <a:buSzPts val="5000"/>
              <a:buNone/>
              <a:defRPr sz="5000"/>
            </a:lvl2pPr>
            <a:lvl3pPr lvl="2" algn="r" rtl="0">
              <a:spcBef>
                <a:spcPts val="0"/>
              </a:spcBef>
              <a:spcAft>
                <a:spcPts val="0"/>
              </a:spcAft>
              <a:buSzPts val="5000"/>
              <a:buNone/>
              <a:defRPr sz="5000"/>
            </a:lvl3pPr>
            <a:lvl4pPr lvl="3" algn="r" rtl="0">
              <a:spcBef>
                <a:spcPts val="0"/>
              </a:spcBef>
              <a:spcAft>
                <a:spcPts val="0"/>
              </a:spcAft>
              <a:buSzPts val="5000"/>
              <a:buNone/>
              <a:defRPr sz="5000"/>
            </a:lvl4pPr>
            <a:lvl5pPr lvl="4" algn="r" rtl="0">
              <a:spcBef>
                <a:spcPts val="0"/>
              </a:spcBef>
              <a:spcAft>
                <a:spcPts val="0"/>
              </a:spcAft>
              <a:buSzPts val="5000"/>
              <a:buNone/>
              <a:defRPr sz="5000"/>
            </a:lvl5pPr>
            <a:lvl6pPr lvl="5" algn="r" rtl="0">
              <a:spcBef>
                <a:spcPts val="0"/>
              </a:spcBef>
              <a:spcAft>
                <a:spcPts val="0"/>
              </a:spcAft>
              <a:buSzPts val="5000"/>
              <a:buNone/>
              <a:defRPr sz="5000"/>
            </a:lvl6pPr>
            <a:lvl7pPr lvl="6" algn="r" rtl="0">
              <a:spcBef>
                <a:spcPts val="0"/>
              </a:spcBef>
              <a:spcAft>
                <a:spcPts val="0"/>
              </a:spcAft>
              <a:buSzPts val="5000"/>
              <a:buNone/>
              <a:defRPr sz="5000"/>
            </a:lvl7pPr>
            <a:lvl8pPr lvl="7" algn="r" rtl="0">
              <a:spcBef>
                <a:spcPts val="0"/>
              </a:spcBef>
              <a:spcAft>
                <a:spcPts val="0"/>
              </a:spcAft>
              <a:buSzPts val="5000"/>
              <a:buNone/>
              <a:defRPr sz="5000"/>
            </a:lvl8pPr>
            <a:lvl9pPr lvl="8" algn="r" rtl="0">
              <a:spcBef>
                <a:spcPts val="0"/>
              </a:spcBef>
              <a:spcAft>
                <a:spcPts val="0"/>
              </a:spcAft>
              <a:buSzPts val="5000"/>
              <a:buNone/>
              <a:defRPr sz="5000"/>
            </a:lvl9pPr>
          </a:lstStyle>
          <a:p>
            <a:endParaRPr/>
          </a:p>
        </p:txBody>
      </p:sp>
      <p:sp>
        <p:nvSpPr>
          <p:cNvPr id="210" name="Google Shape;210;p20"/>
          <p:cNvSpPr txBox="1">
            <a:spLocks noGrp="1"/>
          </p:cNvSpPr>
          <p:nvPr>
            <p:ph type="subTitle" idx="1"/>
          </p:nvPr>
        </p:nvSpPr>
        <p:spPr>
          <a:xfrm>
            <a:off x="3343550" y="1515050"/>
            <a:ext cx="1529100" cy="6399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rgbClr val="053B5C"/>
                </a:solidFill>
              </a:defRPr>
            </a:lvl1pPr>
            <a:lvl2pPr lvl="1" rtl="0">
              <a:spcBef>
                <a:spcPts val="1600"/>
              </a:spcBef>
              <a:spcAft>
                <a:spcPts val="0"/>
              </a:spcAft>
              <a:buNone/>
              <a:defRPr>
                <a:solidFill>
                  <a:srgbClr val="053B5C"/>
                </a:solidFill>
              </a:defRPr>
            </a:lvl2pPr>
            <a:lvl3pPr lvl="2" rtl="0">
              <a:spcBef>
                <a:spcPts val="1600"/>
              </a:spcBef>
              <a:spcAft>
                <a:spcPts val="0"/>
              </a:spcAft>
              <a:buNone/>
              <a:defRPr>
                <a:solidFill>
                  <a:srgbClr val="053B5C"/>
                </a:solidFill>
              </a:defRPr>
            </a:lvl3pPr>
            <a:lvl4pPr lvl="3" rtl="0">
              <a:spcBef>
                <a:spcPts val="1600"/>
              </a:spcBef>
              <a:spcAft>
                <a:spcPts val="0"/>
              </a:spcAft>
              <a:buNone/>
              <a:defRPr>
                <a:solidFill>
                  <a:srgbClr val="053B5C"/>
                </a:solidFill>
              </a:defRPr>
            </a:lvl4pPr>
            <a:lvl5pPr lvl="4" rtl="0">
              <a:spcBef>
                <a:spcPts val="1600"/>
              </a:spcBef>
              <a:spcAft>
                <a:spcPts val="0"/>
              </a:spcAft>
              <a:buNone/>
              <a:defRPr>
                <a:solidFill>
                  <a:srgbClr val="053B5C"/>
                </a:solidFill>
              </a:defRPr>
            </a:lvl5pPr>
            <a:lvl6pPr lvl="5" rtl="0">
              <a:spcBef>
                <a:spcPts val="1600"/>
              </a:spcBef>
              <a:spcAft>
                <a:spcPts val="0"/>
              </a:spcAft>
              <a:buNone/>
              <a:defRPr>
                <a:solidFill>
                  <a:srgbClr val="053B5C"/>
                </a:solidFill>
              </a:defRPr>
            </a:lvl6pPr>
            <a:lvl7pPr lvl="6" rtl="0">
              <a:spcBef>
                <a:spcPts val="1600"/>
              </a:spcBef>
              <a:spcAft>
                <a:spcPts val="0"/>
              </a:spcAft>
              <a:buNone/>
              <a:defRPr>
                <a:solidFill>
                  <a:srgbClr val="053B5C"/>
                </a:solidFill>
              </a:defRPr>
            </a:lvl7pPr>
            <a:lvl8pPr lvl="7" rtl="0">
              <a:spcBef>
                <a:spcPts val="1600"/>
              </a:spcBef>
              <a:spcAft>
                <a:spcPts val="0"/>
              </a:spcAft>
              <a:buNone/>
              <a:defRPr>
                <a:solidFill>
                  <a:srgbClr val="053B5C"/>
                </a:solidFill>
              </a:defRPr>
            </a:lvl8pPr>
            <a:lvl9pPr lvl="8" rtl="0">
              <a:spcBef>
                <a:spcPts val="1600"/>
              </a:spcBef>
              <a:spcAft>
                <a:spcPts val="1600"/>
              </a:spcAft>
              <a:buNone/>
              <a:defRPr>
                <a:solidFill>
                  <a:srgbClr val="053B5C"/>
                </a:solidFill>
              </a:defRPr>
            </a:lvl9pPr>
          </a:lstStyle>
          <a:p>
            <a:endParaRPr/>
          </a:p>
        </p:txBody>
      </p:sp>
      <p:sp>
        <p:nvSpPr>
          <p:cNvPr id="211" name="Google Shape;211;p20"/>
          <p:cNvSpPr txBox="1">
            <a:spLocks noGrp="1"/>
          </p:cNvSpPr>
          <p:nvPr>
            <p:ph type="title" idx="2"/>
          </p:nvPr>
        </p:nvSpPr>
        <p:spPr>
          <a:xfrm>
            <a:off x="3343550" y="1130825"/>
            <a:ext cx="1529100" cy="300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800">
                <a:solidFill>
                  <a:srgbClr val="053B5C"/>
                </a:solidFill>
              </a:defRPr>
            </a:lvl1pPr>
            <a:lvl2pPr lvl="1" rtl="0">
              <a:spcBef>
                <a:spcPts val="0"/>
              </a:spcBef>
              <a:spcAft>
                <a:spcPts val="0"/>
              </a:spcAft>
              <a:buNone/>
              <a:defRPr sz="1800">
                <a:solidFill>
                  <a:srgbClr val="053B5C"/>
                </a:solidFill>
                <a:latin typeface="Open Sans"/>
                <a:ea typeface="Open Sans"/>
                <a:cs typeface="Open Sans"/>
                <a:sym typeface="Open Sans"/>
              </a:defRPr>
            </a:lvl2pPr>
            <a:lvl3pPr lvl="2" rtl="0">
              <a:spcBef>
                <a:spcPts val="0"/>
              </a:spcBef>
              <a:spcAft>
                <a:spcPts val="0"/>
              </a:spcAft>
              <a:buNone/>
              <a:defRPr sz="1800">
                <a:solidFill>
                  <a:srgbClr val="053B5C"/>
                </a:solidFill>
                <a:latin typeface="Open Sans"/>
                <a:ea typeface="Open Sans"/>
                <a:cs typeface="Open Sans"/>
                <a:sym typeface="Open Sans"/>
              </a:defRPr>
            </a:lvl3pPr>
            <a:lvl4pPr lvl="3" rtl="0">
              <a:spcBef>
                <a:spcPts val="0"/>
              </a:spcBef>
              <a:spcAft>
                <a:spcPts val="0"/>
              </a:spcAft>
              <a:buNone/>
              <a:defRPr sz="1800">
                <a:solidFill>
                  <a:srgbClr val="053B5C"/>
                </a:solidFill>
                <a:latin typeface="Open Sans"/>
                <a:ea typeface="Open Sans"/>
                <a:cs typeface="Open Sans"/>
                <a:sym typeface="Open Sans"/>
              </a:defRPr>
            </a:lvl4pPr>
            <a:lvl5pPr lvl="4" rtl="0">
              <a:spcBef>
                <a:spcPts val="0"/>
              </a:spcBef>
              <a:spcAft>
                <a:spcPts val="0"/>
              </a:spcAft>
              <a:buNone/>
              <a:defRPr sz="1800">
                <a:solidFill>
                  <a:srgbClr val="053B5C"/>
                </a:solidFill>
                <a:latin typeface="Open Sans"/>
                <a:ea typeface="Open Sans"/>
                <a:cs typeface="Open Sans"/>
                <a:sym typeface="Open Sans"/>
              </a:defRPr>
            </a:lvl5pPr>
            <a:lvl6pPr lvl="5" rtl="0">
              <a:spcBef>
                <a:spcPts val="0"/>
              </a:spcBef>
              <a:spcAft>
                <a:spcPts val="0"/>
              </a:spcAft>
              <a:buNone/>
              <a:defRPr sz="1800">
                <a:solidFill>
                  <a:srgbClr val="053B5C"/>
                </a:solidFill>
                <a:latin typeface="Open Sans"/>
                <a:ea typeface="Open Sans"/>
                <a:cs typeface="Open Sans"/>
                <a:sym typeface="Open Sans"/>
              </a:defRPr>
            </a:lvl6pPr>
            <a:lvl7pPr lvl="6" rtl="0">
              <a:spcBef>
                <a:spcPts val="0"/>
              </a:spcBef>
              <a:spcAft>
                <a:spcPts val="0"/>
              </a:spcAft>
              <a:buNone/>
              <a:defRPr sz="1800">
                <a:solidFill>
                  <a:srgbClr val="053B5C"/>
                </a:solidFill>
                <a:latin typeface="Open Sans"/>
                <a:ea typeface="Open Sans"/>
                <a:cs typeface="Open Sans"/>
                <a:sym typeface="Open Sans"/>
              </a:defRPr>
            </a:lvl7pPr>
            <a:lvl8pPr lvl="7" rtl="0">
              <a:spcBef>
                <a:spcPts val="0"/>
              </a:spcBef>
              <a:spcAft>
                <a:spcPts val="0"/>
              </a:spcAft>
              <a:buNone/>
              <a:defRPr sz="1800">
                <a:solidFill>
                  <a:srgbClr val="053B5C"/>
                </a:solidFill>
                <a:latin typeface="Open Sans"/>
                <a:ea typeface="Open Sans"/>
                <a:cs typeface="Open Sans"/>
                <a:sym typeface="Open Sans"/>
              </a:defRPr>
            </a:lvl8pPr>
            <a:lvl9pPr lvl="8" rtl="0">
              <a:spcBef>
                <a:spcPts val="0"/>
              </a:spcBef>
              <a:spcAft>
                <a:spcPts val="0"/>
              </a:spcAft>
              <a:buNone/>
              <a:defRPr sz="1800">
                <a:solidFill>
                  <a:srgbClr val="053B5C"/>
                </a:solidFill>
                <a:latin typeface="Open Sans"/>
                <a:ea typeface="Open Sans"/>
                <a:cs typeface="Open Sans"/>
                <a:sym typeface="Open Sans"/>
              </a:defRPr>
            </a:lvl9pPr>
          </a:lstStyle>
          <a:p>
            <a:endParaRPr/>
          </a:p>
        </p:txBody>
      </p:sp>
      <p:sp>
        <p:nvSpPr>
          <p:cNvPr id="212" name="Google Shape;212;p20"/>
          <p:cNvSpPr txBox="1">
            <a:spLocks noGrp="1"/>
          </p:cNvSpPr>
          <p:nvPr>
            <p:ph type="subTitle" idx="3"/>
          </p:nvPr>
        </p:nvSpPr>
        <p:spPr>
          <a:xfrm>
            <a:off x="5120450" y="1515050"/>
            <a:ext cx="1529100" cy="6399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rgbClr val="053B5C"/>
                </a:solidFill>
              </a:defRPr>
            </a:lvl1pPr>
            <a:lvl2pPr lvl="1" rtl="0">
              <a:spcBef>
                <a:spcPts val="1600"/>
              </a:spcBef>
              <a:spcAft>
                <a:spcPts val="0"/>
              </a:spcAft>
              <a:buNone/>
              <a:defRPr>
                <a:solidFill>
                  <a:srgbClr val="053B5C"/>
                </a:solidFill>
              </a:defRPr>
            </a:lvl2pPr>
            <a:lvl3pPr lvl="2" rtl="0">
              <a:spcBef>
                <a:spcPts val="1600"/>
              </a:spcBef>
              <a:spcAft>
                <a:spcPts val="0"/>
              </a:spcAft>
              <a:buNone/>
              <a:defRPr>
                <a:solidFill>
                  <a:srgbClr val="053B5C"/>
                </a:solidFill>
              </a:defRPr>
            </a:lvl3pPr>
            <a:lvl4pPr lvl="3" rtl="0">
              <a:spcBef>
                <a:spcPts val="1600"/>
              </a:spcBef>
              <a:spcAft>
                <a:spcPts val="0"/>
              </a:spcAft>
              <a:buNone/>
              <a:defRPr>
                <a:solidFill>
                  <a:srgbClr val="053B5C"/>
                </a:solidFill>
              </a:defRPr>
            </a:lvl4pPr>
            <a:lvl5pPr lvl="4" rtl="0">
              <a:spcBef>
                <a:spcPts val="1600"/>
              </a:spcBef>
              <a:spcAft>
                <a:spcPts val="0"/>
              </a:spcAft>
              <a:buNone/>
              <a:defRPr>
                <a:solidFill>
                  <a:srgbClr val="053B5C"/>
                </a:solidFill>
              </a:defRPr>
            </a:lvl5pPr>
            <a:lvl6pPr lvl="5" rtl="0">
              <a:spcBef>
                <a:spcPts val="1600"/>
              </a:spcBef>
              <a:spcAft>
                <a:spcPts val="0"/>
              </a:spcAft>
              <a:buNone/>
              <a:defRPr>
                <a:solidFill>
                  <a:srgbClr val="053B5C"/>
                </a:solidFill>
              </a:defRPr>
            </a:lvl6pPr>
            <a:lvl7pPr lvl="6" rtl="0">
              <a:spcBef>
                <a:spcPts val="1600"/>
              </a:spcBef>
              <a:spcAft>
                <a:spcPts val="0"/>
              </a:spcAft>
              <a:buNone/>
              <a:defRPr>
                <a:solidFill>
                  <a:srgbClr val="053B5C"/>
                </a:solidFill>
              </a:defRPr>
            </a:lvl7pPr>
            <a:lvl8pPr lvl="7" rtl="0">
              <a:spcBef>
                <a:spcPts val="1600"/>
              </a:spcBef>
              <a:spcAft>
                <a:spcPts val="0"/>
              </a:spcAft>
              <a:buNone/>
              <a:defRPr>
                <a:solidFill>
                  <a:srgbClr val="053B5C"/>
                </a:solidFill>
              </a:defRPr>
            </a:lvl8pPr>
            <a:lvl9pPr lvl="8" rtl="0">
              <a:spcBef>
                <a:spcPts val="1600"/>
              </a:spcBef>
              <a:spcAft>
                <a:spcPts val="1600"/>
              </a:spcAft>
              <a:buNone/>
              <a:defRPr>
                <a:solidFill>
                  <a:srgbClr val="053B5C"/>
                </a:solidFill>
              </a:defRPr>
            </a:lvl9pPr>
          </a:lstStyle>
          <a:p>
            <a:endParaRPr/>
          </a:p>
        </p:txBody>
      </p:sp>
      <p:sp>
        <p:nvSpPr>
          <p:cNvPr id="213" name="Google Shape;213;p20"/>
          <p:cNvSpPr txBox="1">
            <a:spLocks noGrp="1"/>
          </p:cNvSpPr>
          <p:nvPr>
            <p:ph type="title" idx="4"/>
          </p:nvPr>
        </p:nvSpPr>
        <p:spPr>
          <a:xfrm>
            <a:off x="5120463" y="1130825"/>
            <a:ext cx="1529100" cy="300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800">
                <a:solidFill>
                  <a:srgbClr val="053B5C"/>
                </a:solidFill>
              </a:defRPr>
            </a:lvl1pPr>
            <a:lvl2pPr lvl="1" rtl="0">
              <a:spcBef>
                <a:spcPts val="0"/>
              </a:spcBef>
              <a:spcAft>
                <a:spcPts val="0"/>
              </a:spcAft>
              <a:buNone/>
              <a:defRPr sz="1800">
                <a:solidFill>
                  <a:srgbClr val="053B5C"/>
                </a:solidFill>
                <a:latin typeface="Open Sans"/>
                <a:ea typeface="Open Sans"/>
                <a:cs typeface="Open Sans"/>
                <a:sym typeface="Open Sans"/>
              </a:defRPr>
            </a:lvl2pPr>
            <a:lvl3pPr lvl="2" rtl="0">
              <a:spcBef>
                <a:spcPts val="0"/>
              </a:spcBef>
              <a:spcAft>
                <a:spcPts val="0"/>
              </a:spcAft>
              <a:buNone/>
              <a:defRPr sz="1800">
                <a:solidFill>
                  <a:srgbClr val="053B5C"/>
                </a:solidFill>
                <a:latin typeface="Open Sans"/>
                <a:ea typeface="Open Sans"/>
                <a:cs typeface="Open Sans"/>
                <a:sym typeface="Open Sans"/>
              </a:defRPr>
            </a:lvl3pPr>
            <a:lvl4pPr lvl="3" rtl="0">
              <a:spcBef>
                <a:spcPts val="0"/>
              </a:spcBef>
              <a:spcAft>
                <a:spcPts val="0"/>
              </a:spcAft>
              <a:buNone/>
              <a:defRPr sz="1800">
                <a:solidFill>
                  <a:srgbClr val="053B5C"/>
                </a:solidFill>
                <a:latin typeface="Open Sans"/>
                <a:ea typeface="Open Sans"/>
                <a:cs typeface="Open Sans"/>
                <a:sym typeface="Open Sans"/>
              </a:defRPr>
            </a:lvl4pPr>
            <a:lvl5pPr lvl="4" rtl="0">
              <a:spcBef>
                <a:spcPts val="0"/>
              </a:spcBef>
              <a:spcAft>
                <a:spcPts val="0"/>
              </a:spcAft>
              <a:buNone/>
              <a:defRPr sz="1800">
                <a:solidFill>
                  <a:srgbClr val="053B5C"/>
                </a:solidFill>
                <a:latin typeface="Open Sans"/>
                <a:ea typeface="Open Sans"/>
                <a:cs typeface="Open Sans"/>
                <a:sym typeface="Open Sans"/>
              </a:defRPr>
            </a:lvl5pPr>
            <a:lvl6pPr lvl="5" rtl="0">
              <a:spcBef>
                <a:spcPts val="0"/>
              </a:spcBef>
              <a:spcAft>
                <a:spcPts val="0"/>
              </a:spcAft>
              <a:buNone/>
              <a:defRPr sz="1800">
                <a:solidFill>
                  <a:srgbClr val="053B5C"/>
                </a:solidFill>
                <a:latin typeface="Open Sans"/>
                <a:ea typeface="Open Sans"/>
                <a:cs typeface="Open Sans"/>
                <a:sym typeface="Open Sans"/>
              </a:defRPr>
            </a:lvl6pPr>
            <a:lvl7pPr lvl="6" rtl="0">
              <a:spcBef>
                <a:spcPts val="0"/>
              </a:spcBef>
              <a:spcAft>
                <a:spcPts val="0"/>
              </a:spcAft>
              <a:buNone/>
              <a:defRPr sz="1800">
                <a:solidFill>
                  <a:srgbClr val="053B5C"/>
                </a:solidFill>
                <a:latin typeface="Open Sans"/>
                <a:ea typeface="Open Sans"/>
                <a:cs typeface="Open Sans"/>
                <a:sym typeface="Open Sans"/>
              </a:defRPr>
            </a:lvl7pPr>
            <a:lvl8pPr lvl="7" rtl="0">
              <a:spcBef>
                <a:spcPts val="0"/>
              </a:spcBef>
              <a:spcAft>
                <a:spcPts val="0"/>
              </a:spcAft>
              <a:buNone/>
              <a:defRPr sz="1800">
                <a:solidFill>
                  <a:srgbClr val="053B5C"/>
                </a:solidFill>
                <a:latin typeface="Open Sans"/>
                <a:ea typeface="Open Sans"/>
                <a:cs typeface="Open Sans"/>
                <a:sym typeface="Open Sans"/>
              </a:defRPr>
            </a:lvl8pPr>
            <a:lvl9pPr lvl="8" rtl="0">
              <a:spcBef>
                <a:spcPts val="0"/>
              </a:spcBef>
              <a:spcAft>
                <a:spcPts val="0"/>
              </a:spcAft>
              <a:buNone/>
              <a:defRPr sz="1800">
                <a:solidFill>
                  <a:srgbClr val="053B5C"/>
                </a:solidFill>
                <a:latin typeface="Open Sans"/>
                <a:ea typeface="Open Sans"/>
                <a:cs typeface="Open Sans"/>
                <a:sym typeface="Open Sans"/>
              </a:defRPr>
            </a:lvl9pPr>
          </a:lstStyle>
          <a:p>
            <a:endParaRPr/>
          </a:p>
        </p:txBody>
      </p:sp>
      <p:sp>
        <p:nvSpPr>
          <p:cNvPr id="214" name="Google Shape;214;p20"/>
          <p:cNvSpPr txBox="1">
            <a:spLocks noGrp="1"/>
          </p:cNvSpPr>
          <p:nvPr>
            <p:ph type="subTitle" idx="5"/>
          </p:nvPr>
        </p:nvSpPr>
        <p:spPr>
          <a:xfrm>
            <a:off x="6897375" y="1515050"/>
            <a:ext cx="1529100" cy="6399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rgbClr val="053B5C"/>
                </a:solidFill>
              </a:defRPr>
            </a:lvl1pPr>
            <a:lvl2pPr lvl="1" rtl="0">
              <a:spcBef>
                <a:spcPts val="1600"/>
              </a:spcBef>
              <a:spcAft>
                <a:spcPts val="0"/>
              </a:spcAft>
              <a:buNone/>
              <a:defRPr>
                <a:solidFill>
                  <a:srgbClr val="053B5C"/>
                </a:solidFill>
              </a:defRPr>
            </a:lvl2pPr>
            <a:lvl3pPr lvl="2" rtl="0">
              <a:spcBef>
                <a:spcPts val="1600"/>
              </a:spcBef>
              <a:spcAft>
                <a:spcPts val="0"/>
              </a:spcAft>
              <a:buNone/>
              <a:defRPr>
                <a:solidFill>
                  <a:srgbClr val="053B5C"/>
                </a:solidFill>
              </a:defRPr>
            </a:lvl3pPr>
            <a:lvl4pPr lvl="3" rtl="0">
              <a:spcBef>
                <a:spcPts val="1600"/>
              </a:spcBef>
              <a:spcAft>
                <a:spcPts val="0"/>
              </a:spcAft>
              <a:buNone/>
              <a:defRPr>
                <a:solidFill>
                  <a:srgbClr val="053B5C"/>
                </a:solidFill>
              </a:defRPr>
            </a:lvl4pPr>
            <a:lvl5pPr lvl="4" rtl="0">
              <a:spcBef>
                <a:spcPts val="1600"/>
              </a:spcBef>
              <a:spcAft>
                <a:spcPts val="0"/>
              </a:spcAft>
              <a:buNone/>
              <a:defRPr>
                <a:solidFill>
                  <a:srgbClr val="053B5C"/>
                </a:solidFill>
              </a:defRPr>
            </a:lvl5pPr>
            <a:lvl6pPr lvl="5" rtl="0">
              <a:spcBef>
                <a:spcPts val="1600"/>
              </a:spcBef>
              <a:spcAft>
                <a:spcPts val="0"/>
              </a:spcAft>
              <a:buNone/>
              <a:defRPr>
                <a:solidFill>
                  <a:srgbClr val="053B5C"/>
                </a:solidFill>
              </a:defRPr>
            </a:lvl6pPr>
            <a:lvl7pPr lvl="6" rtl="0">
              <a:spcBef>
                <a:spcPts val="1600"/>
              </a:spcBef>
              <a:spcAft>
                <a:spcPts val="0"/>
              </a:spcAft>
              <a:buNone/>
              <a:defRPr>
                <a:solidFill>
                  <a:srgbClr val="053B5C"/>
                </a:solidFill>
              </a:defRPr>
            </a:lvl7pPr>
            <a:lvl8pPr lvl="7" rtl="0">
              <a:spcBef>
                <a:spcPts val="1600"/>
              </a:spcBef>
              <a:spcAft>
                <a:spcPts val="0"/>
              </a:spcAft>
              <a:buNone/>
              <a:defRPr>
                <a:solidFill>
                  <a:srgbClr val="053B5C"/>
                </a:solidFill>
              </a:defRPr>
            </a:lvl8pPr>
            <a:lvl9pPr lvl="8" rtl="0">
              <a:spcBef>
                <a:spcPts val="1600"/>
              </a:spcBef>
              <a:spcAft>
                <a:spcPts val="1600"/>
              </a:spcAft>
              <a:buNone/>
              <a:defRPr>
                <a:solidFill>
                  <a:srgbClr val="053B5C"/>
                </a:solidFill>
              </a:defRPr>
            </a:lvl9pPr>
          </a:lstStyle>
          <a:p>
            <a:endParaRPr/>
          </a:p>
        </p:txBody>
      </p:sp>
      <p:sp>
        <p:nvSpPr>
          <p:cNvPr id="215" name="Google Shape;215;p20"/>
          <p:cNvSpPr txBox="1">
            <a:spLocks noGrp="1"/>
          </p:cNvSpPr>
          <p:nvPr>
            <p:ph type="title" idx="6"/>
          </p:nvPr>
        </p:nvSpPr>
        <p:spPr>
          <a:xfrm>
            <a:off x="6897375" y="1130825"/>
            <a:ext cx="1529100" cy="300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800">
                <a:solidFill>
                  <a:srgbClr val="053B5C"/>
                </a:solidFill>
              </a:defRPr>
            </a:lvl1pPr>
            <a:lvl2pPr lvl="1" rtl="0">
              <a:spcBef>
                <a:spcPts val="0"/>
              </a:spcBef>
              <a:spcAft>
                <a:spcPts val="0"/>
              </a:spcAft>
              <a:buNone/>
              <a:defRPr sz="1800">
                <a:solidFill>
                  <a:srgbClr val="053B5C"/>
                </a:solidFill>
                <a:latin typeface="Open Sans"/>
                <a:ea typeface="Open Sans"/>
                <a:cs typeface="Open Sans"/>
                <a:sym typeface="Open Sans"/>
              </a:defRPr>
            </a:lvl2pPr>
            <a:lvl3pPr lvl="2" rtl="0">
              <a:spcBef>
                <a:spcPts val="0"/>
              </a:spcBef>
              <a:spcAft>
                <a:spcPts val="0"/>
              </a:spcAft>
              <a:buNone/>
              <a:defRPr sz="1800">
                <a:solidFill>
                  <a:srgbClr val="053B5C"/>
                </a:solidFill>
                <a:latin typeface="Open Sans"/>
                <a:ea typeface="Open Sans"/>
                <a:cs typeface="Open Sans"/>
                <a:sym typeface="Open Sans"/>
              </a:defRPr>
            </a:lvl3pPr>
            <a:lvl4pPr lvl="3" rtl="0">
              <a:spcBef>
                <a:spcPts val="0"/>
              </a:spcBef>
              <a:spcAft>
                <a:spcPts val="0"/>
              </a:spcAft>
              <a:buNone/>
              <a:defRPr sz="1800">
                <a:solidFill>
                  <a:srgbClr val="053B5C"/>
                </a:solidFill>
                <a:latin typeface="Open Sans"/>
                <a:ea typeface="Open Sans"/>
                <a:cs typeface="Open Sans"/>
                <a:sym typeface="Open Sans"/>
              </a:defRPr>
            </a:lvl4pPr>
            <a:lvl5pPr lvl="4" rtl="0">
              <a:spcBef>
                <a:spcPts val="0"/>
              </a:spcBef>
              <a:spcAft>
                <a:spcPts val="0"/>
              </a:spcAft>
              <a:buNone/>
              <a:defRPr sz="1800">
                <a:solidFill>
                  <a:srgbClr val="053B5C"/>
                </a:solidFill>
                <a:latin typeface="Open Sans"/>
                <a:ea typeface="Open Sans"/>
                <a:cs typeface="Open Sans"/>
                <a:sym typeface="Open Sans"/>
              </a:defRPr>
            </a:lvl5pPr>
            <a:lvl6pPr lvl="5" rtl="0">
              <a:spcBef>
                <a:spcPts val="0"/>
              </a:spcBef>
              <a:spcAft>
                <a:spcPts val="0"/>
              </a:spcAft>
              <a:buNone/>
              <a:defRPr sz="1800">
                <a:solidFill>
                  <a:srgbClr val="053B5C"/>
                </a:solidFill>
                <a:latin typeface="Open Sans"/>
                <a:ea typeface="Open Sans"/>
                <a:cs typeface="Open Sans"/>
                <a:sym typeface="Open Sans"/>
              </a:defRPr>
            </a:lvl6pPr>
            <a:lvl7pPr lvl="6" rtl="0">
              <a:spcBef>
                <a:spcPts val="0"/>
              </a:spcBef>
              <a:spcAft>
                <a:spcPts val="0"/>
              </a:spcAft>
              <a:buNone/>
              <a:defRPr sz="1800">
                <a:solidFill>
                  <a:srgbClr val="053B5C"/>
                </a:solidFill>
                <a:latin typeface="Open Sans"/>
                <a:ea typeface="Open Sans"/>
                <a:cs typeface="Open Sans"/>
                <a:sym typeface="Open Sans"/>
              </a:defRPr>
            </a:lvl7pPr>
            <a:lvl8pPr lvl="7" rtl="0">
              <a:spcBef>
                <a:spcPts val="0"/>
              </a:spcBef>
              <a:spcAft>
                <a:spcPts val="0"/>
              </a:spcAft>
              <a:buNone/>
              <a:defRPr sz="1800">
                <a:solidFill>
                  <a:srgbClr val="053B5C"/>
                </a:solidFill>
                <a:latin typeface="Open Sans"/>
                <a:ea typeface="Open Sans"/>
                <a:cs typeface="Open Sans"/>
                <a:sym typeface="Open Sans"/>
              </a:defRPr>
            </a:lvl8pPr>
            <a:lvl9pPr lvl="8" rtl="0">
              <a:spcBef>
                <a:spcPts val="0"/>
              </a:spcBef>
              <a:spcAft>
                <a:spcPts val="0"/>
              </a:spcAft>
              <a:buNone/>
              <a:defRPr sz="1800">
                <a:solidFill>
                  <a:srgbClr val="053B5C"/>
                </a:solidFill>
                <a:latin typeface="Open Sans"/>
                <a:ea typeface="Open Sans"/>
                <a:cs typeface="Open Sans"/>
                <a:sym typeface="Open Sans"/>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 Credits">
  <p:cSld name="CUSTOM_14">
    <p:spTree>
      <p:nvGrpSpPr>
        <p:cNvPr id="1" name="Shape 308"/>
        <p:cNvGrpSpPr/>
        <p:nvPr/>
      </p:nvGrpSpPr>
      <p:grpSpPr>
        <a:xfrm>
          <a:off x="0" y="0"/>
          <a:ext cx="0" cy="0"/>
          <a:chOff x="0" y="0"/>
          <a:chExt cx="0" cy="0"/>
        </a:xfrm>
      </p:grpSpPr>
      <p:sp>
        <p:nvSpPr>
          <p:cNvPr id="309" name="Google Shape;309;p28"/>
          <p:cNvSpPr txBox="1">
            <a:spLocks noGrp="1"/>
          </p:cNvSpPr>
          <p:nvPr>
            <p:ph type="title"/>
          </p:nvPr>
        </p:nvSpPr>
        <p:spPr>
          <a:xfrm>
            <a:off x="5649575" y="631441"/>
            <a:ext cx="2776800" cy="921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7000">
                <a:solidFill>
                  <a:srgbClr val="053B5C"/>
                </a:solidFill>
              </a:defRPr>
            </a:lvl1pPr>
            <a:lvl2pPr lvl="1" algn="r" rtl="0">
              <a:spcBef>
                <a:spcPts val="0"/>
              </a:spcBef>
              <a:spcAft>
                <a:spcPts val="0"/>
              </a:spcAft>
              <a:buSzPts val="6000"/>
              <a:buNone/>
              <a:defRPr sz="6000"/>
            </a:lvl2pPr>
            <a:lvl3pPr lvl="2" algn="r" rtl="0">
              <a:spcBef>
                <a:spcPts val="0"/>
              </a:spcBef>
              <a:spcAft>
                <a:spcPts val="0"/>
              </a:spcAft>
              <a:buSzPts val="6000"/>
              <a:buNone/>
              <a:defRPr sz="6000"/>
            </a:lvl3pPr>
            <a:lvl4pPr lvl="3" algn="r" rtl="0">
              <a:spcBef>
                <a:spcPts val="0"/>
              </a:spcBef>
              <a:spcAft>
                <a:spcPts val="0"/>
              </a:spcAft>
              <a:buSzPts val="6000"/>
              <a:buNone/>
              <a:defRPr sz="6000"/>
            </a:lvl4pPr>
            <a:lvl5pPr lvl="4" algn="r" rtl="0">
              <a:spcBef>
                <a:spcPts val="0"/>
              </a:spcBef>
              <a:spcAft>
                <a:spcPts val="0"/>
              </a:spcAft>
              <a:buSzPts val="6000"/>
              <a:buNone/>
              <a:defRPr sz="6000"/>
            </a:lvl5pPr>
            <a:lvl6pPr lvl="5" algn="r" rtl="0">
              <a:spcBef>
                <a:spcPts val="0"/>
              </a:spcBef>
              <a:spcAft>
                <a:spcPts val="0"/>
              </a:spcAft>
              <a:buSzPts val="6000"/>
              <a:buNone/>
              <a:defRPr sz="6000"/>
            </a:lvl6pPr>
            <a:lvl7pPr lvl="6" algn="r" rtl="0">
              <a:spcBef>
                <a:spcPts val="0"/>
              </a:spcBef>
              <a:spcAft>
                <a:spcPts val="0"/>
              </a:spcAft>
              <a:buSzPts val="6000"/>
              <a:buNone/>
              <a:defRPr sz="6000"/>
            </a:lvl7pPr>
            <a:lvl8pPr lvl="7" algn="r" rtl="0">
              <a:spcBef>
                <a:spcPts val="0"/>
              </a:spcBef>
              <a:spcAft>
                <a:spcPts val="0"/>
              </a:spcAft>
              <a:buSzPts val="6000"/>
              <a:buNone/>
              <a:defRPr sz="6000"/>
            </a:lvl8pPr>
            <a:lvl9pPr lvl="8" algn="r" rtl="0">
              <a:spcBef>
                <a:spcPts val="0"/>
              </a:spcBef>
              <a:spcAft>
                <a:spcPts val="0"/>
              </a:spcAft>
              <a:buSzPts val="6000"/>
              <a:buNone/>
              <a:defRPr sz="6000"/>
            </a:lvl9pPr>
          </a:lstStyle>
          <a:p>
            <a:endParaRPr/>
          </a:p>
        </p:txBody>
      </p:sp>
      <p:sp>
        <p:nvSpPr>
          <p:cNvPr id="310" name="Google Shape;310;p28"/>
          <p:cNvSpPr txBox="1">
            <a:spLocks noGrp="1"/>
          </p:cNvSpPr>
          <p:nvPr>
            <p:ph type="subTitle" idx="1"/>
          </p:nvPr>
        </p:nvSpPr>
        <p:spPr>
          <a:xfrm>
            <a:off x="6041400" y="2125150"/>
            <a:ext cx="2385000" cy="830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a:solidFill>
                  <a:srgbClr val="053B5C"/>
                </a:solidFill>
              </a:defRPr>
            </a:lvl1pPr>
            <a:lvl2pPr lvl="1" algn="r" rtl="0">
              <a:lnSpc>
                <a:spcPct val="100000"/>
              </a:lnSpc>
              <a:spcBef>
                <a:spcPts val="1600"/>
              </a:spcBef>
              <a:spcAft>
                <a:spcPts val="0"/>
              </a:spcAft>
              <a:buNone/>
              <a:defRPr>
                <a:solidFill>
                  <a:srgbClr val="053B5C"/>
                </a:solidFill>
              </a:defRPr>
            </a:lvl2pPr>
            <a:lvl3pPr lvl="2" algn="r" rtl="0">
              <a:lnSpc>
                <a:spcPct val="100000"/>
              </a:lnSpc>
              <a:spcBef>
                <a:spcPts val="1600"/>
              </a:spcBef>
              <a:spcAft>
                <a:spcPts val="0"/>
              </a:spcAft>
              <a:buNone/>
              <a:defRPr>
                <a:solidFill>
                  <a:srgbClr val="053B5C"/>
                </a:solidFill>
              </a:defRPr>
            </a:lvl3pPr>
            <a:lvl4pPr lvl="3" algn="r" rtl="0">
              <a:lnSpc>
                <a:spcPct val="100000"/>
              </a:lnSpc>
              <a:spcBef>
                <a:spcPts val="1600"/>
              </a:spcBef>
              <a:spcAft>
                <a:spcPts val="0"/>
              </a:spcAft>
              <a:buNone/>
              <a:defRPr>
                <a:solidFill>
                  <a:srgbClr val="053B5C"/>
                </a:solidFill>
              </a:defRPr>
            </a:lvl4pPr>
            <a:lvl5pPr lvl="4" algn="r" rtl="0">
              <a:lnSpc>
                <a:spcPct val="100000"/>
              </a:lnSpc>
              <a:spcBef>
                <a:spcPts val="1600"/>
              </a:spcBef>
              <a:spcAft>
                <a:spcPts val="0"/>
              </a:spcAft>
              <a:buNone/>
              <a:defRPr>
                <a:solidFill>
                  <a:srgbClr val="053B5C"/>
                </a:solidFill>
              </a:defRPr>
            </a:lvl5pPr>
            <a:lvl6pPr lvl="5" algn="r" rtl="0">
              <a:lnSpc>
                <a:spcPct val="100000"/>
              </a:lnSpc>
              <a:spcBef>
                <a:spcPts val="1600"/>
              </a:spcBef>
              <a:spcAft>
                <a:spcPts val="0"/>
              </a:spcAft>
              <a:buNone/>
              <a:defRPr>
                <a:solidFill>
                  <a:srgbClr val="053B5C"/>
                </a:solidFill>
              </a:defRPr>
            </a:lvl6pPr>
            <a:lvl7pPr lvl="6" algn="r" rtl="0">
              <a:lnSpc>
                <a:spcPct val="100000"/>
              </a:lnSpc>
              <a:spcBef>
                <a:spcPts val="1600"/>
              </a:spcBef>
              <a:spcAft>
                <a:spcPts val="0"/>
              </a:spcAft>
              <a:buNone/>
              <a:defRPr>
                <a:solidFill>
                  <a:srgbClr val="053B5C"/>
                </a:solidFill>
              </a:defRPr>
            </a:lvl7pPr>
            <a:lvl8pPr lvl="7" algn="r" rtl="0">
              <a:lnSpc>
                <a:spcPct val="100000"/>
              </a:lnSpc>
              <a:spcBef>
                <a:spcPts val="1600"/>
              </a:spcBef>
              <a:spcAft>
                <a:spcPts val="0"/>
              </a:spcAft>
              <a:buNone/>
              <a:defRPr>
                <a:solidFill>
                  <a:srgbClr val="053B5C"/>
                </a:solidFill>
              </a:defRPr>
            </a:lvl8pPr>
            <a:lvl9pPr lvl="8" algn="r" rtl="0">
              <a:lnSpc>
                <a:spcPct val="100000"/>
              </a:lnSpc>
              <a:spcBef>
                <a:spcPts val="1600"/>
              </a:spcBef>
              <a:spcAft>
                <a:spcPts val="1600"/>
              </a:spcAft>
              <a:buNone/>
              <a:defRPr>
                <a:solidFill>
                  <a:srgbClr val="053B5C"/>
                </a:solidFill>
              </a:defRPr>
            </a:lvl9pPr>
          </a:lstStyle>
          <a:p>
            <a:endParaRPr/>
          </a:p>
        </p:txBody>
      </p:sp>
      <p:sp>
        <p:nvSpPr>
          <p:cNvPr id="311" name="Google Shape;311;p28"/>
          <p:cNvSpPr txBox="1">
            <a:spLocks noGrp="1"/>
          </p:cNvSpPr>
          <p:nvPr>
            <p:ph type="title" idx="2"/>
          </p:nvPr>
        </p:nvSpPr>
        <p:spPr>
          <a:xfrm>
            <a:off x="5990200" y="1846425"/>
            <a:ext cx="2436300" cy="384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700">
                <a:solidFill>
                  <a:srgbClr val="053B5C"/>
                </a:solidFill>
              </a:defRPr>
            </a:lvl1pPr>
            <a:lvl2pPr lvl="1" rtl="0">
              <a:spcBef>
                <a:spcPts val="0"/>
              </a:spcBef>
              <a:spcAft>
                <a:spcPts val="0"/>
              </a:spcAft>
              <a:buNone/>
              <a:defRPr>
                <a:solidFill>
                  <a:srgbClr val="053B5C"/>
                </a:solidFill>
                <a:latin typeface="Open Sans"/>
                <a:ea typeface="Open Sans"/>
                <a:cs typeface="Open Sans"/>
                <a:sym typeface="Open Sans"/>
              </a:defRPr>
            </a:lvl2pPr>
            <a:lvl3pPr lvl="2" rtl="0">
              <a:spcBef>
                <a:spcPts val="0"/>
              </a:spcBef>
              <a:spcAft>
                <a:spcPts val="0"/>
              </a:spcAft>
              <a:buNone/>
              <a:defRPr>
                <a:solidFill>
                  <a:srgbClr val="053B5C"/>
                </a:solidFill>
                <a:latin typeface="Open Sans"/>
                <a:ea typeface="Open Sans"/>
                <a:cs typeface="Open Sans"/>
                <a:sym typeface="Open Sans"/>
              </a:defRPr>
            </a:lvl3pPr>
            <a:lvl4pPr lvl="3" rtl="0">
              <a:spcBef>
                <a:spcPts val="0"/>
              </a:spcBef>
              <a:spcAft>
                <a:spcPts val="0"/>
              </a:spcAft>
              <a:buNone/>
              <a:defRPr>
                <a:solidFill>
                  <a:srgbClr val="053B5C"/>
                </a:solidFill>
                <a:latin typeface="Open Sans"/>
                <a:ea typeface="Open Sans"/>
                <a:cs typeface="Open Sans"/>
                <a:sym typeface="Open Sans"/>
              </a:defRPr>
            </a:lvl4pPr>
            <a:lvl5pPr lvl="4" rtl="0">
              <a:spcBef>
                <a:spcPts val="0"/>
              </a:spcBef>
              <a:spcAft>
                <a:spcPts val="0"/>
              </a:spcAft>
              <a:buNone/>
              <a:defRPr>
                <a:solidFill>
                  <a:srgbClr val="053B5C"/>
                </a:solidFill>
                <a:latin typeface="Open Sans"/>
                <a:ea typeface="Open Sans"/>
                <a:cs typeface="Open Sans"/>
                <a:sym typeface="Open Sans"/>
              </a:defRPr>
            </a:lvl5pPr>
            <a:lvl6pPr lvl="5" rtl="0">
              <a:spcBef>
                <a:spcPts val="0"/>
              </a:spcBef>
              <a:spcAft>
                <a:spcPts val="0"/>
              </a:spcAft>
              <a:buNone/>
              <a:defRPr>
                <a:solidFill>
                  <a:srgbClr val="053B5C"/>
                </a:solidFill>
                <a:latin typeface="Open Sans"/>
                <a:ea typeface="Open Sans"/>
                <a:cs typeface="Open Sans"/>
                <a:sym typeface="Open Sans"/>
              </a:defRPr>
            </a:lvl6pPr>
            <a:lvl7pPr lvl="6" rtl="0">
              <a:spcBef>
                <a:spcPts val="0"/>
              </a:spcBef>
              <a:spcAft>
                <a:spcPts val="0"/>
              </a:spcAft>
              <a:buNone/>
              <a:defRPr>
                <a:solidFill>
                  <a:srgbClr val="053B5C"/>
                </a:solidFill>
                <a:latin typeface="Open Sans"/>
                <a:ea typeface="Open Sans"/>
                <a:cs typeface="Open Sans"/>
                <a:sym typeface="Open Sans"/>
              </a:defRPr>
            </a:lvl7pPr>
            <a:lvl8pPr lvl="7" rtl="0">
              <a:spcBef>
                <a:spcPts val="0"/>
              </a:spcBef>
              <a:spcAft>
                <a:spcPts val="0"/>
              </a:spcAft>
              <a:buNone/>
              <a:defRPr>
                <a:solidFill>
                  <a:srgbClr val="053B5C"/>
                </a:solidFill>
                <a:latin typeface="Open Sans"/>
                <a:ea typeface="Open Sans"/>
                <a:cs typeface="Open Sans"/>
                <a:sym typeface="Open Sans"/>
              </a:defRPr>
            </a:lvl8pPr>
            <a:lvl9pPr lvl="8" rtl="0">
              <a:spcBef>
                <a:spcPts val="0"/>
              </a:spcBef>
              <a:spcAft>
                <a:spcPts val="0"/>
              </a:spcAft>
              <a:buNone/>
              <a:defRPr>
                <a:solidFill>
                  <a:srgbClr val="053B5C"/>
                </a:solidFill>
                <a:latin typeface="Open Sans"/>
                <a:ea typeface="Open Sans"/>
                <a:cs typeface="Open Sans"/>
                <a:sym typeface="Open Sans"/>
              </a:defRPr>
            </a:lvl9pPr>
          </a:lstStyle>
          <a:p>
            <a:endParaRPr/>
          </a:p>
        </p:txBody>
      </p:sp>
      <p:sp>
        <p:nvSpPr>
          <p:cNvPr id="312" name="Google Shape;312;p28"/>
          <p:cNvSpPr txBox="1"/>
          <p:nvPr/>
        </p:nvSpPr>
        <p:spPr>
          <a:xfrm>
            <a:off x="717525" y="542750"/>
            <a:ext cx="2826300" cy="8088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a:solidFill>
                  <a:srgbClr val="053B5C"/>
                </a:solidFill>
                <a:latin typeface="Open Sans"/>
                <a:ea typeface="Open Sans"/>
                <a:cs typeface="Open Sans"/>
                <a:sym typeface="Open Sans"/>
              </a:rPr>
              <a:t>CREDITS: This presentation template was created by </a:t>
            </a:r>
            <a:r>
              <a:rPr lang="en" sz="1000" b="1">
                <a:solidFill>
                  <a:srgbClr val="053B5C"/>
                </a:solidFill>
                <a:uFill>
                  <a:noFill/>
                </a:uFill>
                <a:latin typeface="Open Sans"/>
                <a:ea typeface="Open Sans"/>
                <a:cs typeface="Open Sans"/>
                <a:sym typeface="Open Sans"/>
                <a:hlinkClick r:id="rId2">
                  <a:extLst>
                    <a:ext uri="{A12FA001-AC4F-418D-AE19-62706E023703}">
                      <ahyp:hlinkClr xmlns:ahyp="http://schemas.microsoft.com/office/drawing/2018/hyperlinkcolor" val="tx"/>
                    </a:ext>
                  </a:extLst>
                </a:hlinkClick>
              </a:rPr>
              <a:t>Slidesgo</a:t>
            </a:r>
            <a:r>
              <a:rPr lang="en" sz="1000">
                <a:solidFill>
                  <a:srgbClr val="053B5C"/>
                </a:solidFill>
                <a:latin typeface="Open Sans"/>
                <a:ea typeface="Open Sans"/>
                <a:cs typeface="Open Sans"/>
                <a:sym typeface="Open Sans"/>
              </a:rPr>
              <a:t>, including icons by </a:t>
            </a:r>
            <a:r>
              <a:rPr lang="en" sz="1000" b="1">
                <a:solidFill>
                  <a:srgbClr val="053B5C"/>
                </a:solidFill>
                <a:uFill>
                  <a:noFill/>
                </a:u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Flaticon</a:t>
            </a:r>
            <a:r>
              <a:rPr lang="en" sz="1000">
                <a:solidFill>
                  <a:srgbClr val="053B5C"/>
                </a:solidFill>
                <a:latin typeface="Open Sans"/>
                <a:ea typeface="Open Sans"/>
                <a:cs typeface="Open Sans"/>
                <a:sym typeface="Open Sans"/>
              </a:rPr>
              <a:t>, infographics &amp; images by </a:t>
            </a:r>
            <a:r>
              <a:rPr lang="en" sz="1000" b="1">
                <a:solidFill>
                  <a:srgbClr val="053B5C"/>
                </a:solidFill>
                <a:uFill>
                  <a:noFill/>
                </a:u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Freepik</a:t>
            </a:r>
            <a:r>
              <a:rPr lang="en" sz="1000">
                <a:solidFill>
                  <a:srgbClr val="053B5C"/>
                </a:solidFill>
                <a:latin typeface="Open Sans"/>
                <a:ea typeface="Open Sans"/>
                <a:cs typeface="Open Sans"/>
                <a:sym typeface="Open Sans"/>
              </a:rPr>
              <a:t> and illustrations by </a:t>
            </a:r>
            <a:r>
              <a:rPr lang="en" sz="1000" b="1">
                <a:solidFill>
                  <a:srgbClr val="053B5C"/>
                </a:solidFill>
                <a:uFill>
                  <a:noFill/>
                </a:uFill>
                <a:latin typeface="Open Sans"/>
                <a:ea typeface="Open Sans"/>
                <a:cs typeface="Open Sans"/>
                <a:sym typeface="Open Sans"/>
                <a:hlinkClick r:id="rId5">
                  <a:extLst>
                    <a:ext uri="{A12FA001-AC4F-418D-AE19-62706E023703}">
                      <ahyp:hlinkClr xmlns:ahyp="http://schemas.microsoft.com/office/drawing/2018/hyperlinkcolor" val="tx"/>
                    </a:ext>
                  </a:extLst>
                </a:hlinkClick>
              </a:rPr>
              <a:t>Stories</a:t>
            </a:r>
            <a:endParaRPr sz="900">
              <a:solidFill>
                <a:srgbClr val="053B5C"/>
              </a:solidFill>
              <a:latin typeface="Open Sans"/>
              <a:ea typeface="Open Sans"/>
              <a:cs typeface="Open Sans"/>
              <a:sym typeface="Open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16">
    <p:bg>
      <p:bgPr>
        <a:solidFill>
          <a:schemeClr val="dk2"/>
        </a:solidFill>
        <a:effectLst/>
      </p:bgPr>
    </p:bg>
    <p:spTree>
      <p:nvGrpSpPr>
        <p:cNvPr id="1" name="Shape 3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vl2pPr lvl="1">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2pPr>
            <a:lvl3pPr lvl="2">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3pPr>
            <a:lvl4pPr lvl="3">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4pPr>
            <a:lvl5pPr lvl="4">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5pPr>
            <a:lvl6pPr lvl="5">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6pPr>
            <a:lvl7pPr lvl="6">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7pPr>
            <a:lvl8pPr lvl="7">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8pPr>
            <a:lvl9pPr lvl="8">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6" r:id="rId5"/>
    <p:sldLayoutId id="2147483657" r:id="rId6"/>
    <p:sldLayoutId id="2147483658" r:id="rId7"/>
    <p:sldLayoutId id="2147483661" r:id="rId8"/>
    <p:sldLayoutId id="2147483662" r:id="rId9"/>
    <p:sldLayoutId id="2147483666" r:id="rId10"/>
    <p:sldLayoutId id="2147483674" r:id="rId11"/>
    <p:sldLayoutId id="214748367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chart" Target="../charts/chart8.xml"/></Relationships>
</file>

<file path=ppt/slides/_rels/slide1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hyperlink" Target="https://nrdc.org/" TargetMode="External"/><Relationship Id="rId3" Type="http://schemas.openxmlformats.org/officeDocument/2006/relationships/hyperlink" Target="https://data.gov.in/" TargetMode="External"/><Relationship Id="rId7" Type="http://schemas.openxmlformats.org/officeDocument/2006/relationships/hyperlink" Target="https://scied.ucar.edu/" TargetMode="External"/><Relationship Id="rId2" Type="http://schemas.openxmlformats.org/officeDocument/2006/relationships/notesSlide" Target="../notesSlides/notesSlide23.xml"/><Relationship Id="rId1" Type="http://schemas.openxmlformats.org/officeDocument/2006/relationships/slideLayout" Target="../slideLayouts/slideLayout9.xml"/><Relationship Id="rId6" Type="http://schemas.openxmlformats.org/officeDocument/2006/relationships/hyperlink" Target="https://airnow.gov/" TargetMode="External"/><Relationship Id="rId5" Type="http://schemas.openxmlformats.org/officeDocument/2006/relationships/hyperlink" Target="https://cpcb.nic.in/" TargetMode="External"/><Relationship Id="rId4" Type="http://schemas.openxmlformats.org/officeDocument/2006/relationships/hyperlink" Target="https://moef.gov.in/" TargetMode="External"/><Relationship Id="rId9" Type="http://schemas.openxmlformats.org/officeDocument/2006/relationships/hyperlink" Target="https://the-ies.org/"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3" name="Google Shape;323;p32"/>
          <p:cNvSpPr txBox="1">
            <a:spLocks noGrp="1"/>
          </p:cNvSpPr>
          <p:nvPr>
            <p:ph type="subTitle" idx="1"/>
          </p:nvPr>
        </p:nvSpPr>
        <p:spPr>
          <a:xfrm>
            <a:off x="4860709" y="3780323"/>
            <a:ext cx="3988500" cy="44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ctr" rtl="0">
              <a:spcBef>
                <a:spcPts val="0"/>
              </a:spcBef>
              <a:spcAft>
                <a:spcPts val="0"/>
              </a:spcAft>
              <a:buNone/>
            </a:pPr>
            <a:r>
              <a:rPr lang="en-US" dirty="0"/>
              <a:t>Mentored by :</a:t>
            </a:r>
          </a:p>
          <a:p>
            <a:pPr marL="0" lvl="0" indent="0" algn="ctr" rtl="0">
              <a:spcBef>
                <a:spcPts val="0"/>
              </a:spcBef>
              <a:spcAft>
                <a:spcPts val="0"/>
              </a:spcAft>
              <a:buNone/>
            </a:pPr>
            <a:r>
              <a:rPr lang="en-US" b="1" dirty="0"/>
              <a:t>Dr. Hemant Kulkarni</a:t>
            </a:r>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grpSp>
        <p:nvGrpSpPr>
          <p:cNvPr id="324" name="Google Shape;324;p32"/>
          <p:cNvGrpSpPr/>
          <p:nvPr/>
        </p:nvGrpSpPr>
        <p:grpSpPr>
          <a:xfrm>
            <a:off x="4914046" y="1013687"/>
            <a:ext cx="3775758" cy="2721846"/>
            <a:chOff x="5280759" y="250992"/>
            <a:chExt cx="3597330" cy="2593222"/>
          </a:xfrm>
        </p:grpSpPr>
        <p:sp>
          <p:nvSpPr>
            <p:cNvPr id="325" name="Google Shape;325;p32"/>
            <p:cNvSpPr/>
            <p:nvPr/>
          </p:nvSpPr>
          <p:spPr>
            <a:xfrm>
              <a:off x="5280759" y="1698813"/>
              <a:ext cx="820608" cy="426057"/>
            </a:xfrm>
            <a:custGeom>
              <a:avLst/>
              <a:gdLst/>
              <a:ahLst/>
              <a:cxnLst/>
              <a:rect l="l" t="t" r="r" b="b"/>
              <a:pathLst>
                <a:path w="78452" h="40732" extrusionOk="0">
                  <a:moveTo>
                    <a:pt x="39196" y="1"/>
                  </a:moveTo>
                  <a:cubicBezTo>
                    <a:pt x="33303" y="1"/>
                    <a:pt x="28004" y="2584"/>
                    <a:pt x="24397" y="6692"/>
                  </a:cubicBezTo>
                  <a:cubicBezTo>
                    <a:pt x="22313" y="9062"/>
                    <a:pt x="19311" y="10299"/>
                    <a:pt x="16174" y="10299"/>
                  </a:cubicBezTo>
                  <a:cubicBezTo>
                    <a:pt x="15923" y="10299"/>
                    <a:pt x="15672" y="10291"/>
                    <a:pt x="15420" y="10276"/>
                  </a:cubicBezTo>
                  <a:cubicBezTo>
                    <a:pt x="15122" y="10264"/>
                    <a:pt x="14824" y="10252"/>
                    <a:pt x="14527" y="10252"/>
                  </a:cubicBezTo>
                  <a:cubicBezTo>
                    <a:pt x="6502" y="10252"/>
                    <a:pt x="1" y="16741"/>
                    <a:pt x="1" y="24754"/>
                  </a:cubicBezTo>
                  <a:cubicBezTo>
                    <a:pt x="1" y="32766"/>
                    <a:pt x="6502" y="39255"/>
                    <a:pt x="14527" y="39255"/>
                  </a:cubicBezTo>
                  <a:cubicBezTo>
                    <a:pt x="16420" y="39255"/>
                    <a:pt x="18229" y="38898"/>
                    <a:pt x="19884" y="38243"/>
                  </a:cubicBezTo>
                  <a:cubicBezTo>
                    <a:pt x="21880" y="37452"/>
                    <a:pt x="23979" y="37091"/>
                    <a:pt x="26087" y="37091"/>
                  </a:cubicBezTo>
                  <a:cubicBezTo>
                    <a:pt x="28356" y="37091"/>
                    <a:pt x="30636" y="37509"/>
                    <a:pt x="32815" y="38255"/>
                  </a:cubicBezTo>
                  <a:cubicBezTo>
                    <a:pt x="34815" y="38946"/>
                    <a:pt x="36970" y="39315"/>
                    <a:pt x="39196" y="39315"/>
                  </a:cubicBezTo>
                  <a:cubicBezTo>
                    <a:pt x="40637" y="39315"/>
                    <a:pt x="42042" y="39160"/>
                    <a:pt x="43387" y="38862"/>
                  </a:cubicBezTo>
                  <a:cubicBezTo>
                    <a:pt x="44179" y="38691"/>
                    <a:pt x="44979" y="38607"/>
                    <a:pt x="45775" y="38607"/>
                  </a:cubicBezTo>
                  <a:cubicBezTo>
                    <a:pt x="47362" y="38607"/>
                    <a:pt x="48934" y="38943"/>
                    <a:pt x="50400" y="39601"/>
                  </a:cubicBezTo>
                  <a:cubicBezTo>
                    <a:pt x="52019" y="40327"/>
                    <a:pt x="53805" y="40732"/>
                    <a:pt x="55698" y="40732"/>
                  </a:cubicBezTo>
                  <a:cubicBezTo>
                    <a:pt x="58354" y="40732"/>
                    <a:pt x="60830" y="39922"/>
                    <a:pt x="62890" y="38553"/>
                  </a:cubicBezTo>
                  <a:cubicBezTo>
                    <a:pt x="64240" y="37652"/>
                    <a:pt x="65827" y="37207"/>
                    <a:pt x="67430" y="37207"/>
                  </a:cubicBezTo>
                  <a:cubicBezTo>
                    <a:pt x="68074" y="37207"/>
                    <a:pt x="68720" y="37278"/>
                    <a:pt x="69355" y="37422"/>
                  </a:cubicBezTo>
                  <a:cubicBezTo>
                    <a:pt x="69855" y="37529"/>
                    <a:pt x="70367" y="37588"/>
                    <a:pt x="70903" y="37588"/>
                  </a:cubicBezTo>
                  <a:cubicBezTo>
                    <a:pt x="75106" y="37588"/>
                    <a:pt x="78451" y="33957"/>
                    <a:pt x="77975" y="29671"/>
                  </a:cubicBezTo>
                  <a:cubicBezTo>
                    <a:pt x="77630" y="26504"/>
                    <a:pt x="75082" y="23896"/>
                    <a:pt x="71927" y="23456"/>
                  </a:cubicBezTo>
                  <a:cubicBezTo>
                    <a:pt x="71891" y="23444"/>
                    <a:pt x="71855" y="23444"/>
                    <a:pt x="71819" y="23432"/>
                  </a:cubicBezTo>
                  <a:cubicBezTo>
                    <a:pt x="69533" y="23158"/>
                    <a:pt x="67521" y="21967"/>
                    <a:pt x="66164" y="20122"/>
                  </a:cubicBezTo>
                  <a:cubicBezTo>
                    <a:pt x="64973" y="18503"/>
                    <a:pt x="63426" y="17181"/>
                    <a:pt x="61640" y="16264"/>
                  </a:cubicBezTo>
                  <a:cubicBezTo>
                    <a:pt x="59556" y="15181"/>
                    <a:pt x="57996" y="13335"/>
                    <a:pt x="56984" y="11216"/>
                  </a:cubicBezTo>
                  <a:cubicBezTo>
                    <a:pt x="53829" y="4584"/>
                    <a:pt x="47054" y="1"/>
                    <a:pt x="391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2"/>
            <p:cNvSpPr/>
            <p:nvPr/>
          </p:nvSpPr>
          <p:spPr>
            <a:xfrm>
              <a:off x="8221264" y="778218"/>
              <a:ext cx="61662" cy="47834"/>
            </a:xfrm>
            <a:custGeom>
              <a:avLst/>
              <a:gdLst/>
              <a:ahLst/>
              <a:cxnLst/>
              <a:rect l="l" t="t" r="r" b="b"/>
              <a:pathLst>
                <a:path w="5895" h="4573" extrusionOk="0">
                  <a:moveTo>
                    <a:pt x="2941" y="1"/>
                  </a:moveTo>
                  <a:cubicBezTo>
                    <a:pt x="12" y="1"/>
                    <a:pt x="0" y="4573"/>
                    <a:pt x="2941" y="4573"/>
                  </a:cubicBezTo>
                  <a:cubicBezTo>
                    <a:pt x="5882" y="4573"/>
                    <a:pt x="5894" y="1"/>
                    <a:pt x="29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2"/>
            <p:cNvSpPr/>
            <p:nvPr/>
          </p:nvSpPr>
          <p:spPr>
            <a:xfrm>
              <a:off x="8112919" y="778218"/>
              <a:ext cx="61651" cy="47834"/>
            </a:xfrm>
            <a:custGeom>
              <a:avLst/>
              <a:gdLst/>
              <a:ahLst/>
              <a:cxnLst/>
              <a:rect l="l" t="t" r="r" b="b"/>
              <a:pathLst>
                <a:path w="5894" h="4573" extrusionOk="0">
                  <a:moveTo>
                    <a:pt x="2953" y="1"/>
                  </a:moveTo>
                  <a:cubicBezTo>
                    <a:pt x="12" y="1"/>
                    <a:pt x="0" y="4573"/>
                    <a:pt x="2953" y="4573"/>
                  </a:cubicBezTo>
                  <a:cubicBezTo>
                    <a:pt x="5894" y="4573"/>
                    <a:pt x="5894" y="1"/>
                    <a:pt x="2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2"/>
            <p:cNvSpPr/>
            <p:nvPr/>
          </p:nvSpPr>
          <p:spPr>
            <a:xfrm>
              <a:off x="8326377" y="778218"/>
              <a:ext cx="61651" cy="47834"/>
            </a:xfrm>
            <a:custGeom>
              <a:avLst/>
              <a:gdLst/>
              <a:ahLst/>
              <a:cxnLst/>
              <a:rect l="l" t="t" r="r" b="b"/>
              <a:pathLst>
                <a:path w="5894" h="4573" extrusionOk="0">
                  <a:moveTo>
                    <a:pt x="2953" y="1"/>
                  </a:moveTo>
                  <a:cubicBezTo>
                    <a:pt x="12" y="1"/>
                    <a:pt x="0" y="4573"/>
                    <a:pt x="2953" y="4573"/>
                  </a:cubicBezTo>
                  <a:cubicBezTo>
                    <a:pt x="5882" y="4573"/>
                    <a:pt x="5894" y="1"/>
                    <a:pt x="2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2"/>
            <p:cNvSpPr/>
            <p:nvPr/>
          </p:nvSpPr>
          <p:spPr>
            <a:xfrm>
              <a:off x="5546035" y="2181531"/>
              <a:ext cx="58419" cy="47834"/>
            </a:xfrm>
            <a:custGeom>
              <a:avLst/>
              <a:gdLst/>
              <a:ahLst/>
              <a:cxnLst/>
              <a:rect l="l" t="t" r="r" b="b"/>
              <a:pathLst>
                <a:path w="5585" h="4573" extrusionOk="0">
                  <a:moveTo>
                    <a:pt x="2786" y="0"/>
                  </a:moveTo>
                  <a:cubicBezTo>
                    <a:pt x="0" y="0"/>
                    <a:pt x="0" y="4572"/>
                    <a:pt x="2786" y="4572"/>
                  </a:cubicBezTo>
                  <a:cubicBezTo>
                    <a:pt x="5572" y="4572"/>
                    <a:pt x="5584" y="0"/>
                    <a:pt x="27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2"/>
            <p:cNvSpPr/>
            <p:nvPr/>
          </p:nvSpPr>
          <p:spPr>
            <a:xfrm>
              <a:off x="5443287" y="2181531"/>
              <a:ext cx="58419" cy="47834"/>
            </a:xfrm>
            <a:custGeom>
              <a:avLst/>
              <a:gdLst/>
              <a:ahLst/>
              <a:cxnLst/>
              <a:rect l="l" t="t" r="r" b="b"/>
              <a:pathLst>
                <a:path w="5585" h="4573" extrusionOk="0">
                  <a:moveTo>
                    <a:pt x="2799" y="0"/>
                  </a:moveTo>
                  <a:cubicBezTo>
                    <a:pt x="13" y="0"/>
                    <a:pt x="1" y="4572"/>
                    <a:pt x="2799" y="4572"/>
                  </a:cubicBezTo>
                  <a:cubicBezTo>
                    <a:pt x="5585" y="4572"/>
                    <a:pt x="5585" y="0"/>
                    <a:pt x="27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2"/>
            <p:cNvSpPr/>
            <p:nvPr/>
          </p:nvSpPr>
          <p:spPr>
            <a:xfrm>
              <a:off x="5645667" y="2181531"/>
              <a:ext cx="58419" cy="47834"/>
            </a:xfrm>
            <a:custGeom>
              <a:avLst/>
              <a:gdLst/>
              <a:ahLst/>
              <a:cxnLst/>
              <a:rect l="l" t="t" r="r" b="b"/>
              <a:pathLst>
                <a:path w="5585" h="4573" extrusionOk="0">
                  <a:moveTo>
                    <a:pt x="2786" y="0"/>
                  </a:moveTo>
                  <a:cubicBezTo>
                    <a:pt x="0" y="0"/>
                    <a:pt x="0" y="4572"/>
                    <a:pt x="2786" y="4572"/>
                  </a:cubicBezTo>
                  <a:cubicBezTo>
                    <a:pt x="5572" y="4572"/>
                    <a:pt x="5584" y="0"/>
                    <a:pt x="27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2"/>
            <p:cNvSpPr/>
            <p:nvPr/>
          </p:nvSpPr>
          <p:spPr>
            <a:xfrm>
              <a:off x="5578043" y="1222454"/>
              <a:ext cx="61651" cy="47834"/>
            </a:xfrm>
            <a:custGeom>
              <a:avLst/>
              <a:gdLst/>
              <a:ahLst/>
              <a:cxnLst/>
              <a:rect l="l" t="t" r="r" b="b"/>
              <a:pathLst>
                <a:path w="5894" h="4573" extrusionOk="0">
                  <a:moveTo>
                    <a:pt x="2941" y="0"/>
                  </a:moveTo>
                  <a:cubicBezTo>
                    <a:pt x="0" y="0"/>
                    <a:pt x="0" y="4572"/>
                    <a:pt x="2941" y="4572"/>
                  </a:cubicBezTo>
                  <a:cubicBezTo>
                    <a:pt x="5882" y="4572"/>
                    <a:pt x="5894" y="0"/>
                    <a:pt x="29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2"/>
            <p:cNvSpPr/>
            <p:nvPr/>
          </p:nvSpPr>
          <p:spPr>
            <a:xfrm>
              <a:off x="5482522" y="1222454"/>
              <a:ext cx="61526" cy="47834"/>
            </a:xfrm>
            <a:custGeom>
              <a:avLst/>
              <a:gdLst/>
              <a:ahLst/>
              <a:cxnLst/>
              <a:rect l="l" t="t" r="r" b="b"/>
              <a:pathLst>
                <a:path w="5882" h="4573" extrusionOk="0">
                  <a:moveTo>
                    <a:pt x="2941" y="0"/>
                  </a:moveTo>
                  <a:cubicBezTo>
                    <a:pt x="0" y="0"/>
                    <a:pt x="0" y="4572"/>
                    <a:pt x="2941" y="4572"/>
                  </a:cubicBezTo>
                  <a:cubicBezTo>
                    <a:pt x="5882" y="4572"/>
                    <a:pt x="5882" y="0"/>
                    <a:pt x="29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8758029" y="2044537"/>
              <a:ext cx="61651" cy="47834"/>
            </a:xfrm>
            <a:custGeom>
              <a:avLst/>
              <a:gdLst/>
              <a:ahLst/>
              <a:cxnLst/>
              <a:rect l="l" t="t" r="r" b="b"/>
              <a:pathLst>
                <a:path w="5894" h="4573" extrusionOk="0">
                  <a:moveTo>
                    <a:pt x="2953" y="0"/>
                  </a:moveTo>
                  <a:cubicBezTo>
                    <a:pt x="12" y="0"/>
                    <a:pt x="0" y="4572"/>
                    <a:pt x="2953" y="4572"/>
                  </a:cubicBezTo>
                  <a:cubicBezTo>
                    <a:pt x="5894" y="4572"/>
                    <a:pt x="5894" y="0"/>
                    <a:pt x="295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2"/>
            <p:cNvSpPr/>
            <p:nvPr/>
          </p:nvSpPr>
          <p:spPr>
            <a:xfrm>
              <a:off x="8662509" y="2044537"/>
              <a:ext cx="61651" cy="47834"/>
            </a:xfrm>
            <a:custGeom>
              <a:avLst/>
              <a:gdLst/>
              <a:ahLst/>
              <a:cxnLst/>
              <a:rect l="l" t="t" r="r" b="b"/>
              <a:pathLst>
                <a:path w="5894" h="4573" extrusionOk="0">
                  <a:moveTo>
                    <a:pt x="2941" y="0"/>
                  </a:moveTo>
                  <a:cubicBezTo>
                    <a:pt x="0" y="0"/>
                    <a:pt x="0" y="4572"/>
                    <a:pt x="2941" y="4572"/>
                  </a:cubicBezTo>
                  <a:cubicBezTo>
                    <a:pt x="5882" y="4572"/>
                    <a:pt x="5894" y="0"/>
                    <a:pt x="29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2"/>
            <p:cNvSpPr/>
            <p:nvPr/>
          </p:nvSpPr>
          <p:spPr>
            <a:xfrm>
              <a:off x="5924510" y="864251"/>
              <a:ext cx="524067" cy="989129"/>
            </a:xfrm>
            <a:custGeom>
              <a:avLst/>
              <a:gdLst/>
              <a:ahLst/>
              <a:cxnLst/>
              <a:rect l="l" t="t" r="r" b="b"/>
              <a:pathLst>
                <a:path w="50102" h="94563" extrusionOk="0">
                  <a:moveTo>
                    <a:pt x="49076" y="0"/>
                  </a:moveTo>
                  <a:cubicBezTo>
                    <a:pt x="48977" y="0"/>
                    <a:pt x="48878" y="16"/>
                    <a:pt x="48780" y="51"/>
                  </a:cubicBezTo>
                  <a:cubicBezTo>
                    <a:pt x="44054" y="1658"/>
                    <a:pt x="42589" y="6599"/>
                    <a:pt x="41172" y="11385"/>
                  </a:cubicBezTo>
                  <a:cubicBezTo>
                    <a:pt x="40101" y="14957"/>
                    <a:pt x="39005" y="18648"/>
                    <a:pt x="36576" y="20779"/>
                  </a:cubicBezTo>
                  <a:cubicBezTo>
                    <a:pt x="35124" y="22065"/>
                    <a:pt x="33576" y="23041"/>
                    <a:pt x="32088" y="23982"/>
                  </a:cubicBezTo>
                  <a:cubicBezTo>
                    <a:pt x="28456" y="26280"/>
                    <a:pt x="25039" y="28447"/>
                    <a:pt x="24051" y="34198"/>
                  </a:cubicBezTo>
                  <a:cubicBezTo>
                    <a:pt x="23765" y="35876"/>
                    <a:pt x="23563" y="37436"/>
                    <a:pt x="23372" y="38936"/>
                  </a:cubicBezTo>
                  <a:cubicBezTo>
                    <a:pt x="22610" y="44889"/>
                    <a:pt x="22063" y="49199"/>
                    <a:pt x="17038" y="53760"/>
                  </a:cubicBezTo>
                  <a:cubicBezTo>
                    <a:pt x="16479" y="54271"/>
                    <a:pt x="15871" y="54760"/>
                    <a:pt x="15264" y="55260"/>
                  </a:cubicBezTo>
                  <a:cubicBezTo>
                    <a:pt x="13562" y="56653"/>
                    <a:pt x="11811" y="58105"/>
                    <a:pt x="10609" y="60106"/>
                  </a:cubicBezTo>
                  <a:cubicBezTo>
                    <a:pt x="9513" y="61915"/>
                    <a:pt x="9085" y="63796"/>
                    <a:pt x="8668" y="65606"/>
                  </a:cubicBezTo>
                  <a:cubicBezTo>
                    <a:pt x="8275" y="67285"/>
                    <a:pt x="7906" y="68869"/>
                    <a:pt x="7049" y="70381"/>
                  </a:cubicBezTo>
                  <a:cubicBezTo>
                    <a:pt x="6465" y="71416"/>
                    <a:pt x="5561" y="72357"/>
                    <a:pt x="4608" y="73357"/>
                  </a:cubicBezTo>
                  <a:cubicBezTo>
                    <a:pt x="3310" y="74703"/>
                    <a:pt x="1965" y="76107"/>
                    <a:pt x="1274" y="77893"/>
                  </a:cubicBezTo>
                  <a:cubicBezTo>
                    <a:pt x="0" y="81215"/>
                    <a:pt x="393" y="85109"/>
                    <a:pt x="774" y="88883"/>
                  </a:cubicBezTo>
                  <a:cubicBezTo>
                    <a:pt x="941" y="90574"/>
                    <a:pt x="1108" y="92181"/>
                    <a:pt x="1108" y="93645"/>
                  </a:cubicBezTo>
                  <a:cubicBezTo>
                    <a:pt x="1108" y="94157"/>
                    <a:pt x="1512" y="94562"/>
                    <a:pt x="2013" y="94562"/>
                  </a:cubicBezTo>
                  <a:cubicBezTo>
                    <a:pt x="2525" y="94562"/>
                    <a:pt x="2929" y="94157"/>
                    <a:pt x="2929" y="93657"/>
                  </a:cubicBezTo>
                  <a:cubicBezTo>
                    <a:pt x="2941" y="92098"/>
                    <a:pt x="2775" y="90443"/>
                    <a:pt x="2596" y="88692"/>
                  </a:cubicBezTo>
                  <a:cubicBezTo>
                    <a:pt x="2239" y="85144"/>
                    <a:pt x="1858" y="81465"/>
                    <a:pt x="2989" y="78548"/>
                  </a:cubicBezTo>
                  <a:cubicBezTo>
                    <a:pt x="3537" y="77108"/>
                    <a:pt x="4703" y="75893"/>
                    <a:pt x="5930" y="74619"/>
                  </a:cubicBezTo>
                  <a:cubicBezTo>
                    <a:pt x="6918" y="73583"/>
                    <a:pt x="7942" y="72512"/>
                    <a:pt x="8632" y="71285"/>
                  </a:cubicBezTo>
                  <a:cubicBezTo>
                    <a:pt x="9621" y="69535"/>
                    <a:pt x="10037" y="67749"/>
                    <a:pt x="10442" y="66011"/>
                  </a:cubicBezTo>
                  <a:cubicBezTo>
                    <a:pt x="10847" y="64261"/>
                    <a:pt x="11228" y="62606"/>
                    <a:pt x="12169" y="61034"/>
                  </a:cubicBezTo>
                  <a:cubicBezTo>
                    <a:pt x="13216" y="59308"/>
                    <a:pt x="14847" y="57974"/>
                    <a:pt x="16431" y="56677"/>
                  </a:cubicBezTo>
                  <a:cubicBezTo>
                    <a:pt x="17038" y="56176"/>
                    <a:pt x="17681" y="55653"/>
                    <a:pt x="18265" y="55117"/>
                  </a:cubicBezTo>
                  <a:cubicBezTo>
                    <a:pt x="23789" y="50092"/>
                    <a:pt x="24408" y="45270"/>
                    <a:pt x="25182" y="39174"/>
                  </a:cubicBezTo>
                  <a:cubicBezTo>
                    <a:pt x="25373" y="37686"/>
                    <a:pt x="25575" y="36150"/>
                    <a:pt x="25849" y="34507"/>
                  </a:cubicBezTo>
                  <a:cubicBezTo>
                    <a:pt x="26706" y="29554"/>
                    <a:pt x="29504" y="27780"/>
                    <a:pt x="33064" y="25530"/>
                  </a:cubicBezTo>
                  <a:cubicBezTo>
                    <a:pt x="34612" y="24554"/>
                    <a:pt x="36219" y="23530"/>
                    <a:pt x="37791" y="22160"/>
                  </a:cubicBezTo>
                  <a:cubicBezTo>
                    <a:pt x="40613" y="19672"/>
                    <a:pt x="41779" y="15719"/>
                    <a:pt x="42922" y="11897"/>
                  </a:cubicBezTo>
                  <a:cubicBezTo>
                    <a:pt x="44268" y="7361"/>
                    <a:pt x="45542" y="3075"/>
                    <a:pt x="49364" y="1777"/>
                  </a:cubicBezTo>
                  <a:cubicBezTo>
                    <a:pt x="49840" y="1610"/>
                    <a:pt x="50102" y="1098"/>
                    <a:pt x="49935" y="622"/>
                  </a:cubicBezTo>
                  <a:cubicBezTo>
                    <a:pt x="49812" y="243"/>
                    <a:pt x="49456" y="0"/>
                    <a:pt x="490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2"/>
            <p:cNvSpPr/>
            <p:nvPr/>
          </p:nvSpPr>
          <p:spPr>
            <a:xfrm>
              <a:off x="5996244" y="888142"/>
              <a:ext cx="523941" cy="989150"/>
            </a:xfrm>
            <a:custGeom>
              <a:avLst/>
              <a:gdLst/>
              <a:ahLst/>
              <a:cxnLst/>
              <a:rect l="l" t="t" r="r" b="b"/>
              <a:pathLst>
                <a:path w="50090" h="94565" extrusionOk="0">
                  <a:moveTo>
                    <a:pt x="49075" y="1"/>
                  </a:moveTo>
                  <a:cubicBezTo>
                    <a:pt x="48974" y="1"/>
                    <a:pt x="48871" y="18"/>
                    <a:pt x="48768" y="53"/>
                  </a:cubicBezTo>
                  <a:cubicBezTo>
                    <a:pt x="44054" y="1648"/>
                    <a:pt x="42577" y="6601"/>
                    <a:pt x="41160" y="11375"/>
                  </a:cubicBezTo>
                  <a:cubicBezTo>
                    <a:pt x="40101" y="14947"/>
                    <a:pt x="39005" y="18650"/>
                    <a:pt x="36576" y="20781"/>
                  </a:cubicBezTo>
                  <a:cubicBezTo>
                    <a:pt x="35124" y="22067"/>
                    <a:pt x="33576" y="23043"/>
                    <a:pt x="32076" y="23984"/>
                  </a:cubicBezTo>
                  <a:cubicBezTo>
                    <a:pt x="28456" y="26282"/>
                    <a:pt x="25027" y="28437"/>
                    <a:pt x="24051" y="34200"/>
                  </a:cubicBezTo>
                  <a:cubicBezTo>
                    <a:pt x="23753" y="35878"/>
                    <a:pt x="23563" y="37438"/>
                    <a:pt x="23360" y="38938"/>
                  </a:cubicBezTo>
                  <a:cubicBezTo>
                    <a:pt x="22598" y="44891"/>
                    <a:pt x="22051" y="49201"/>
                    <a:pt x="17026" y="53762"/>
                  </a:cubicBezTo>
                  <a:cubicBezTo>
                    <a:pt x="16467" y="54273"/>
                    <a:pt x="15871" y="54762"/>
                    <a:pt x="15264" y="55262"/>
                  </a:cubicBezTo>
                  <a:cubicBezTo>
                    <a:pt x="13562" y="56655"/>
                    <a:pt x="11799" y="58095"/>
                    <a:pt x="10597" y="60096"/>
                  </a:cubicBezTo>
                  <a:cubicBezTo>
                    <a:pt x="9513" y="61917"/>
                    <a:pt x="9073" y="63787"/>
                    <a:pt x="8656" y="65608"/>
                  </a:cubicBezTo>
                  <a:cubicBezTo>
                    <a:pt x="8263" y="67287"/>
                    <a:pt x="7894" y="68871"/>
                    <a:pt x="7037" y="70383"/>
                  </a:cubicBezTo>
                  <a:cubicBezTo>
                    <a:pt x="6454" y="71407"/>
                    <a:pt x="5549" y="72359"/>
                    <a:pt x="4596" y="73347"/>
                  </a:cubicBezTo>
                  <a:cubicBezTo>
                    <a:pt x="3298" y="74705"/>
                    <a:pt x="1965" y="76109"/>
                    <a:pt x="1274" y="77895"/>
                  </a:cubicBezTo>
                  <a:cubicBezTo>
                    <a:pt x="0" y="81217"/>
                    <a:pt x="393" y="85111"/>
                    <a:pt x="774" y="88873"/>
                  </a:cubicBezTo>
                  <a:cubicBezTo>
                    <a:pt x="941" y="90576"/>
                    <a:pt x="1108" y="92183"/>
                    <a:pt x="1096" y="93647"/>
                  </a:cubicBezTo>
                  <a:cubicBezTo>
                    <a:pt x="1096" y="94159"/>
                    <a:pt x="1501" y="94564"/>
                    <a:pt x="2013" y="94564"/>
                  </a:cubicBezTo>
                  <a:cubicBezTo>
                    <a:pt x="2513" y="94564"/>
                    <a:pt x="2929" y="94159"/>
                    <a:pt x="2929" y="93647"/>
                  </a:cubicBezTo>
                  <a:cubicBezTo>
                    <a:pt x="2929" y="92088"/>
                    <a:pt x="2763" y="90445"/>
                    <a:pt x="2584" y="88694"/>
                  </a:cubicBezTo>
                  <a:cubicBezTo>
                    <a:pt x="2227" y="85134"/>
                    <a:pt x="1858" y="81467"/>
                    <a:pt x="2977" y="78550"/>
                  </a:cubicBezTo>
                  <a:cubicBezTo>
                    <a:pt x="3537" y="77110"/>
                    <a:pt x="4691" y="75895"/>
                    <a:pt x="5918" y="74621"/>
                  </a:cubicBezTo>
                  <a:cubicBezTo>
                    <a:pt x="6906" y="73585"/>
                    <a:pt x="7930" y="72514"/>
                    <a:pt x="8632" y="71287"/>
                  </a:cubicBezTo>
                  <a:cubicBezTo>
                    <a:pt x="9621" y="69537"/>
                    <a:pt x="10037" y="67751"/>
                    <a:pt x="10442" y="66013"/>
                  </a:cubicBezTo>
                  <a:cubicBezTo>
                    <a:pt x="10847" y="64263"/>
                    <a:pt x="11228" y="62608"/>
                    <a:pt x="12169" y="61036"/>
                  </a:cubicBezTo>
                  <a:cubicBezTo>
                    <a:pt x="13204" y="59310"/>
                    <a:pt x="14836" y="57976"/>
                    <a:pt x="16419" y="56679"/>
                  </a:cubicBezTo>
                  <a:cubicBezTo>
                    <a:pt x="17038" y="56167"/>
                    <a:pt x="17669" y="55655"/>
                    <a:pt x="18265" y="55119"/>
                  </a:cubicBezTo>
                  <a:cubicBezTo>
                    <a:pt x="23777" y="50094"/>
                    <a:pt x="24396" y="45272"/>
                    <a:pt x="25182" y="39176"/>
                  </a:cubicBezTo>
                  <a:cubicBezTo>
                    <a:pt x="25373" y="37688"/>
                    <a:pt x="25563" y="36152"/>
                    <a:pt x="25849" y="34509"/>
                  </a:cubicBezTo>
                  <a:cubicBezTo>
                    <a:pt x="26694" y="29556"/>
                    <a:pt x="29504" y="27782"/>
                    <a:pt x="33052" y="25532"/>
                  </a:cubicBezTo>
                  <a:cubicBezTo>
                    <a:pt x="34612" y="24544"/>
                    <a:pt x="36219" y="23532"/>
                    <a:pt x="37779" y="22150"/>
                  </a:cubicBezTo>
                  <a:cubicBezTo>
                    <a:pt x="40601" y="19674"/>
                    <a:pt x="41779" y="15721"/>
                    <a:pt x="42911" y="11899"/>
                  </a:cubicBezTo>
                  <a:cubicBezTo>
                    <a:pt x="44256" y="7363"/>
                    <a:pt x="45530" y="3077"/>
                    <a:pt x="49364" y="1779"/>
                  </a:cubicBezTo>
                  <a:cubicBezTo>
                    <a:pt x="49840" y="1612"/>
                    <a:pt x="50090" y="1100"/>
                    <a:pt x="49935" y="624"/>
                  </a:cubicBezTo>
                  <a:cubicBezTo>
                    <a:pt x="49803" y="238"/>
                    <a:pt x="49456" y="1"/>
                    <a:pt x="490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2"/>
            <p:cNvSpPr/>
            <p:nvPr/>
          </p:nvSpPr>
          <p:spPr>
            <a:xfrm>
              <a:off x="6063125" y="916802"/>
              <a:ext cx="524067" cy="989129"/>
            </a:xfrm>
            <a:custGeom>
              <a:avLst/>
              <a:gdLst/>
              <a:ahLst/>
              <a:cxnLst/>
              <a:rect l="l" t="t" r="r" b="b"/>
              <a:pathLst>
                <a:path w="50102" h="94563" extrusionOk="0">
                  <a:moveTo>
                    <a:pt x="49074" y="1"/>
                  </a:moveTo>
                  <a:cubicBezTo>
                    <a:pt x="48977" y="1"/>
                    <a:pt x="48878" y="17"/>
                    <a:pt x="48780" y="51"/>
                  </a:cubicBezTo>
                  <a:cubicBezTo>
                    <a:pt x="44053" y="1658"/>
                    <a:pt x="42589" y="6599"/>
                    <a:pt x="41160" y="11386"/>
                  </a:cubicBezTo>
                  <a:cubicBezTo>
                    <a:pt x="40100" y="14958"/>
                    <a:pt x="39005" y="18648"/>
                    <a:pt x="36576" y="20780"/>
                  </a:cubicBezTo>
                  <a:cubicBezTo>
                    <a:pt x="35123" y="22066"/>
                    <a:pt x="33576" y="23042"/>
                    <a:pt x="32075" y="23982"/>
                  </a:cubicBezTo>
                  <a:cubicBezTo>
                    <a:pt x="28456" y="26280"/>
                    <a:pt x="25039" y="28447"/>
                    <a:pt x="24051" y="34198"/>
                  </a:cubicBezTo>
                  <a:cubicBezTo>
                    <a:pt x="23753" y="35877"/>
                    <a:pt x="23563" y="37436"/>
                    <a:pt x="23372" y="38937"/>
                  </a:cubicBezTo>
                  <a:cubicBezTo>
                    <a:pt x="22610" y="44902"/>
                    <a:pt x="22050" y="49200"/>
                    <a:pt x="17038" y="53760"/>
                  </a:cubicBezTo>
                  <a:cubicBezTo>
                    <a:pt x="16478" y="54272"/>
                    <a:pt x="15871" y="54760"/>
                    <a:pt x="15264" y="55260"/>
                  </a:cubicBezTo>
                  <a:cubicBezTo>
                    <a:pt x="13561" y="56653"/>
                    <a:pt x="11799" y="58106"/>
                    <a:pt x="10609" y="60106"/>
                  </a:cubicBezTo>
                  <a:cubicBezTo>
                    <a:pt x="9513" y="61916"/>
                    <a:pt x="9085" y="63797"/>
                    <a:pt x="8656" y="65607"/>
                  </a:cubicBezTo>
                  <a:cubicBezTo>
                    <a:pt x="8275" y="67285"/>
                    <a:pt x="7906" y="68869"/>
                    <a:pt x="7037" y="70381"/>
                  </a:cubicBezTo>
                  <a:cubicBezTo>
                    <a:pt x="6453" y="71417"/>
                    <a:pt x="5560" y="72357"/>
                    <a:pt x="4596" y="73358"/>
                  </a:cubicBezTo>
                  <a:cubicBezTo>
                    <a:pt x="3298" y="74703"/>
                    <a:pt x="1965" y="76108"/>
                    <a:pt x="1274" y="77894"/>
                  </a:cubicBezTo>
                  <a:cubicBezTo>
                    <a:pt x="0" y="81216"/>
                    <a:pt x="393" y="85109"/>
                    <a:pt x="774" y="88883"/>
                  </a:cubicBezTo>
                  <a:cubicBezTo>
                    <a:pt x="941" y="90574"/>
                    <a:pt x="1107" y="92181"/>
                    <a:pt x="1095" y="93646"/>
                  </a:cubicBezTo>
                  <a:cubicBezTo>
                    <a:pt x="1095" y="94158"/>
                    <a:pt x="1512" y="94563"/>
                    <a:pt x="2012" y="94563"/>
                  </a:cubicBezTo>
                  <a:cubicBezTo>
                    <a:pt x="2512" y="94563"/>
                    <a:pt x="2929" y="94158"/>
                    <a:pt x="2929" y="93658"/>
                  </a:cubicBezTo>
                  <a:cubicBezTo>
                    <a:pt x="2929" y="92098"/>
                    <a:pt x="2762" y="90443"/>
                    <a:pt x="2584" y="88693"/>
                  </a:cubicBezTo>
                  <a:cubicBezTo>
                    <a:pt x="2227" y="85145"/>
                    <a:pt x="1857" y="81466"/>
                    <a:pt x="2977" y="78549"/>
                  </a:cubicBezTo>
                  <a:cubicBezTo>
                    <a:pt x="3536" y="77108"/>
                    <a:pt x="4691" y="75894"/>
                    <a:pt x="5917" y="74620"/>
                  </a:cubicBezTo>
                  <a:cubicBezTo>
                    <a:pt x="6906" y="73584"/>
                    <a:pt x="7930" y="72512"/>
                    <a:pt x="8632" y="71286"/>
                  </a:cubicBezTo>
                  <a:cubicBezTo>
                    <a:pt x="9620" y="69536"/>
                    <a:pt x="10037" y="67750"/>
                    <a:pt x="10442" y="66011"/>
                  </a:cubicBezTo>
                  <a:cubicBezTo>
                    <a:pt x="10847" y="64261"/>
                    <a:pt x="11228" y="62606"/>
                    <a:pt x="12168" y="61035"/>
                  </a:cubicBezTo>
                  <a:cubicBezTo>
                    <a:pt x="13204" y="59308"/>
                    <a:pt x="14847" y="57975"/>
                    <a:pt x="16419" y="56677"/>
                  </a:cubicBezTo>
                  <a:cubicBezTo>
                    <a:pt x="17038" y="56177"/>
                    <a:pt x="17669" y="55653"/>
                    <a:pt x="18264" y="55117"/>
                  </a:cubicBezTo>
                  <a:cubicBezTo>
                    <a:pt x="23789" y="50105"/>
                    <a:pt x="24396" y="45283"/>
                    <a:pt x="25182" y="39175"/>
                  </a:cubicBezTo>
                  <a:cubicBezTo>
                    <a:pt x="25372" y="37687"/>
                    <a:pt x="25563" y="36151"/>
                    <a:pt x="25849" y="34508"/>
                  </a:cubicBezTo>
                  <a:cubicBezTo>
                    <a:pt x="26694" y="29555"/>
                    <a:pt x="29504" y="27781"/>
                    <a:pt x="33052" y="25530"/>
                  </a:cubicBezTo>
                  <a:cubicBezTo>
                    <a:pt x="34612" y="24554"/>
                    <a:pt x="36219" y="23530"/>
                    <a:pt x="37779" y="22161"/>
                  </a:cubicBezTo>
                  <a:cubicBezTo>
                    <a:pt x="40600" y="19672"/>
                    <a:pt x="41779" y="15720"/>
                    <a:pt x="42910" y="11898"/>
                  </a:cubicBezTo>
                  <a:cubicBezTo>
                    <a:pt x="44267" y="7361"/>
                    <a:pt x="45541" y="3075"/>
                    <a:pt x="49363" y="1777"/>
                  </a:cubicBezTo>
                  <a:cubicBezTo>
                    <a:pt x="49840" y="1611"/>
                    <a:pt x="50102" y="1099"/>
                    <a:pt x="49935" y="622"/>
                  </a:cubicBezTo>
                  <a:cubicBezTo>
                    <a:pt x="49802" y="244"/>
                    <a:pt x="49452" y="1"/>
                    <a:pt x="490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2"/>
            <p:cNvSpPr/>
            <p:nvPr/>
          </p:nvSpPr>
          <p:spPr>
            <a:xfrm>
              <a:off x="6128877" y="941342"/>
              <a:ext cx="524077" cy="989244"/>
            </a:xfrm>
            <a:custGeom>
              <a:avLst/>
              <a:gdLst/>
              <a:ahLst/>
              <a:cxnLst/>
              <a:rect l="l" t="t" r="r" b="b"/>
              <a:pathLst>
                <a:path w="50103" h="94574" extrusionOk="0">
                  <a:moveTo>
                    <a:pt x="49076" y="0"/>
                  </a:moveTo>
                  <a:cubicBezTo>
                    <a:pt x="48978" y="0"/>
                    <a:pt x="48878" y="16"/>
                    <a:pt x="48780" y="50"/>
                  </a:cubicBezTo>
                  <a:cubicBezTo>
                    <a:pt x="44066" y="1658"/>
                    <a:pt x="42589" y="6599"/>
                    <a:pt x="41172" y="11385"/>
                  </a:cubicBezTo>
                  <a:cubicBezTo>
                    <a:pt x="40113" y="14957"/>
                    <a:pt x="39005" y="18648"/>
                    <a:pt x="36577" y="20791"/>
                  </a:cubicBezTo>
                  <a:cubicBezTo>
                    <a:pt x="35124" y="22065"/>
                    <a:pt x="33576" y="23041"/>
                    <a:pt x="32088" y="23994"/>
                  </a:cubicBezTo>
                  <a:cubicBezTo>
                    <a:pt x="28456" y="26280"/>
                    <a:pt x="25039" y="28447"/>
                    <a:pt x="24051" y="34198"/>
                  </a:cubicBezTo>
                  <a:cubicBezTo>
                    <a:pt x="23765" y="35888"/>
                    <a:pt x="23563" y="37436"/>
                    <a:pt x="23373" y="38948"/>
                  </a:cubicBezTo>
                  <a:cubicBezTo>
                    <a:pt x="22611" y="44901"/>
                    <a:pt x="22063" y="49199"/>
                    <a:pt x="17038" y="53771"/>
                  </a:cubicBezTo>
                  <a:cubicBezTo>
                    <a:pt x="16479" y="54271"/>
                    <a:pt x="15883" y="54771"/>
                    <a:pt x="15264" y="55272"/>
                  </a:cubicBezTo>
                  <a:cubicBezTo>
                    <a:pt x="13574" y="56665"/>
                    <a:pt x="11812" y="58105"/>
                    <a:pt x="10609" y="60105"/>
                  </a:cubicBezTo>
                  <a:cubicBezTo>
                    <a:pt x="9514" y="61927"/>
                    <a:pt x="9085" y="63796"/>
                    <a:pt x="8668" y="65606"/>
                  </a:cubicBezTo>
                  <a:cubicBezTo>
                    <a:pt x="8275" y="67285"/>
                    <a:pt x="7906" y="68868"/>
                    <a:pt x="7049" y="70381"/>
                  </a:cubicBezTo>
                  <a:cubicBezTo>
                    <a:pt x="6466" y="71416"/>
                    <a:pt x="5561" y="72357"/>
                    <a:pt x="4608" y="73357"/>
                  </a:cubicBezTo>
                  <a:cubicBezTo>
                    <a:pt x="3310" y="74714"/>
                    <a:pt x="1965" y="76107"/>
                    <a:pt x="1286" y="77893"/>
                  </a:cubicBezTo>
                  <a:cubicBezTo>
                    <a:pt x="1" y="81215"/>
                    <a:pt x="393" y="85120"/>
                    <a:pt x="774" y="88883"/>
                  </a:cubicBezTo>
                  <a:cubicBezTo>
                    <a:pt x="953" y="90585"/>
                    <a:pt x="1108" y="92181"/>
                    <a:pt x="1108" y="93657"/>
                  </a:cubicBezTo>
                  <a:cubicBezTo>
                    <a:pt x="1108" y="94157"/>
                    <a:pt x="1513" y="94574"/>
                    <a:pt x="2025" y="94574"/>
                  </a:cubicBezTo>
                  <a:cubicBezTo>
                    <a:pt x="2525" y="94574"/>
                    <a:pt x="2929" y="94157"/>
                    <a:pt x="2929" y="93657"/>
                  </a:cubicBezTo>
                  <a:cubicBezTo>
                    <a:pt x="2941" y="92098"/>
                    <a:pt x="2775" y="90443"/>
                    <a:pt x="2596" y="88704"/>
                  </a:cubicBezTo>
                  <a:cubicBezTo>
                    <a:pt x="2239" y="85144"/>
                    <a:pt x="1870" y="81465"/>
                    <a:pt x="2989" y="78560"/>
                  </a:cubicBezTo>
                  <a:cubicBezTo>
                    <a:pt x="3537" y="77108"/>
                    <a:pt x="4704" y="75905"/>
                    <a:pt x="5930" y="74619"/>
                  </a:cubicBezTo>
                  <a:cubicBezTo>
                    <a:pt x="6918" y="73583"/>
                    <a:pt x="7942" y="72512"/>
                    <a:pt x="8633" y="71285"/>
                  </a:cubicBezTo>
                  <a:cubicBezTo>
                    <a:pt x="9633" y="69547"/>
                    <a:pt x="10038" y="67749"/>
                    <a:pt x="10442" y="66023"/>
                  </a:cubicBezTo>
                  <a:cubicBezTo>
                    <a:pt x="10847" y="64273"/>
                    <a:pt x="11240" y="62618"/>
                    <a:pt x="12181" y="61046"/>
                  </a:cubicBezTo>
                  <a:cubicBezTo>
                    <a:pt x="13216" y="59320"/>
                    <a:pt x="14848" y="57974"/>
                    <a:pt x="16431" y="56676"/>
                  </a:cubicBezTo>
                  <a:cubicBezTo>
                    <a:pt x="17038" y="56176"/>
                    <a:pt x="17681" y="55653"/>
                    <a:pt x="18265" y="55117"/>
                  </a:cubicBezTo>
                  <a:cubicBezTo>
                    <a:pt x="23789" y="50104"/>
                    <a:pt x="24408" y="45282"/>
                    <a:pt x="25182" y="39174"/>
                  </a:cubicBezTo>
                  <a:cubicBezTo>
                    <a:pt x="25373" y="37686"/>
                    <a:pt x="25575" y="36150"/>
                    <a:pt x="25849" y="34507"/>
                  </a:cubicBezTo>
                  <a:cubicBezTo>
                    <a:pt x="26706" y="29554"/>
                    <a:pt x="29504" y="27780"/>
                    <a:pt x="33064" y="25542"/>
                  </a:cubicBezTo>
                  <a:cubicBezTo>
                    <a:pt x="34612" y="24553"/>
                    <a:pt x="36231" y="23541"/>
                    <a:pt x="37791" y="22160"/>
                  </a:cubicBezTo>
                  <a:cubicBezTo>
                    <a:pt x="40613" y="19672"/>
                    <a:pt x="41791" y="15731"/>
                    <a:pt x="42923" y="11909"/>
                  </a:cubicBezTo>
                  <a:cubicBezTo>
                    <a:pt x="44268" y="7373"/>
                    <a:pt x="45542" y="3087"/>
                    <a:pt x="49364" y="1777"/>
                  </a:cubicBezTo>
                  <a:cubicBezTo>
                    <a:pt x="49852" y="1622"/>
                    <a:pt x="50102" y="1098"/>
                    <a:pt x="49935" y="622"/>
                  </a:cubicBezTo>
                  <a:cubicBezTo>
                    <a:pt x="49812" y="243"/>
                    <a:pt x="49456" y="0"/>
                    <a:pt x="490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2"/>
            <p:cNvSpPr/>
            <p:nvPr/>
          </p:nvSpPr>
          <p:spPr>
            <a:xfrm>
              <a:off x="6200737" y="973224"/>
              <a:ext cx="524067" cy="989129"/>
            </a:xfrm>
            <a:custGeom>
              <a:avLst/>
              <a:gdLst/>
              <a:ahLst/>
              <a:cxnLst/>
              <a:rect l="l" t="t" r="r" b="b"/>
              <a:pathLst>
                <a:path w="50102" h="94563" extrusionOk="0">
                  <a:moveTo>
                    <a:pt x="49074" y="0"/>
                  </a:moveTo>
                  <a:cubicBezTo>
                    <a:pt x="48977" y="0"/>
                    <a:pt x="48878" y="16"/>
                    <a:pt x="48780" y="50"/>
                  </a:cubicBezTo>
                  <a:cubicBezTo>
                    <a:pt x="44054" y="1658"/>
                    <a:pt x="42589" y="6599"/>
                    <a:pt x="41160" y="11385"/>
                  </a:cubicBezTo>
                  <a:cubicBezTo>
                    <a:pt x="40101" y="14957"/>
                    <a:pt x="39005" y="18648"/>
                    <a:pt x="36576" y="20779"/>
                  </a:cubicBezTo>
                  <a:cubicBezTo>
                    <a:pt x="35124" y="22065"/>
                    <a:pt x="33576" y="23041"/>
                    <a:pt x="32076" y="23982"/>
                  </a:cubicBezTo>
                  <a:cubicBezTo>
                    <a:pt x="28456" y="26280"/>
                    <a:pt x="25039" y="28447"/>
                    <a:pt x="24051" y="34198"/>
                  </a:cubicBezTo>
                  <a:cubicBezTo>
                    <a:pt x="23765" y="35876"/>
                    <a:pt x="23563" y="37436"/>
                    <a:pt x="23372" y="38936"/>
                  </a:cubicBezTo>
                  <a:cubicBezTo>
                    <a:pt x="22610" y="44901"/>
                    <a:pt x="22063" y="49199"/>
                    <a:pt x="17038" y="53759"/>
                  </a:cubicBezTo>
                  <a:cubicBezTo>
                    <a:pt x="16479" y="54271"/>
                    <a:pt x="15871" y="54760"/>
                    <a:pt x="15264" y="55260"/>
                  </a:cubicBezTo>
                  <a:cubicBezTo>
                    <a:pt x="13562" y="56653"/>
                    <a:pt x="11800" y="58105"/>
                    <a:pt x="10609" y="60105"/>
                  </a:cubicBezTo>
                  <a:cubicBezTo>
                    <a:pt x="9514" y="61915"/>
                    <a:pt x="9085" y="63796"/>
                    <a:pt x="8656" y="65606"/>
                  </a:cubicBezTo>
                  <a:cubicBezTo>
                    <a:pt x="8275" y="67285"/>
                    <a:pt x="7906" y="68868"/>
                    <a:pt x="7049" y="70381"/>
                  </a:cubicBezTo>
                  <a:cubicBezTo>
                    <a:pt x="6466" y="71416"/>
                    <a:pt x="5561" y="72357"/>
                    <a:pt x="4596" y="73357"/>
                  </a:cubicBezTo>
                  <a:cubicBezTo>
                    <a:pt x="3310" y="74703"/>
                    <a:pt x="1965" y="76107"/>
                    <a:pt x="1274" y="77893"/>
                  </a:cubicBezTo>
                  <a:cubicBezTo>
                    <a:pt x="0" y="81215"/>
                    <a:pt x="393" y="85109"/>
                    <a:pt x="774" y="88883"/>
                  </a:cubicBezTo>
                  <a:cubicBezTo>
                    <a:pt x="941" y="90574"/>
                    <a:pt x="1108" y="92181"/>
                    <a:pt x="1108" y="93645"/>
                  </a:cubicBezTo>
                  <a:cubicBezTo>
                    <a:pt x="1096" y="94157"/>
                    <a:pt x="1513" y="94562"/>
                    <a:pt x="2013" y="94562"/>
                  </a:cubicBezTo>
                  <a:cubicBezTo>
                    <a:pt x="2525" y="94562"/>
                    <a:pt x="2929" y="94157"/>
                    <a:pt x="2929" y="93657"/>
                  </a:cubicBezTo>
                  <a:cubicBezTo>
                    <a:pt x="2929" y="92097"/>
                    <a:pt x="2763" y="90443"/>
                    <a:pt x="2596" y="88692"/>
                  </a:cubicBezTo>
                  <a:cubicBezTo>
                    <a:pt x="2227" y="85144"/>
                    <a:pt x="1858" y="81465"/>
                    <a:pt x="2977" y="78548"/>
                  </a:cubicBezTo>
                  <a:cubicBezTo>
                    <a:pt x="3537" y="77108"/>
                    <a:pt x="4692" y="75893"/>
                    <a:pt x="5918" y="74619"/>
                  </a:cubicBezTo>
                  <a:cubicBezTo>
                    <a:pt x="6918" y="73583"/>
                    <a:pt x="7942" y="72512"/>
                    <a:pt x="8632" y="71285"/>
                  </a:cubicBezTo>
                  <a:cubicBezTo>
                    <a:pt x="9621" y="69535"/>
                    <a:pt x="10037" y="67749"/>
                    <a:pt x="10442" y="66011"/>
                  </a:cubicBezTo>
                  <a:cubicBezTo>
                    <a:pt x="10847" y="64261"/>
                    <a:pt x="11228" y="62606"/>
                    <a:pt x="12169" y="61046"/>
                  </a:cubicBezTo>
                  <a:cubicBezTo>
                    <a:pt x="13204" y="59308"/>
                    <a:pt x="14848" y="57974"/>
                    <a:pt x="16419" y="56676"/>
                  </a:cubicBezTo>
                  <a:cubicBezTo>
                    <a:pt x="17038" y="56176"/>
                    <a:pt x="17669" y="55653"/>
                    <a:pt x="18265" y="55117"/>
                  </a:cubicBezTo>
                  <a:cubicBezTo>
                    <a:pt x="23789" y="50104"/>
                    <a:pt x="24396" y="45270"/>
                    <a:pt x="25182" y="39174"/>
                  </a:cubicBezTo>
                  <a:cubicBezTo>
                    <a:pt x="25373" y="37686"/>
                    <a:pt x="25563" y="36150"/>
                    <a:pt x="25849" y="34507"/>
                  </a:cubicBezTo>
                  <a:cubicBezTo>
                    <a:pt x="26694" y="29554"/>
                    <a:pt x="29504" y="27780"/>
                    <a:pt x="33052" y="25530"/>
                  </a:cubicBezTo>
                  <a:cubicBezTo>
                    <a:pt x="34612" y="24553"/>
                    <a:pt x="36219" y="23530"/>
                    <a:pt x="37779" y="22160"/>
                  </a:cubicBezTo>
                  <a:cubicBezTo>
                    <a:pt x="40613" y="19672"/>
                    <a:pt x="41779" y="15719"/>
                    <a:pt x="42922" y="11897"/>
                  </a:cubicBezTo>
                  <a:cubicBezTo>
                    <a:pt x="44268" y="7361"/>
                    <a:pt x="45542" y="3075"/>
                    <a:pt x="49364" y="1777"/>
                  </a:cubicBezTo>
                  <a:cubicBezTo>
                    <a:pt x="49840" y="1610"/>
                    <a:pt x="50102" y="1098"/>
                    <a:pt x="49935" y="622"/>
                  </a:cubicBezTo>
                  <a:cubicBezTo>
                    <a:pt x="49803" y="243"/>
                    <a:pt x="49452" y="0"/>
                    <a:pt x="49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2"/>
            <p:cNvSpPr/>
            <p:nvPr/>
          </p:nvSpPr>
          <p:spPr>
            <a:xfrm>
              <a:off x="6267493" y="1008265"/>
              <a:ext cx="524067" cy="989202"/>
            </a:xfrm>
            <a:custGeom>
              <a:avLst/>
              <a:gdLst/>
              <a:ahLst/>
              <a:cxnLst/>
              <a:rect l="l" t="t" r="r" b="b"/>
              <a:pathLst>
                <a:path w="50102" h="94570" extrusionOk="0">
                  <a:moveTo>
                    <a:pt x="49067" y="0"/>
                  </a:moveTo>
                  <a:cubicBezTo>
                    <a:pt x="48972" y="0"/>
                    <a:pt x="48875" y="15"/>
                    <a:pt x="48780" y="46"/>
                  </a:cubicBezTo>
                  <a:cubicBezTo>
                    <a:pt x="44053" y="1653"/>
                    <a:pt x="42589" y="6606"/>
                    <a:pt x="41160" y="11381"/>
                  </a:cubicBezTo>
                  <a:cubicBezTo>
                    <a:pt x="40100" y="14953"/>
                    <a:pt x="39005" y="18644"/>
                    <a:pt x="36576" y="20787"/>
                  </a:cubicBezTo>
                  <a:cubicBezTo>
                    <a:pt x="35124" y="22073"/>
                    <a:pt x="33576" y="23049"/>
                    <a:pt x="32088" y="23990"/>
                  </a:cubicBezTo>
                  <a:cubicBezTo>
                    <a:pt x="28456" y="26287"/>
                    <a:pt x="25039" y="28442"/>
                    <a:pt x="24051" y="34193"/>
                  </a:cubicBezTo>
                  <a:cubicBezTo>
                    <a:pt x="23765" y="35884"/>
                    <a:pt x="23563" y="37432"/>
                    <a:pt x="23372" y="38944"/>
                  </a:cubicBezTo>
                  <a:cubicBezTo>
                    <a:pt x="22610" y="44897"/>
                    <a:pt x="22062" y="49207"/>
                    <a:pt x="17038" y="53767"/>
                  </a:cubicBezTo>
                  <a:cubicBezTo>
                    <a:pt x="16478" y="54279"/>
                    <a:pt x="15871" y="54767"/>
                    <a:pt x="15264" y="55267"/>
                  </a:cubicBezTo>
                  <a:cubicBezTo>
                    <a:pt x="13561" y="56660"/>
                    <a:pt x="11811" y="58101"/>
                    <a:pt x="10609" y="60101"/>
                  </a:cubicBezTo>
                  <a:cubicBezTo>
                    <a:pt x="9513" y="61923"/>
                    <a:pt x="9085" y="63792"/>
                    <a:pt x="8656" y="65602"/>
                  </a:cubicBezTo>
                  <a:cubicBezTo>
                    <a:pt x="8275" y="67281"/>
                    <a:pt x="7906" y="68876"/>
                    <a:pt x="7049" y="70388"/>
                  </a:cubicBezTo>
                  <a:cubicBezTo>
                    <a:pt x="6465" y="71412"/>
                    <a:pt x="5560" y="72353"/>
                    <a:pt x="4608" y="73353"/>
                  </a:cubicBezTo>
                  <a:cubicBezTo>
                    <a:pt x="3310" y="74710"/>
                    <a:pt x="1965" y="76115"/>
                    <a:pt x="1274" y="77901"/>
                  </a:cubicBezTo>
                  <a:cubicBezTo>
                    <a:pt x="0" y="81211"/>
                    <a:pt x="393" y="85116"/>
                    <a:pt x="774" y="88878"/>
                  </a:cubicBezTo>
                  <a:cubicBezTo>
                    <a:pt x="941" y="90581"/>
                    <a:pt x="1107" y="92188"/>
                    <a:pt x="1107" y="93653"/>
                  </a:cubicBezTo>
                  <a:cubicBezTo>
                    <a:pt x="1107" y="94153"/>
                    <a:pt x="1512" y="94570"/>
                    <a:pt x="2012" y="94570"/>
                  </a:cubicBezTo>
                  <a:cubicBezTo>
                    <a:pt x="2524" y="94570"/>
                    <a:pt x="2929" y="94165"/>
                    <a:pt x="2929" y="93653"/>
                  </a:cubicBezTo>
                  <a:cubicBezTo>
                    <a:pt x="2929" y="92093"/>
                    <a:pt x="2762" y="90450"/>
                    <a:pt x="2596" y="88700"/>
                  </a:cubicBezTo>
                  <a:cubicBezTo>
                    <a:pt x="2239" y="85140"/>
                    <a:pt x="1858" y="81461"/>
                    <a:pt x="2989" y="78556"/>
                  </a:cubicBezTo>
                  <a:cubicBezTo>
                    <a:pt x="3536" y="77115"/>
                    <a:pt x="4703" y="75901"/>
                    <a:pt x="5918" y="74615"/>
                  </a:cubicBezTo>
                  <a:cubicBezTo>
                    <a:pt x="6918" y="73579"/>
                    <a:pt x="7942" y="72507"/>
                    <a:pt x="8632" y="71281"/>
                  </a:cubicBezTo>
                  <a:cubicBezTo>
                    <a:pt x="9620" y="69543"/>
                    <a:pt x="10037" y="67757"/>
                    <a:pt x="10442" y="66019"/>
                  </a:cubicBezTo>
                  <a:cubicBezTo>
                    <a:pt x="10847" y="64268"/>
                    <a:pt x="11228" y="62613"/>
                    <a:pt x="12168" y="61042"/>
                  </a:cubicBezTo>
                  <a:cubicBezTo>
                    <a:pt x="13204" y="59315"/>
                    <a:pt x="14847" y="57970"/>
                    <a:pt x="16431" y="56684"/>
                  </a:cubicBezTo>
                  <a:cubicBezTo>
                    <a:pt x="17038" y="56172"/>
                    <a:pt x="17681" y="55648"/>
                    <a:pt x="18264" y="55124"/>
                  </a:cubicBezTo>
                  <a:cubicBezTo>
                    <a:pt x="23789" y="50100"/>
                    <a:pt x="24408" y="45278"/>
                    <a:pt x="25182" y="39170"/>
                  </a:cubicBezTo>
                  <a:cubicBezTo>
                    <a:pt x="25372" y="37682"/>
                    <a:pt x="25575" y="36146"/>
                    <a:pt x="25849" y="34503"/>
                  </a:cubicBezTo>
                  <a:cubicBezTo>
                    <a:pt x="26694" y="29562"/>
                    <a:pt x="29504" y="27776"/>
                    <a:pt x="33064" y="25537"/>
                  </a:cubicBezTo>
                  <a:cubicBezTo>
                    <a:pt x="34612" y="24549"/>
                    <a:pt x="36219" y="23537"/>
                    <a:pt x="37791" y="22156"/>
                  </a:cubicBezTo>
                  <a:cubicBezTo>
                    <a:pt x="40612" y="19679"/>
                    <a:pt x="41779" y="15727"/>
                    <a:pt x="42922" y="11905"/>
                  </a:cubicBezTo>
                  <a:cubicBezTo>
                    <a:pt x="44268" y="7368"/>
                    <a:pt x="45542" y="3082"/>
                    <a:pt x="49364" y="1784"/>
                  </a:cubicBezTo>
                  <a:cubicBezTo>
                    <a:pt x="49840" y="1618"/>
                    <a:pt x="50102" y="1094"/>
                    <a:pt x="49935" y="618"/>
                  </a:cubicBezTo>
                  <a:cubicBezTo>
                    <a:pt x="49802" y="237"/>
                    <a:pt x="49447" y="0"/>
                    <a:pt x="490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2"/>
            <p:cNvSpPr/>
            <p:nvPr/>
          </p:nvSpPr>
          <p:spPr>
            <a:xfrm>
              <a:off x="6329385" y="1021915"/>
              <a:ext cx="558941" cy="1032841"/>
            </a:xfrm>
            <a:custGeom>
              <a:avLst/>
              <a:gdLst/>
              <a:ahLst/>
              <a:cxnLst/>
              <a:rect l="l" t="t" r="r" b="b"/>
              <a:pathLst>
                <a:path w="53436" h="98742" extrusionOk="0">
                  <a:moveTo>
                    <a:pt x="52333" y="1"/>
                  </a:moveTo>
                  <a:cubicBezTo>
                    <a:pt x="52229" y="1"/>
                    <a:pt x="52123" y="17"/>
                    <a:pt x="52019" y="51"/>
                  </a:cubicBezTo>
                  <a:cubicBezTo>
                    <a:pt x="46983" y="1730"/>
                    <a:pt x="45423" y="6897"/>
                    <a:pt x="43899" y="11886"/>
                  </a:cubicBezTo>
                  <a:cubicBezTo>
                    <a:pt x="42768" y="15612"/>
                    <a:pt x="41601" y="19470"/>
                    <a:pt x="39005" y="21708"/>
                  </a:cubicBezTo>
                  <a:cubicBezTo>
                    <a:pt x="37458" y="23042"/>
                    <a:pt x="35803" y="24066"/>
                    <a:pt x="34207" y="25054"/>
                  </a:cubicBezTo>
                  <a:cubicBezTo>
                    <a:pt x="30350" y="27447"/>
                    <a:pt x="26694" y="29697"/>
                    <a:pt x="25647" y="35710"/>
                  </a:cubicBezTo>
                  <a:cubicBezTo>
                    <a:pt x="25337" y="37460"/>
                    <a:pt x="25123" y="39091"/>
                    <a:pt x="24920" y="40663"/>
                  </a:cubicBezTo>
                  <a:cubicBezTo>
                    <a:pt x="24111" y="46878"/>
                    <a:pt x="23527" y="51379"/>
                    <a:pt x="18170" y="56141"/>
                  </a:cubicBezTo>
                  <a:cubicBezTo>
                    <a:pt x="17562" y="56677"/>
                    <a:pt x="16931" y="57189"/>
                    <a:pt x="16276" y="57701"/>
                  </a:cubicBezTo>
                  <a:cubicBezTo>
                    <a:pt x="14467" y="59165"/>
                    <a:pt x="12586" y="60665"/>
                    <a:pt x="11312" y="62761"/>
                  </a:cubicBezTo>
                  <a:cubicBezTo>
                    <a:pt x="10145" y="64654"/>
                    <a:pt x="9680" y="66607"/>
                    <a:pt x="9228" y="68500"/>
                  </a:cubicBezTo>
                  <a:cubicBezTo>
                    <a:pt x="8823" y="70262"/>
                    <a:pt x="8430" y="71917"/>
                    <a:pt x="7513" y="73488"/>
                  </a:cubicBezTo>
                  <a:cubicBezTo>
                    <a:pt x="6882" y="74572"/>
                    <a:pt x="5918" y="75548"/>
                    <a:pt x="4906" y="76596"/>
                  </a:cubicBezTo>
                  <a:cubicBezTo>
                    <a:pt x="3525" y="78013"/>
                    <a:pt x="2096" y="79477"/>
                    <a:pt x="1358" y="81335"/>
                  </a:cubicBezTo>
                  <a:cubicBezTo>
                    <a:pt x="1" y="84799"/>
                    <a:pt x="417" y="88871"/>
                    <a:pt x="822" y="92812"/>
                  </a:cubicBezTo>
                  <a:cubicBezTo>
                    <a:pt x="1001" y="94586"/>
                    <a:pt x="1179" y="96253"/>
                    <a:pt x="1167" y="97789"/>
                  </a:cubicBezTo>
                  <a:cubicBezTo>
                    <a:pt x="1167" y="98313"/>
                    <a:pt x="1608" y="98742"/>
                    <a:pt x="2144" y="98742"/>
                  </a:cubicBezTo>
                  <a:cubicBezTo>
                    <a:pt x="2680" y="98742"/>
                    <a:pt x="3120" y="98313"/>
                    <a:pt x="3120" y="97789"/>
                  </a:cubicBezTo>
                  <a:cubicBezTo>
                    <a:pt x="3120" y="96158"/>
                    <a:pt x="2941" y="94443"/>
                    <a:pt x="2763" y="92610"/>
                  </a:cubicBezTo>
                  <a:cubicBezTo>
                    <a:pt x="2382" y="88907"/>
                    <a:pt x="1977" y="85061"/>
                    <a:pt x="3180" y="82025"/>
                  </a:cubicBezTo>
                  <a:cubicBezTo>
                    <a:pt x="3775" y="80513"/>
                    <a:pt x="5001" y="79251"/>
                    <a:pt x="6311" y="77918"/>
                  </a:cubicBezTo>
                  <a:cubicBezTo>
                    <a:pt x="7371" y="76834"/>
                    <a:pt x="8466" y="75715"/>
                    <a:pt x="9204" y="74441"/>
                  </a:cubicBezTo>
                  <a:cubicBezTo>
                    <a:pt x="10264" y="72619"/>
                    <a:pt x="10704" y="70738"/>
                    <a:pt x="11133" y="68940"/>
                  </a:cubicBezTo>
                  <a:cubicBezTo>
                    <a:pt x="11562" y="67107"/>
                    <a:pt x="11978" y="65380"/>
                    <a:pt x="12978" y="63737"/>
                  </a:cubicBezTo>
                  <a:cubicBezTo>
                    <a:pt x="14086" y="61939"/>
                    <a:pt x="15824" y="60534"/>
                    <a:pt x="17515" y="59177"/>
                  </a:cubicBezTo>
                  <a:cubicBezTo>
                    <a:pt x="18170" y="58653"/>
                    <a:pt x="18848" y="58117"/>
                    <a:pt x="19479" y="57558"/>
                  </a:cubicBezTo>
                  <a:cubicBezTo>
                    <a:pt x="25361" y="52319"/>
                    <a:pt x="26028" y="47283"/>
                    <a:pt x="26849" y="40901"/>
                  </a:cubicBezTo>
                  <a:cubicBezTo>
                    <a:pt x="27052" y="39353"/>
                    <a:pt x="27266" y="37746"/>
                    <a:pt x="27564" y="36031"/>
                  </a:cubicBezTo>
                  <a:cubicBezTo>
                    <a:pt x="28468" y="30864"/>
                    <a:pt x="31469" y="29007"/>
                    <a:pt x="35255" y="26661"/>
                  </a:cubicBezTo>
                  <a:cubicBezTo>
                    <a:pt x="36910" y="25637"/>
                    <a:pt x="38624" y="24578"/>
                    <a:pt x="40291" y="23137"/>
                  </a:cubicBezTo>
                  <a:cubicBezTo>
                    <a:pt x="43304" y="20541"/>
                    <a:pt x="44554" y="16422"/>
                    <a:pt x="45768" y="12433"/>
                  </a:cubicBezTo>
                  <a:cubicBezTo>
                    <a:pt x="47209" y="7695"/>
                    <a:pt x="48566" y="3218"/>
                    <a:pt x="52650" y="1861"/>
                  </a:cubicBezTo>
                  <a:cubicBezTo>
                    <a:pt x="53162" y="1694"/>
                    <a:pt x="53436" y="1146"/>
                    <a:pt x="53257" y="646"/>
                  </a:cubicBezTo>
                  <a:cubicBezTo>
                    <a:pt x="53115" y="248"/>
                    <a:pt x="52739" y="1"/>
                    <a:pt x="523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2"/>
            <p:cNvSpPr/>
            <p:nvPr/>
          </p:nvSpPr>
          <p:spPr>
            <a:xfrm>
              <a:off x="6405607" y="1021936"/>
              <a:ext cx="574505" cy="1061460"/>
            </a:xfrm>
            <a:custGeom>
              <a:avLst/>
              <a:gdLst/>
              <a:ahLst/>
              <a:cxnLst/>
              <a:rect l="l" t="t" r="r" b="b"/>
              <a:pathLst>
                <a:path w="54924" h="101478" extrusionOk="0">
                  <a:moveTo>
                    <a:pt x="53785" y="0"/>
                  </a:moveTo>
                  <a:cubicBezTo>
                    <a:pt x="53681" y="0"/>
                    <a:pt x="53575" y="16"/>
                    <a:pt x="53471" y="49"/>
                  </a:cubicBezTo>
                  <a:cubicBezTo>
                    <a:pt x="48304" y="1775"/>
                    <a:pt x="46685" y="7085"/>
                    <a:pt x="45125" y="12217"/>
                  </a:cubicBezTo>
                  <a:cubicBezTo>
                    <a:pt x="43970" y="16051"/>
                    <a:pt x="42767" y="20016"/>
                    <a:pt x="40100" y="22302"/>
                  </a:cubicBezTo>
                  <a:cubicBezTo>
                    <a:pt x="38505" y="23683"/>
                    <a:pt x="36814" y="24730"/>
                    <a:pt x="35171" y="25742"/>
                  </a:cubicBezTo>
                  <a:cubicBezTo>
                    <a:pt x="31207" y="28207"/>
                    <a:pt x="27444" y="30529"/>
                    <a:pt x="26373" y="36696"/>
                  </a:cubicBezTo>
                  <a:cubicBezTo>
                    <a:pt x="26051" y="38506"/>
                    <a:pt x="25837" y="40173"/>
                    <a:pt x="25622" y="41792"/>
                  </a:cubicBezTo>
                  <a:cubicBezTo>
                    <a:pt x="24789" y="48186"/>
                    <a:pt x="24182" y="52793"/>
                    <a:pt x="18681" y="57699"/>
                  </a:cubicBezTo>
                  <a:cubicBezTo>
                    <a:pt x="18062" y="58246"/>
                    <a:pt x="17407" y="58770"/>
                    <a:pt x="16740" y="59306"/>
                  </a:cubicBezTo>
                  <a:cubicBezTo>
                    <a:pt x="14871" y="60806"/>
                    <a:pt x="12942" y="62354"/>
                    <a:pt x="11633" y="64497"/>
                  </a:cubicBezTo>
                  <a:cubicBezTo>
                    <a:pt x="10442" y="66450"/>
                    <a:pt x="9966" y="68462"/>
                    <a:pt x="9501" y="70403"/>
                  </a:cubicBezTo>
                  <a:cubicBezTo>
                    <a:pt x="9073" y="72201"/>
                    <a:pt x="8668" y="73903"/>
                    <a:pt x="7727" y="75534"/>
                  </a:cubicBezTo>
                  <a:cubicBezTo>
                    <a:pt x="7084" y="76630"/>
                    <a:pt x="6096" y="77642"/>
                    <a:pt x="5048" y="78725"/>
                  </a:cubicBezTo>
                  <a:cubicBezTo>
                    <a:pt x="3632" y="80178"/>
                    <a:pt x="2155" y="81678"/>
                    <a:pt x="1405" y="83595"/>
                  </a:cubicBezTo>
                  <a:cubicBezTo>
                    <a:pt x="0" y="87155"/>
                    <a:pt x="441" y="91334"/>
                    <a:pt x="857" y="95382"/>
                  </a:cubicBezTo>
                  <a:cubicBezTo>
                    <a:pt x="1036" y="97204"/>
                    <a:pt x="1215" y="98930"/>
                    <a:pt x="1215" y="100502"/>
                  </a:cubicBezTo>
                  <a:cubicBezTo>
                    <a:pt x="1215" y="101037"/>
                    <a:pt x="1667" y="101478"/>
                    <a:pt x="2215" y="101478"/>
                  </a:cubicBezTo>
                  <a:cubicBezTo>
                    <a:pt x="2774" y="101478"/>
                    <a:pt x="3215" y="101049"/>
                    <a:pt x="3215" y="100502"/>
                  </a:cubicBezTo>
                  <a:cubicBezTo>
                    <a:pt x="3227" y="98835"/>
                    <a:pt x="3036" y="97061"/>
                    <a:pt x="2846" y="95180"/>
                  </a:cubicBezTo>
                  <a:cubicBezTo>
                    <a:pt x="2453" y="91370"/>
                    <a:pt x="2048" y="87429"/>
                    <a:pt x="3274" y="84297"/>
                  </a:cubicBezTo>
                  <a:cubicBezTo>
                    <a:pt x="3882" y="82749"/>
                    <a:pt x="5156" y="81452"/>
                    <a:pt x="6501" y="80071"/>
                  </a:cubicBezTo>
                  <a:cubicBezTo>
                    <a:pt x="7585" y="78963"/>
                    <a:pt x="8704" y="77820"/>
                    <a:pt x="9466" y="76499"/>
                  </a:cubicBezTo>
                  <a:cubicBezTo>
                    <a:pt x="10561" y="74629"/>
                    <a:pt x="11014" y="72701"/>
                    <a:pt x="11454" y="70843"/>
                  </a:cubicBezTo>
                  <a:cubicBezTo>
                    <a:pt x="11895" y="68962"/>
                    <a:pt x="12311" y="67188"/>
                    <a:pt x="13347" y="65509"/>
                  </a:cubicBezTo>
                  <a:cubicBezTo>
                    <a:pt x="14490" y="63652"/>
                    <a:pt x="16276" y="62211"/>
                    <a:pt x="18014" y="60818"/>
                  </a:cubicBezTo>
                  <a:cubicBezTo>
                    <a:pt x="18681" y="60282"/>
                    <a:pt x="19384" y="59723"/>
                    <a:pt x="20027" y="59151"/>
                  </a:cubicBezTo>
                  <a:cubicBezTo>
                    <a:pt x="26075" y="53758"/>
                    <a:pt x="26754" y="48590"/>
                    <a:pt x="27611" y="42042"/>
                  </a:cubicBezTo>
                  <a:cubicBezTo>
                    <a:pt x="27813" y="40447"/>
                    <a:pt x="28039" y="38792"/>
                    <a:pt x="28337" y="37030"/>
                  </a:cubicBezTo>
                  <a:cubicBezTo>
                    <a:pt x="29278" y="31719"/>
                    <a:pt x="32350" y="29814"/>
                    <a:pt x="36243" y="27397"/>
                  </a:cubicBezTo>
                  <a:cubicBezTo>
                    <a:pt x="37945" y="26350"/>
                    <a:pt x="39708" y="25254"/>
                    <a:pt x="41422" y="23778"/>
                  </a:cubicBezTo>
                  <a:cubicBezTo>
                    <a:pt x="44518" y="21111"/>
                    <a:pt x="45804" y="16872"/>
                    <a:pt x="47054" y="12777"/>
                  </a:cubicBezTo>
                  <a:cubicBezTo>
                    <a:pt x="48530" y="7907"/>
                    <a:pt x="49923" y="3299"/>
                    <a:pt x="54114" y="1906"/>
                  </a:cubicBezTo>
                  <a:cubicBezTo>
                    <a:pt x="54638" y="1728"/>
                    <a:pt x="54924" y="1180"/>
                    <a:pt x="54745" y="668"/>
                  </a:cubicBezTo>
                  <a:cubicBezTo>
                    <a:pt x="54602" y="257"/>
                    <a:pt x="54206" y="0"/>
                    <a:pt x="537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2"/>
            <p:cNvSpPr/>
            <p:nvPr/>
          </p:nvSpPr>
          <p:spPr>
            <a:xfrm>
              <a:off x="5969467" y="626904"/>
              <a:ext cx="1253254" cy="431161"/>
            </a:xfrm>
            <a:custGeom>
              <a:avLst/>
              <a:gdLst/>
              <a:ahLst/>
              <a:cxnLst/>
              <a:rect l="l" t="t" r="r" b="b"/>
              <a:pathLst>
                <a:path w="119814" h="41220" extrusionOk="0">
                  <a:moveTo>
                    <a:pt x="79237" y="1"/>
                  </a:moveTo>
                  <a:cubicBezTo>
                    <a:pt x="64842" y="1"/>
                    <a:pt x="52198" y="7442"/>
                    <a:pt x="44994" y="18741"/>
                  </a:cubicBezTo>
                  <a:cubicBezTo>
                    <a:pt x="40291" y="15241"/>
                    <a:pt x="34410" y="13205"/>
                    <a:pt x="28028" y="13205"/>
                  </a:cubicBezTo>
                  <a:cubicBezTo>
                    <a:pt x="12550" y="13205"/>
                    <a:pt x="1" y="25123"/>
                    <a:pt x="1" y="41220"/>
                  </a:cubicBezTo>
                  <a:lnTo>
                    <a:pt x="119813" y="40577"/>
                  </a:lnTo>
                  <a:cubicBezTo>
                    <a:pt x="119813" y="18039"/>
                    <a:pt x="101644" y="1"/>
                    <a:pt x="792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2"/>
            <p:cNvSpPr/>
            <p:nvPr/>
          </p:nvSpPr>
          <p:spPr>
            <a:xfrm>
              <a:off x="6063125" y="811721"/>
              <a:ext cx="1365459" cy="1608560"/>
            </a:xfrm>
            <a:custGeom>
              <a:avLst/>
              <a:gdLst/>
              <a:ahLst/>
              <a:cxnLst/>
              <a:rect l="l" t="t" r="r" b="b"/>
              <a:pathLst>
                <a:path w="130541" h="153782" extrusionOk="0">
                  <a:moveTo>
                    <a:pt x="52566" y="0"/>
                  </a:moveTo>
                  <a:cubicBezTo>
                    <a:pt x="52566" y="0"/>
                    <a:pt x="0" y="150995"/>
                    <a:pt x="798" y="153400"/>
                  </a:cubicBezTo>
                  <a:lnTo>
                    <a:pt x="130540" y="153781"/>
                  </a:lnTo>
                  <a:lnTo>
                    <a:pt x="525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2"/>
            <p:cNvSpPr/>
            <p:nvPr/>
          </p:nvSpPr>
          <p:spPr>
            <a:xfrm>
              <a:off x="6300494" y="822558"/>
              <a:ext cx="1128090" cy="1597723"/>
            </a:xfrm>
            <a:custGeom>
              <a:avLst/>
              <a:gdLst/>
              <a:ahLst/>
              <a:cxnLst/>
              <a:rect l="l" t="t" r="r" b="b"/>
              <a:pathLst>
                <a:path w="107848" h="152746" extrusionOk="0">
                  <a:moveTo>
                    <a:pt x="30409" y="0"/>
                  </a:moveTo>
                  <a:cubicBezTo>
                    <a:pt x="27111" y="11073"/>
                    <a:pt x="35517" y="19693"/>
                    <a:pt x="39815" y="29361"/>
                  </a:cubicBezTo>
                  <a:cubicBezTo>
                    <a:pt x="40994" y="32028"/>
                    <a:pt x="42148" y="35124"/>
                    <a:pt x="41398" y="38065"/>
                  </a:cubicBezTo>
                  <a:cubicBezTo>
                    <a:pt x="40720" y="40767"/>
                    <a:pt x="38541" y="42744"/>
                    <a:pt x="36457" y="44422"/>
                  </a:cubicBezTo>
                  <a:cubicBezTo>
                    <a:pt x="31088" y="48780"/>
                    <a:pt x="19967" y="54971"/>
                    <a:pt x="23468" y="63520"/>
                  </a:cubicBezTo>
                  <a:cubicBezTo>
                    <a:pt x="24968" y="67175"/>
                    <a:pt x="28421" y="69926"/>
                    <a:pt x="31480" y="72247"/>
                  </a:cubicBezTo>
                  <a:cubicBezTo>
                    <a:pt x="34564" y="74593"/>
                    <a:pt x="37267" y="77046"/>
                    <a:pt x="39327" y="80379"/>
                  </a:cubicBezTo>
                  <a:cubicBezTo>
                    <a:pt x="43458" y="87059"/>
                    <a:pt x="45089" y="96298"/>
                    <a:pt x="41875" y="103692"/>
                  </a:cubicBezTo>
                  <a:cubicBezTo>
                    <a:pt x="39017" y="110276"/>
                    <a:pt x="32362" y="113598"/>
                    <a:pt x="26218" y="116527"/>
                  </a:cubicBezTo>
                  <a:cubicBezTo>
                    <a:pt x="19027" y="119956"/>
                    <a:pt x="11049" y="123837"/>
                    <a:pt x="6180" y="130397"/>
                  </a:cubicBezTo>
                  <a:cubicBezTo>
                    <a:pt x="1584" y="136600"/>
                    <a:pt x="0" y="145328"/>
                    <a:pt x="3286" y="152436"/>
                  </a:cubicBezTo>
                  <a:lnTo>
                    <a:pt x="107847" y="152745"/>
                  </a:lnTo>
                  <a:lnTo>
                    <a:pt x="107847" y="152745"/>
                  </a:lnTo>
                  <a:lnTo>
                    <a:pt x="304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2"/>
            <p:cNvSpPr/>
            <p:nvPr/>
          </p:nvSpPr>
          <p:spPr>
            <a:xfrm>
              <a:off x="5650897" y="1512499"/>
              <a:ext cx="1034682" cy="1200818"/>
            </a:xfrm>
            <a:custGeom>
              <a:avLst/>
              <a:gdLst/>
              <a:ahLst/>
              <a:cxnLst/>
              <a:rect l="l" t="t" r="r" b="b"/>
              <a:pathLst>
                <a:path w="98918" h="114801" extrusionOk="0">
                  <a:moveTo>
                    <a:pt x="34719" y="1"/>
                  </a:moveTo>
                  <a:cubicBezTo>
                    <a:pt x="34719" y="1"/>
                    <a:pt x="0" y="112693"/>
                    <a:pt x="608" y="114515"/>
                  </a:cubicBezTo>
                  <a:lnTo>
                    <a:pt x="98917" y="114801"/>
                  </a:lnTo>
                  <a:lnTo>
                    <a:pt x="34719" y="1"/>
                  </a:lnTo>
                  <a:close/>
                </a:path>
              </a:pathLst>
            </a:custGeom>
            <a:solidFill>
              <a:srgbClr val="FFD1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 name="Google Shape;350;p32"/>
            <p:cNvSpPr/>
            <p:nvPr/>
          </p:nvSpPr>
          <p:spPr>
            <a:xfrm>
              <a:off x="5859124" y="1525459"/>
              <a:ext cx="826455" cy="1187859"/>
            </a:xfrm>
            <a:custGeom>
              <a:avLst/>
              <a:gdLst/>
              <a:ahLst/>
              <a:cxnLst/>
              <a:rect l="l" t="t" r="r" b="b"/>
              <a:pathLst>
                <a:path w="79011" h="113562" extrusionOk="0">
                  <a:moveTo>
                    <a:pt x="15514" y="0"/>
                  </a:moveTo>
                  <a:cubicBezTo>
                    <a:pt x="14240" y="3774"/>
                    <a:pt x="14264" y="8084"/>
                    <a:pt x="14586" y="11954"/>
                  </a:cubicBezTo>
                  <a:cubicBezTo>
                    <a:pt x="14967" y="16478"/>
                    <a:pt x="15788" y="20872"/>
                    <a:pt x="18658" y="24491"/>
                  </a:cubicBezTo>
                  <a:cubicBezTo>
                    <a:pt x="21968" y="28658"/>
                    <a:pt x="26421" y="31944"/>
                    <a:pt x="29230" y="36493"/>
                  </a:cubicBezTo>
                  <a:cubicBezTo>
                    <a:pt x="31945" y="40886"/>
                    <a:pt x="32993" y="46030"/>
                    <a:pt x="28873" y="49649"/>
                  </a:cubicBezTo>
                  <a:cubicBezTo>
                    <a:pt x="24492" y="53495"/>
                    <a:pt x="9788" y="52661"/>
                    <a:pt x="13359" y="61877"/>
                  </a:cubicBezTo>
                  <a:cubicBezTo>
                    <a:pt x="14455" y="64710"/>
                    <a:pt x="17098" y="66603"/>
                    <a:pt x="19705" y="68151"/>
                  </a:cubicBezTo>
                  <a:cubicBezTo>
                    <a:pt x="25218" y="71449"/>
                    <a:pt x="31171" y="75628"/>
                    <a:pt x="34052" y="81582"/>
                  </a:cubicBezTo>
                  <a:cubicBezTo>
                    <a:pt x="36934" y="87547"/>
                    <a:pt x="32433" y="93559"/>
                    <a:pt x="26432" y="94952"/>
                  </a:cubicBezTo>
                  <a:cubicBezTo>
                    <a:pt x="22289" y="95905"/>
                    <a:pt x="17967" y="95464"/>
                    <a:pt x="13776" y="96000"/>
                  </a:cubicBezTo>
                  <a:cubicBezTo>
                    <a:pt x="9287" y="96560"/>
                    <a:pt x="5037" y="98869"/>
                    <a:pt x="2429" y="102656"/>
                  </a:cubicBezTo>
                  <a:cubicBezTo>
                    <a:pt x="132" y="105977"/>
                    <a:pt x="1" y="109716"/>
                    <a:pt x="941" y="113335"/>
                  </a:cubicBezTo>
                  <a:lnTo>
                    <a:pt x="79010" y="113562"/>
                  </a:lnTo>
                  <a:lnTo>
                    <a:pt x="1551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2"/>
            <p:cNvSpPr/>
            <p:nvPr/>
          </p:nvSpPr>
          <p:spPr>
            <a:xfrm>
              <a:off x="5609674" y="516069"/>
              <a:ext cx="2737131" cy="2251672"/>
            </a:xfrm>
            <a:custGeom>
              <a:avLst/>
              <a:gdLst/>
              <a:ahLst/>
              <a:cxnLst/>
              <a:rect l="l" t="t" r="r" b="b"/>
              <a:pathLst>
                <a:path w="261676" h="215265" extrusionOk="0">
                  <a:moveTo>
                    <a:pt x="233732" y="215265"/>
                  </a:moveTo>
                  <a:lnTo>
                    <a:pt x="3834" y="215265"/>
                  </a:lnTo>
                  <a:cubicBezTo>
                    <a:pt x="3858" y="203704"/>
                    <a:pt x="0" y="186213"/>
                    <a:pt x="7263" y="176819"/>
                  </a:cubicBezTo>
                  <a:cubicBezTo>
                    <a:pt x="15443" y="166235"/>
                    <a:pt x="29957" y="171224"/>
                    <a:pt x="39124" y="176998"/>
                  </a:cubicBezTo>
                  <a:cubicBezTo>
                    <a:pt x="45923" y="181284"/>
                    <a:pt x="55579" y="185463"/>
                    <a:pt x="63413" y="181844"/>
                  </a:cubicBezTo>
                  <a:cubicBezTo>
                    <a:pt x="72188" y="177796"/>
                    <a:pt x="75700" y="170473"/>
                    <a:pt x="76105" y="161675"/>
                  </a:cubicBezTo>
                  <a:cubicBezTo>
                    <a:pt x="76653" y="149649"/>
                    <a:pt x="75986" y="136291"/>
                    <a:pt x="81403" y="125194"/>
                  </a:cubicBezTo>
                  <a:cubicBezTo>
                    <a:pt x="88297" y="111085"/>
                    <a:pt x="99501" y="114645"/>
                    <a:pt x="111812" y="110049"/>
                  </a:cubicBezTo>
                  <a:cubicBezTo>
                    <a:pt x="120432" y="106847"/>
                    <a:pt x="119825" y="97310"/>
                    <a:pt x="121801" y="89630"/>
                  </a:cubicBezTo>
                  <a:cubicBezTo>
                    <a:pt x="126933" y="69771"/>
                    <a:pt x="120325" y="51006"/>
                    <a:pt x="129528" y="32230"/>
                  </a:cubicBezTo>
                  <a:cubicBezTo>
                    <a:pt x="144911" y="881"/>
                    <a:pt x="188667" y="0"/>
                    <a:pt x="205062" y="22312"/>
                  </a:cubicBezTo>
                  <a:cubicBezTo>
                    <a:pt x="220278" y="43017"/>
                    <a:pt x="219159" y="70687"/>
                    <a:pt x="217670" y="95059"/>
                  </a:cubicBezTo>
                  <a:cubicBezTo>
                    <a:pt x="216825" y="108978"/>
                    <a:pt x="214158" y="122777"/>
                    <a:pt x="215432" y="136779"/>
                  </a:cubicBezTo>
                  <a:cubicBezTo>
                    <a:pt x="216004" y="143137"/>
                    <a:pt x="217135" y="150388"/>
                    <a:pt x="221195" y="155579"/>
                  </a:cubicBezTo>
                  <a:cubicBezTo>
                    <a:pt x="226683" y="162580"/>
                    <a:pt x="238721" y="163234"/>
                    <a:pt x="245864" y="168676"/>
                  </a:cubicBezTo>
                  <a:cubicBezTo>
                    <a:pt x="261676" y="180737"/>
                    <a:pt x="259473" y="197643"/>
                    <a:pt x="259473" y="215265"/>
                  </a:cubicBezTo>
                </a:path>
              </a:pathLst>
            </a:custGeom>
            <a:solidFill>
              <a:srgbClr val="59D0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 name="Google Shape;352;p32"/>
            <p:cNvSpPr/>
            <p:nvPr/>
          </p:nvSpPr>
          <p:spPr>
            <a:xfrm>
              <a:off x="7369663" y="818322"/>
              <a:ext cx="377491" cy="475627"/>
            </a:xfrm>
            <a:custGeom>
              <a:avLst/>
              <a:gdLst/>
              <a:ahLst/>
              <a:cxnLst/>
              <a:rect l="l" t="t" r="r" b="b"/>
              <a:pathLst>
                <a:path w="36089" h="45471" extrusionOk="0">
                  <a:moveTo>
                    <a:pt x="10883" y="1"/>
                  </a:moveTo>
                  <a:lnTo>
                    <a:pt x="6847" y="39077"/>
                  </a:lnTo>
                  <a:lnTo>
                    <a:pt x="5025" y="15324"/>
                  </a:lnTo>
                  <a:lnTo>
                    <a:pt x="1" y="45470"/>
                  </a:lnTo>
                  <a:lnTo>
                    <a:pt x="35636" y="44554"/>
                  </a:lnTo>
                  <a:cubicBezTo>
                    <a:pt x="35636" y="43184"/>
                    <a:pt x="36088" y="5730"/>
                    <a:pt x="36088" y="5727"/>
                  </a:cubicBezTo>
                  <a:lnTo>
                    <a:pt x="36088" y="5727"/>
                  </a:lnTo>
                  <a:lnTo>
                    <a:pt x="29695" y="33588"/>
                  </a:lnTo>
                  <a:lnTo>
                    <a:pt x="27861" y="16229"/>
                  </a:lnTo>
                  <a:lnTo>
                    <a:pt x="24206" y="37243"/>
                  </a:lnTo>
                  <a:lnTo>
                    <a:pt x="20551" y="2989"/>
                  </a:lnTo>
                  <a:lnTo>
                    <a:pt x="17360" y="36791"/>
                  </a:lnTo>
                  <a:lnTo>
                    <a:pt x="12788" y="19884"/>
                  </a:lnTo>
                  <a:lnTo>
                    <a:pt x="10966" y="31766"/>
                  </a:lnTo>
                  <a:lnTo>
                    <a:pt x="10883"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2"/>
            <p:cNvSpPr/>
            <p:nvPr/>
          </p:nvSpPr>
          <p:spPr>
            <a:xfrm>
              <a:off x="7548006" y="1200258"/>
              <a:ext cx="464100" cy="1599742"/>
            </a:xfrm>
            <a:custGeom>
              <a:avLst/>
              <a:gdLst/>
              <a:ahLst/>
              <a:cxnLst/>
              <a:rect l="l" t="t" r="r" b="b"/>
              <a:pathLst>
                <a:path w="44369" h="152939" extrusionOk="0">
                  <a:moveTo>
                    <a:pt x="6201" y="0"/>
                  </a:moveTo>
                  <a:cubicBezTo>
                    <a:pt x="4031" y="0"/>
                    <a:pt x="1887" y="696"/>
                    <a:pt x="0" y="2325"/>
                  </a:cubicBezTo>
                  <a:cubicBezTo>
                    <a:pt x="2596" y="6635"/>
                    <a:pt x="1512" y="12993"/>
                    <a:pt x="2191" y="17636"/>
                  </a:cubicBezTo>
                  <a:cubicBezTo>
                    <a:pt x="4298" y="32174"/>
                    <a:pt x="5001" y="46354"/>
                    <a:pt x="5858" y="60998"/>
                  </a:cubicBezTo>
                  <a:cubicBezTo>
                    <a:pt x="6715" y="75393"/>
                    <a:pt x="5346" y="89764"/>
                    <a:pt x="5215" y="104182"/>
                  </a:cubicBezTo>
                  <a:cubicBezTo>
                    <a:pt x="5096" y="118422"/>
                    <a:pt x="4215" y="133769"/>
                    <a:pt x="631" y="147473"/>
                  </a:cubicBezTo>
                  <a:cubicBezTo>
                    <a:pt x="7632" y="149045"/>
                    <a:pt x="15228" y="148640"/>
                    <a:pt x="22360" y="149962"/>
                  </a:cubicBezTo>
                  <a:cubicBezTo>
                    <a:pt x="28635" y="151129"/>
                    <a:pt x="37576" y="150664"/>
                    <a:pt x="43291" y="152938"/>
                  </a:cubicBezTo>
                  <a:cubicBezTo>
                    <a:pt x="44369" y="146407"/>
                    <a:pt x="42371" y="144481"/>
                    <a:pt x="39064" y="144481"/>
                  </a:cubicBezTo>
                  <a:cubicBezTo>
                    <a:pt x="34313" y="144481"/>
                    <a:pt x="26861" y="148456"/>
                    <a:pt x="21950" y="148456"/>
                  </a:cubicBezTo>
                  <a:cubicBezTo>
                    <a:pt x="19288" y="148456"/>
                    <a:pt x="17373" y="147289"/>
                    <a:pt x="17038" y="143687"/>
                  </a:cubicBezTo>
                  <a:cubicBezTo>
                    <a:pt x="16133" y="133853"/>
                    <a:pt x="29766" y="131686"/>
                    <a:pt x="20812" y="120601"/>
                  </a:cubicBezTo>
                  <a:cubicBezTo>
                    <a:pt x="17812" y="116874"/>
                    <a:pt x="14335" y="116005"/>
                    <a:pt x="14669" y="110481"/>
                  </a:cubicBezTo>
                  <a:cubicBezTo>
                    <a:pt x="15074" y="103932"/>
                    <a:pt x="20122" y="104444"/>
                    <a:pt x="23206" y="100015"/>
                  </a:cubicBezTo>
                  <a:cubicBezTo>
                    <a:pt x="27778" y="93443"/>
                    <a:pt x="22622" y="88823"/>
                    <a:pt x="18991" y="83620"/>
                  </a:cubicBezTo>
                  <a:cubicBezTo>
                    <a:pt x="13907" y="76322"/>
                    <a:pt x="16252" y="72559"/>
                    <a:pt x="21384" y="66618"/>
                  </a:cubicBezTo>
                  <a:cubicBezTo>
                    <a:pt x="25765" y="61546"/>
                    <a:pt x="28230" y="57081"/>
                    <a:pt x="25670" y="50414"/>
                  </a:cubicBezTo>
                  <a:cubicBezTo>
                    <a:pt x="22598" y="42401"/>
                    <a:pt x="13835" y="39401"/>
                    <a:pt x="15538" y="29780"/>
                  </a:cubicBezTo>
                  <a:cubicBezTo>
                    <a:pt x="16681" y="23280"/>
                    <a:pt x="21229" y="19100"/>
                    <a:pt x="20169" y="12159"/>
                  </a:cubicBezTo>
                  <a:cubicBezTo>
                    <a:pt x="19253" y="6083"/>
                    <a:pt x="12613" y="0"/>
                    <a:pt x="6201" y="0"/>
                  </a:cubicBez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2"/>
            <p:cNvSpPr/>
            <p:nvPr/>
          </p:nvSpPr>
          <p:spPr>
            <a:xfrm>
              <a:off x="7459703" y="1174579"/>
              <a:ext cx="500260" cy="1601510"/>
            </a:xfrm>
            <a:custGeom>
              <a:avLst/>
              <a:gdLst/>
              <a:ahLst/>
              <a:cxnLst/>
              <a:rect l="l" t="t" r="r" b="b"/>
              <a:pathLst>
                <a:path w="47826" h="153108" extrusionOk="0">
                  <a:moveTo>
                    <a:pt x="6564" y="0"/>
                  </a:moveTo>
                  <a:cubicBezTo>
                    <a:pt x="4265" y="0"/>
                    <a:pt x="1997" y="690"/>
                    <a:pt x="1" y="2303"/>
                  </a:cubicBezTo>
                  <a:cubicBezTo>
                    <a:pt x="2787" y="6625"/>
                    <a:pt x="1668" y="12971"/>
                    <a:pt x="2394" y="17626"/>
                  </a:cubicBezTo>
                  <a:cubicBezTo>
                    <a:pt x="4704" y="32176"/>
                    <a:pt x="5490" y="46356"/>
                    <a:pt x="6466" y="61013"/>
                  </a:cubicBezTo>
                  <a:cubicBezTo>
                    <a:pt x="7430" y="75419"/>
                    <a:pt x="6025" y="89790"/>
                    <a:pt x="5942" y="104208"/>
                  </a:cubicBezTo>
                  <a:cubicBezTo>
                    <a:pt x="5859" y="118448"/>
                    <a:pt x="4978" y="133784"/>
                    <a:pt x="1215" y="147476"/>
                  </a:cubicBezTo>
                  <a:cubicBezTo>
                    <a:pt x="8680" y="149083"/>
                    <a:pt x="16777" y="148702"/>
                    <a:pt x="24385" y="150059"/>
                  </a:cubicBezTo>
                  <a:cubicBezTo>
                    <a:pt x="31076" y="151250"/>
                    <a:pt x="40601" y="150809"/>
                    <a:pt x="46697" y="153107"/>
                  </a:cubicBezTo>
                  <a:cubicBezTo>
                    <a:pt x="47826" y="146560"/>
                    <a:pt x="45675" y="144636"/>
                    <a:pt x="42133" y="144636"/>
                  </a:cubicBezTo>
                  <a:cubicBezTo>
                    <a:pt x="37082" y="144636"/>
                    <a:pt x="29203" y="148551"/>
                    <a:pt x="23980" y="148551"/>
                  </a:cubicBezTo>
                  <a:cubicBezTo>
                    <a:pt x="21125" y="148551"/>
                    <a:pt x="19064" y="147381"/>
                    <a:pt x="18694" y="143761"/>
                  </a:cubicBezTo>
                  <a:cubicBezTo>
                    <a:pt x="17682" y="133915"/>
                    <a:pt x="32207" y="131807"/>
                    <a:pt x="22635" y="120675"/>
                  </a:cubicBezTo>
                  <a:cubicBezTo>
                    <a:pt x="19408" y="116936"/>
                    <a:pt x="15705" y="116055"/>
                    <a:pt x="16038" y="110531"/>
                  </a:cubicBezTo>
                  <a:cubicBezTo>
                    <a:pt x="16443" y="103994"/>
                    <a:pt x="21825" y="104518"/>
                    <a:pt x="25099" y="100101"/>
                  </a:cubicBezTo>
                  <a:cubicBezTo>
                    <a:pt x="29957" y="93552"/>
                    <a:pt x="24432" y="88909"/>
                    <a:pt x="20539" y="83682"/>
                  </a:cubicBezTo>
                  <a:cubicBezTo>
                    <a:pt x="15098" y="76372"/>
                    <a:pt x="17586" y="72609"/>
                    <a:pt x="23027" y="66692"/>
                  </a:cubicBezTo>
                  <a:cubicBezTo>
                    <a:pt x="27695" y="61632"/>
                    <a:pt x="30290" y="57179"/>
                    <a:pt x="27540" y="50500"/>
                  </a:cubicBezTo>
                  <a:cubicBezTo>
                    <a:pt x="24242" y="42463"/>
                    <a:pt x="14884" y="39439"/>
                    <a:pt x="16669" y="29818"/>
                  </a:cubicBezTo>
                  <a:cubicBezTo>
                    <a:pt x="17860" y="23318"/>
                    <a:pt x="22682" y="19162"/>
                    <a:pt x="21539" y="12221"/>
                  </a:cubicBezTo>
                  <a:cubicBezTo>
                    <a:pt x="20532" y="6124"/>
                    <a:pt x="13412" y="0"/>
                    <a:pt x="6564" y="0"/>
                  </a:cubicBezTo>
                  <a:close/>
                </a:path>
              </a:pathLst>
            </a:custGeom>
            <a:solidFill>
              <a:srgbClr val="74D8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2"/>
            <p:cNvSpPr/>
            <p:nvPr/>
          </p:nvSpPr>
          <p:spPr>
            <a:xfrm>
              <a:off x="7376012" y="1104727"/>
              <a:ext cx="464027" cy="1599752"/>
            </a:xfrm>
            <a:custGeom>
              <a:avLst/>
              <a:gdLst/>
              <a:ahLst/>
              <a:cxnLst/>
              <a:rect l="l" t="t" r="r" b="b"/>
              <a:pathLst>
                <a:path w="44362" h="152940" extrusionOk="0">
                  <a:moveTo>
                    <a:pt x="6199" y="1"/>
                  </a:moveTo>
                  <a:cubicBezTo>
                    <a:pt x="4031" y="1"/>
                    <a:pt x="1888" y="697"/>
                    <a:pt x="1" y="2326"/>
                  </a:cubicBezTo>
                  <a:cubicBezTo>
                    <a:pt x="2596" y="6636"/>
                    <a:pt x="1513" y="12982"/>
                    <a:pt x="2191" y="17637"/>
                  </a:cubicBezTo>
                  <a:cubicBezTo>
                    <a:pt x="4299" y="32174"/>
                    <a:pt x="4989" y="46355"/>
                    <a:pt x="5859" y="60988"/>
                  </a:cubicBezTo>
                  <a:cubicBezTo>
                    <a:pt x="6704" y="75394"/>
                    <a:pt x="5335" y="89765"/>
                    <a:pt x="5216" y="104183"/>
                  </a:cubicBezTo>
                  <a:cubicBezTo>
                    <a:pt x="5085" y="118423"/>
                    <a:pt x="4204" y="133758"/>
                    <a:pt x="620" y="147462"/>
                  </a:cubicBezTo>
                  <a:cubicBezTo>
                    <a:pt x="7621" y="149046"/>
                    <a:pt x="15229" y="148641"/>
                    <a:pt x="22361" y="149963"/>
                  </a:cubicBezTo>
                  <a:cubicBezTo>
                    <a:pt x="28635" y="151130"/>
                    <a:pt x="37577" y="150665"/>
                    <a:pt x="43280" y="152939"/>
                  </a:cubicBezTo>
                  <a:cubicBezTo>
                    <a:pt x="44361" y="146408"/>
                    <a:pt x="42366" y="144482"/>
                    <a:pt x="39061" y="144482"/>
                  </a:cubicBezTo>
                  <a:cubicBezTo>
                    <a:pt x="34312" y="144482"/>
                    <a:pt x="26861" y="148457"/>
                    <a:pt x="21950" y="148457"/>
                  </a:cubicBezTo>
                  <a:cubicBezTo>
                    <a:pt x="19289" y="148457"/>
                    <a:pt x="17373" y="147290"/>
                    <a:pt x="17039" y="143688"/>
                  </a:cubicBezTo>
                  <a:cubicBezTo>
                    <a:pt x="16134" y="133854"/>
                    <a:pt x="29766" y="131687"/>
                    <a:pt x="20813" y="120602"/>
                  </a:cubicBezTo>
                  <a:cubicBezTo>
                    <a:pt x="17801" y="116863"/>
                    <a:pt x="14336" y="115994"/>
                    <a:pt x="14669" y="110470"/>
                  </a:cubicBezTo>
                  <a:cubicBezTo>
                    <a:pt x="15074" y="103933"/>
                    <a:pt x="20122" y="104445"/>
                    <a:pt x="23206" y="100016"/>
                  </a:cubicBezTo>
                  <a:cubicBezTo>
                    <a:pt x="27778" y="93444"/>
                    <a:pt x="22623" y="88824"/>
                    <a:pt x="18979" y="83609"/>
                  </a:cubicBezTo>
                  <a:cubicBezTo>
                    <a:pt x="13895" y="76323"/>
                    <a:pt x="16253" y="72560"/>
                    <a:pt x="21384" y="66619"/>
                  </a:cubicBezTo>
                  <a:cubicBezTo>
                    <a:pt x="25766" y="61535"/>
                    <a:pt x="28219" y="57082"/>
                    <a:pt x="25671" y="50415"/>
                  </a:cubicBezTo>
                  <a:cubicBezTo>
                    <a:pt x="22599" y="42390"/>
                    <a:pt x="13836" y="39402"/>
                    <a:pt x="15526" y="29769"/>
                  </a:cubicBezTo>
                  <a:cubicBezTo>
                    <a:pt x="16681" y="23269"/>
                    <a:pt x="21218" y="19101"/>
                    <a:pt x="20170" y="12160"/>
                  </a:cubicBezTo>
                  <a:cubicBezTo>
                    <a:pt x="19245" y="6084"/>
                    <a:pt x="12609" y="1"/>
                    <a:pt x="6199" y="1"/>
                  </a:cubicBezTo>
                  <a:close/>
                </a:path>
              </a:pathLst>
            </a:custGeom>
            <a:solidFill>
              <a:srgbClr val="FFD2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2"/>
            <p:cNvSpPr/>
            <p:nvPr/>
          </p:nvSpPr>
          <p:spPr>
            <a:xfrm>
              <a:off x="6962790" y="250992"/>
              <a:ext cx="255820" cy="556451"/>
            </a:xfrm>
            <a:custGeom>
              <a:avLst/>
              <a:gdLst/>
              <a:ahLst/>
              <a:cxnLst/>
              <a:rect l="l" t="t" r="r" b="b"/>
              <a:pathLst>
                <a:path w="24457" h="53198" extrusionOk="0">
                  <a:moveTo>
                    <a:pt x="10664" y="1"/>
                  </a:moveTo>
                  <a:cubicBezTo>
                    <a:pt x="7865" y="1"/>
                    <a:pt x="5413" y="1400"/>
                    <a:pt x="4573" y="5030"/>
                  </a:cubicBezTo>
                  <a:cubicBezTo>
                    <a:pt x="3073" y="11519"/>
                    <a:pt x="9359" y="14103"/>
                    <a:pt x="11216" y="19413"/>
                  </a:cubicBezTo>
                  <a:cubicBezTo>
                    <a:pt x="14753" y="29485"/>
                    <a:pt x="1" y="32605"/>
                    <a:pt x="1965" y="43618"/>
                  </a:cubicBezTo>
                  <a:cubicBezTo>
                    <a:pt x="2910" y="48897"/>
                    <a:pt x="9192" y="53198"/>
                    <a:pt x="14240" y="53198"/>
                  </a:cubicBezTo>
                  <a:cubicBezTo>
                    <a:pt x="16889" y="53198"/>
                    <a:pt x="19197" y="52014"/>
                    <a:pt x="20218" y="49166"/>
                  </a:cubicBezTo>
                  <a:cubicBezTo>
                    <a:pt x="22742" y="42070"/>
                    <a:pt x="19682" y="32248"/>
                    <a:pt x="21754" y="24413"/>
                  </a:cubicBezTo>
                  <a:cubicBezTo>
                    <a:pt x="23361" y="18341"/>
                    <a:pt x="24456" y="10650"/>
                    <a:pt x="20491" y="5173"/>
                  </a:cubicBezTo>
                  <a:cubicBezTo>
                    <a:pt x="19956" y="4435"/>
                    <a:pt x="19289" y="3744"/>
                    <a:pt x="18527" y="3101"/>
                  </a:cubicBezTo>
                  <a:cubicBezTo>
                    <a:pt x="16323" y="1275"/>
                    <a:pt x="13335" y="1"/>
                    <a:pt x="10664" y="1"/>
                  </a:cubicBez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2"/>
            <p:cNvSpPr/>
            <p:nvPr/>
          </p:nvSpPr>
          <p:spPr>
            <a:xfrm>
              <a:off x="7226319" y="544092"/>
              <a:ext cx="174494" cy="393945"/>
            </a:xfrm>
            <a:custGeom>
              <a:avLst/>
              <a:gdLst/>
              <a:ahLst/>
              <a:cxnLst/>
              <a:rect l="l" t="t" r="r" b="b"/>
              <a:pathLst>
                <a:path w="16682" h="37662" extrusionOk="0">
                  <a:moveTo>
                    <a:pt x="7264" y="0"/>
                  </a:moveTo>
                  <a:cubicBezTo>
                    <a:pt x="5357" y="0"/>
                    <a:pt x="3686" y="991"/>
                    <a:pt x="3108" y="3560"/>
                  </a:cubicBezTo>
                  <a:cubicBezTo>
                    <a:pt x="2084" y="8156"/>
                    <a:pt x="6382" y="9977"/>
                    <a:pt x="7644" y="13740"/>
                  </a:cubicBezTo>
                  <a:cubicBezTo>
                    <a:pt x="10061" y="20872"/>
                    <a:pt x="0" y="23074"/>
                    <a:pt x="1334" y="30873"/>
                  </a:cubicBezTo>
                  <a:cubicBezTo>
                    <a:pt x="1982" y="34613"/>
                    <a:pt x="6266" y="37662"/>
                    <a:pt x="9709" y="37662"/>
                  </a:cubicBezTo>
                  <a:cubicBezTo>
                    <a:pt x="11516" y="37662"/>
                    <a:pt x="13091" y="36822"/>
                    <a:pt x="13788" y="34802"/>
                  </a:cubicBezTo>
                  <a:cubicBezTo>
                    <a:pt x="15514" y="29777"/>
                    <a:pt x="13431" y="22824"/>
                    <a:pt x="14836" y="17276"/>
                  </a:cubicBezTo>
                  <a:cubicBezTo>
                    <a:pt x="15931" y="12990"/>
                    <a:pt x="16681" y="7537"/>
                    <a:pt x="13978" y="3655"/>
                  </a:cubicBezTo>
                  <a:cubicBezTo>
                    <a:pt x="13609" y="3143"/>
                    <a:pt x="13157" y="2643"/>
                    <a:pt x="12633" y="2203"/>
                  </a:cubicBezTo>
                  <a:cubicBezTo>
                    <a:pt x="11126" y="905"/>
                    <a:pt x="9087" y="0"/>
                    <a:pt x="7264" y="0"/>
                  </a:cubicBez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2"/>
            <p:cNvSpPr/>
            <p:nvPr/>
          </p:nvSpPr>
          <p:spPr>
            <a:xfrm>
              <a:off x="7102400" y="407097"/>
              <a:ext cx="11224" cy="672149"/>
            </a:xfrm>
            <a:custGeom>
              <a:avLst/>
              <a:gdLst/>
              <a:ahLst/>
              <a:cxnLst/>
              <a:rect l="l" t="t" r="r" b="b"/>
              <a:pathLst>
                <a:path w="1073" h="64259" extrusionOk="0">
                  <a:moveTo>
                    <a:pt x="536" y="0"/>
                  </a:moveTo>
                  <a:cubicBezTo>
                    <a:pt x="239" y="0"/>
                    <a:pt x="1" y="429"/>
                    <a:pt x="1" y="953"/>
                  </a:cubicBezTo>
                  <a:lnTo>
                    <a:pt x="1" y="63306"/>
                  </a:lnTo>
                  <a:cubicBezTo>
                    <a:pt x="1" y="63829"/>
                    <a:pt x="239" y="64258"/>
                    <a:pt x="536" y="64258"/>
                  </a:cubicBezTo>
                  <a:cubicBezTo>
                    <a:pt x="822" y="64258"/>
                    <a:pt x="1072" y="63829"/>
                    <a:pt x="1072" y="63306"/>
                  </a:cubicBezTo>
                  <a:lnTo>
                    <a:pt x="1072" y="953"/>
                  </a:lnTo>
                  <a:cubicBezTo>
                    <a:pt x="1072" y="429"/>
                    <a:pt x="822" y="0"/>
                    <a:pt x="536" y="0"/>
                  </a:cubicBez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2"/>
            <p:cNvSpPr/>
            <p:nvPr/>
          </p:nvSpPr>
          <p:spPr>
            <a:xfrm>
              <a:off x="7334915" y="658409"/>
              <a:ext cx="10973" cy="369897"/>
            </a:xfrm>
            <a:custGeom>
              <a:avLst/>
              <a:gdLst/>
              <a:ahLst/>
              <a:cxnLst/>
              <a:rect l="l" t="t" r="r" b="b"/>
              <a:pathLst>
                <a:path w="1049" h="35363" extrusionOk="0">
                  <a:moveTo>
                    <a:pt x="525" y="1"/>
                  </a:moveTo>
                  <a:cubicBezTo>
                    <a:pt x="239" y="1"/>
                    <a:pt x="1" y="239"/>
                    <a:pt x="1" y="525"/>
                  </a:cubicBezTo>
                  <a:lnTo>
                    <a:pt x="1" y="34839"/>
                  </a:lnTo>
                  <a:cubicBezTo>
                    <a:pt x="1" y="35124"/>
                    <a:pt x="239" y="35362"/>
                    <a:pt x="525" y="35362"/>
                  </a:cubicBezTo>
                  <a:cubicBezTo>
                    <a:pt x="810" y="35362"/>
                    <a:pt x="1048" y="35124"/>
                    <a:pt x="1048" y="34839"/>
                  </a:cubicBezTo>
                  <a:lnTo>
                    <a:pt x="1048" y="525"/>
                  </a:lnTo>
                  <a:cubicBezTo>
                    <a:pt x="1048" y="239"/>
                    <a:pt x="810" y="1"/>
                    <a:pt x="525" y="1"/>
                  </a:cubicBez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2"/>
            <p:cNvSpPr/>
            <p:nvPr/>
          </p:nvSpPr>
          <p:spPr>
            <a:xfrm>
              <a:off x="6681458" y="2194973"/>
              <a:ext cx="377616" cy="475501"/>
            </a:xfrm>
            <a:custGeom>
              <a:avLst/>
              <a:gdLst/>
              <a:ahLst/>
              <a:cxnLst/>
              <a:rect l="l" t="t" r="r" b="b"/>
              <a:pathLst>
                <a:path w="36101" h="45459" extrusionOk="0">
                  <a:moveTo>
                    <a:pt x="25218" y="1"/>
                  </a:moveTo>
                  <a:lnTo>
                    <a:pt x="25135" y="31755"/>
                  </a:lnTo>
                  <a:lnTo>
                    <a:pt x="23301" y="19884"/>
                  </a:lnTo>
                  <a:lnTo>
                    <a:pt x="18741" y="36779"/>
                  </a:lnTo>
                  <a:lnTo>
                    <a:pt x="15538" y="2977"/>
                  </a:lnTo>
                  <a:lnTo>
                    <a:pt x="11883" y="37244"/>
                  </a:lnTo>
                  <a:lnTo>
                    <a:pt x="8228" y="16229"/>
                  </a:lnTo>
                  <a:lnTo>
                    <a:pt x="6406" y="33588"/>
                  </a:lnTo>
                  <a:lnTo>
                    <a:pt x="1" y="5716"/>
                  </a:lnTo>
                  <a:lnTo>
                    <a:pt x="1" y="5716"/>
                  </a:lnTo>
                  <a:cubicBezTo>
                    <a:pt x="1" y="5718"/>
                    <a:pt x="465" y="43185"/>
                    <a:pt x="465" y="44554"/>
                  </a:cubicBezTo>
                  <a:lnTo>
                    <a:pt x="36100" y="45459"/>
                  </a:lnTo>
                  <a:lnTo>
                    <a:pt x="31076" y="15312"/>
                  </a:lnTo>
                  <a:lnTo>
                    <a:pt x="29242" y="39065"/>
                  </a:lnTo>
                  <a:lnTo>
                    <a:pt x="25218"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2"/>
            <p:cNvSpPr/>
            <p:nvPr/>
          </p:nvSpPr>
          <p:spPr>
            <a:xfrm>
              <a:off x="7842664" y="2171061"/>
              <a:ext cx="377616" cy="523324"/>
            </a:xfrm>
            <a:custGeom>
              <a:avLst/>
              <a:gdLst/>
              <a:ahLst/>
              <a:cxnLst/>
              <a:rect l="l" t="t" r="r" b="b"/>
              <a:pathLst>
                <a:path w="36101" h="50031" extrusionOk="0">
                  <a:moveTo>
                    <a:pt x="25218" y="1"/>
                  </a:moveTo>
                  <a:lnTo>
                    <a:pt x="25135" y="34958"/>
                  </a:lnTo>
                  <a:lnTo>
                    <a:pt x="23301" y="21885"/>
                  </a:lnTo>
                  <a:lnTo>
                    <a:pt x="18741" y="40482"/>
                  </a:lnTo>
                  <a:lnTo>
                    <a:pt x="15538" y="3275"/>
                  </a:lnTo>
                  <a:lnTo>
                    <a:pt x="11883" y="40982"/>
                  </a:lnTo>
                  <a:lnTo>
                    <a:pt x="8228" y="17860"/>
                  </a:lnTo>
                  <a:lnTo>
                    <a:pt x="6406" y="36958"/>
                  </a:lnTo>
                  <a:lnTo>
                    <a:pt x="0" y="6299"/>
                  </a:lnTo>
                  <a:lnTo>
                    <a:pt x="0" y="6299"/>
                  </a:lnTo>
                  <a:cubicBezTo>
                    <a:pt x="0" y="6302"/>
                    <a:pt x="465" y="47519"/>
                    <a:pt x="465" y="49031"/>
                  </a:cubicBezTo>
                  <a:lnTo>
                    <a:pt x="36100" y="50031"/>
                  </a:lnTo>
                  <a:lnTo>
                    <a:pt x="31076" y="16848"/>
                  </a:lnTo>
                  <a:lnTo>
                    <a:pt x="29242" y="42994"/>
                  </a:lnTo>
                  <a:lnTo>
                    <a:pt x="25218"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2"/>
            <p:cNvSpPr/>
            <p:nvPr/>
          </p:nvSpPr>
          <p:spPr>
            <a:xfrm>
              <a:off x="7046229" y="977355"/>
              <a:ext cx="446119" cy="1643810"/>
            </a:xfrm>
            <a:custGeom>
              <a:avLst/>
              <a:gdLst/>
              <a:ahLst/>
              <a:cxnLst/>
              <a:rect l="l" t="t" r="r" b="b"/>
              <a:pathLst>
                <a:path w="42650" h="157152" extrusionOk="0">
                  <a:moveTo>
                    <a:pt x="21325" y="1"/>
                  </a:moveTo>
                  <a:cubicBezTo>
                    <a:pt x="9597" y="1"/>
                    <a:pt x="1" y="9585"/>
                    <a:pt x="1" y="21313"/>
                  </a:cubicBezTo>
                  <a:lnTo>
                    <a:pt x="1" y="135827"/>
                  </a:lnTo>
                  <a:cubicBezTo>
                    <a:pt x="1" y="147555"/>
                    <a:pt x="9597" y="157151"/>
                    <a:pt x="21325" y="157151"/>
                  </a:cubicBezTo>
                  <a:cubicBezTo>
                    <a:pt x="33053" y="157151"/>
                    <a:pt x="42649" y="147555"/>
                    <a:pt x="42649" y="135827"/>
                  </a:cubicBezTo>
                  <a:lnTo>
                    <a:pt x="42649" y="21313"/>
                  </a:lnTo>
                  <a:cubicBezTo>
                    <a:pt x="42649" y="9585"/>
                    <a:pt x="33053" y="1"/>
                    <a:pt x="21325" y="1"/>
                  </a:cubicBezTo>
                  <a:close/>
                </a:path>
              </a:pathLst>
            </a:custGeom>
            <a:solidFill>
              <a:srgbClr val="74D8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 name="Google Shape;363;p32"/>
            <p:cNvSpPr/>
            <p:nvPr/>
          </p:nvSpPr>
          <p:spPr>
            <a:xfrm>
              <a:off x="6500960" y="2341967"/>
              <a:ext cx="1652942" cy="387543"/>
            </a:xfrm>
            <a:custGeom>
              <a:avLst/>
              <a:gdLst/>
              <a:ahLst/>
              <a:cxnLst/>
              <a:rect l="l" t="t" r="r" b="b"/>
              <a:pathLst>
                <a:path w="158025" h="37050" extrusionOk="0">
                  <a:moveTo>
                    <a:pt x="74213" y="1"/>
                  </a:moveTo>
                  <a:cubicBezTo>
                    <a:pt x="66865" y="1"/>
                    <a:pt x="59611" y="2589"/>
                    <a:pt x="54083" y="7939"/>
                  </a:cubicBezTo>
                  <a:cubicBezTo>
                    <a:pt x="44944" y="16776"/>
                    <a:pt x="41253" y="29933"/>
                    <a:pt x="27074" y="29933"/>
                  </a:cubicBezTo>
                  <a:cubicBezTo>
                    <a:pt x="26125" y="29933"/>
                    <a:pt x="25128" y="29874"/>
                    <a:pt x="24079" y="29751"/>
                  </a:cubicBezTo>
                  <a:cubicBezTo>
                    <a:pt x="21838" y="29489"/>
                    <a:pt x="15115" y="27767"/>
                    <a:pt x="9747" y="27767"/>
                  </a:cubicBezTo>
                  <a:cubicBezTo>
                    <a:pt x="4133" y="27767"/>
                    <a:pt x="0" y="29649"/>
                    <a:pt x="4017" y="37049"/>
                  </a:cubicBezTo>
                  <a:lnTo>
                    <a:pt x="158024" y="35811"/>
                  </a:lnTo>
                  <a:cubicBezTo>
                    <a:pt x="156774" y="25798"/>
                    <a:pt x="155298" y="9820"/>
                    <a:pt x="143213" y="7129"/>
                  </a:cubicBezTo>
                  <a:cubicBezTo>
                    <a:pt x="142219" y="6908"/>
                    <a:pt x="141239" y="6807"/>
                    <a:pt x="140272" y="6807"/>
                  </a:cubicBezTo>
                  <a:cubicBezTo>
                    <a:pt x="131183" y="6807"/>
                    <a:pt x="123195" y="15739"/>
                    <a:pt x="114769" y="18107"/>
                  </a:cubicBezTo>
                  <a:cubicBezTo>
                    <a:pt x="113488" y="18465"/>
                    <a:pt x="112303" y="18628"/>
                    <a:pt x="111194" y="18628"/>
                  </a:cubicBezTo>
                  <a:cubicBezTo>
                    <a:pt x="104683" y="18628"/>
                    <a:pt x="100816" y="13015"/>
                    <a:pt x="95933" y="8498"/>
                  </a:cubicBezTo>
                  <a:cubicBezTo>
                    <a:pt x="89878" y="2902"/>
                    <a:pt x="81993" y="1"/>
                    <a:pt x="74213" y="1"/>
                  </a:cubicBezTo>
                  <a:close/>
                </a:path>
              </a:pathLst>
            </a:custGeom>
            <a:solidFill>
              <a:srgbClr val="FFD2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2"/>
            <p:cNvSpPr/>
            <p:nvPr/>
          </p:nvSpPr>
          <p:spPr>
            <a:xfrm>
              <a:off x="6928795" y="2145779"/>
              <a:ext cx="375242" cy="58670"/>
            </a:xfrm>
            <a:custGeom>
              <a:avLst/>
              <a:gdLst/>
              <a:ahLst/>
              <a:cxnLst/>
              <a:rect l="l" t="t" r="r" b="b"/>
              <a:pathLst>
                <a:path w="35874" h="5609" extrusionOk="0">
                  <a:moveTo>
                    <a:pt x="2024" y="1"/>
                  </a:moveTo>
                  <a:cubicBezTo>
                    <a:pt x="905" y="1"/>
                    <a:pt x="0" y="918"/>
                    <a:pt x="0" y="2037"/>
                  </a:cubicBezTo>
                  <a:lnTo>
                    <a:pt x="0" y="3585"/>
                  </a:lnTo>
                  <a:cubicBezTo>
                    <a:pt x="0" y="4704"/>
                    <a:pt x="905" y="5609"/>
                    <a:pt x="2024" y="5609"/>
                  </a:cubicBezTo>
                  <a:lnTo>
                    <a:pt x="33838" y="5609"/>
                  </a:lnTo>
                  <a:cubicBezTo>
                    <a:pt x="34957" y="5609"/>
                    <a:pt x="35874" y="4704"/>
                    <a:pt x="35874" y="3585"/>
                  </a:cubicBezTo>
                  <a:lnTo>
                    <a:pt x="35874" y="2037"/>
                  </a:lnTo>
                  <a:cubicBezTo>
                    <a:pt x="35874" y="918"/>
                    <a:pt x="34957" y="1"/>
                    <a:pt x="338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2"/>
            <p:cNvSpPr/>
            <p:nvPr/>
          </p:nvSpPr>
          <p:spPr>
            <a:xfrm>
              <a:off x="6284553" y="2474568"/>
              <a:ext cx="375242" cy="58796"/>
            </a:xfrm>
            <a:custGeom>
              <a:avLst/>
              <a:gdLst/>
              <a:ahLst/>
              <a:cxnLst/>
              <a:rect l="l" t="t" r="r" b="b"/>
              <a:pathLst>
                <a:path w="35874" h="5621" extrusionOk="0">
                  <a:moveTo>
                    <a:pt x="2024" y="0"/>
                  </a:moveTo>
                  <a:cubicBezTo>
                    <a:pt x="917" y="0"/>
                    <a:pt x="0" y="917"/>
                    <a:pt x="0" y="2036"/>
                  </a:cubicBezTo>
                  <a:lnTo>
                    <a:pt x="0" y="3584"/>
                  </a:lnTo>
                  <a:cubicBezTo>
                    <a:pt x="0" y="4703"/>
                    <a:pt x="917" y="5620"/>
                    <a:pt x="2024" y="5620"/>
                  </a:cubicBezTo>
                  <a:lnTo>
                    <a:pt x="33838" y="5620"/>
                  </a:lnTo>
                  <a:cubicBezTo>
                    <a:pt x="34957" y="5620"/>
                    <a:pt x="35874" y="4703"/>
                    <a:pt x="35874" y="3584"/>
                  </a:cubicBezTo>
                  <a:lnTo>
                    <a:pt x="35874" y="2036"/>
                  </a:lnTo>
                  <a:cubicBezTo>
                    <a:pt x="35874" y="917"/>
                    <a:pt x="34957" y="0"/>
                    <a:pt x="338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2"/>
            <p:cNvSpPr/>
            <p:nvPr/>
          </p:nvSpPr>
          <p:spPr>
            <a:xfrm>
              <a:off x="6922375" y="1831387"/>
              <a:ext cx="411141" cy="313267"/>
            </a:xfrm>
            <a:custGeom>
              <a:avLst/>
              <a:gdLst/>
              <a:ahLst/>
              <a:cxnLst/>
              <a:rect l="l" t="t" r="r" b="b"/>
              <a:pathLst>
                <a:path w="39306" h="29949" extrusionOk="0">
                  <a:moveTo>
                    <a:pt x="21206" y="10708"/>
                  </a:moveTo>
                  <a:cubicBezTo>
                    <a:pt x="21479" y="10779"/>
                    <a:pt x="21741" y="10863"/>
                    <a:pt x="22015" y="10958"/>
                  </a:cubicBezTo>
                  <a:cubicBezTo>
                    <a:pt x="22075" y="11303"/>
                    <a:pt x="22110" y="11648"/>
                    <a:pt x="22075" y="11994"/>
                  </a:cubicBezTo>
                  <a:cubicBezTo>
                    <a:pt x="22039" y="12256"/>
                    <a:pt x="21956" y="12518"/>
                    <a:pt x="21860" y="12756"/>
                  </a:cubicBezTo>
                  <a:cubicBezTo>
                    <a:pt x="21372" y="12744"/>
                    <a:pt x="21194" y="12530"/>
                    <a:pt x="21170" y="11922"/>
                  </a:cubicBezTo>
                  <a:cubicBezTo>
                    <a:pt x="21158" y="11648"/>
                    <a:pt x="21170" y="11363"/>
                    <a:pt x="21194" y="11101"/>
                  </a:cubicBezTo>
                  <a:cubicBezTo>
                    <a:pt x="21194" y="10970"/>
                    <a:pt x="21206" y="10839"/>
                    <a:pt x="21206" y="10708"/>
                  </a:cubicBezTo>
                  <a:close/>
                  <a:moveTo>
                    <a:pt x="15955" y="11315"/>
                  </a:moveTo>
                  <a:lnTo>
                    <a:pt x="15955" y="11315"/>
                  </a:lnTo>
                  <a:cubicBezTo>
                    <a:pt x="15872" y="11922"/>
                    <a:pt x="15872" y="12553"/>
                    <a:pt x="16014" y="13256"/>
                  </a:cubicBezTo>
                  <a:cubicBezTo>
                    <a:pt x="16038" y="13375"/>
                    <a:pt x="16086" y="13494"/>
                    <a:pt x="16133" y="13601"/>
                  </a:cubicBezTo>
                  <a:cubicBezTo>
                    <a:pt x="16193" y="13768"/>
                    <a:pt x="16264" y="13946"/>
                    <a:pt x="16217" y="14042"/>
                  </a:cubicBezTo>
                  <a:cubicBezTo>
                    <a:pt x="16205" y="14065"/>
                    <a:pt x="16181" y="14089"/>
                    <a:pt x="16145" y="14113"/>
                  </a:cubicBezTo>
                  <a:cubicBezTo>
                    <a:pt x="16086" y="14018"/>
                    <a:pt x="16014" y="13934"/>
                    <a:pt x="15943" y="13851"/>
                  </a:cubicBezTo>
                  <a:cubicBezTo>
                    <a:pt x="15764" y="13637"/>
                    <a:pt x="15610" y="13434"/>
                    <a:pt x="15502" y="13220"/>
                  </a:cubicBezTo>
                  <a:cubicBezTo>
                    <a:pt x="15312" y="12803"/>
                    <a:pt x="15252" y="12280"/>
                    <a:pt x="15276" y="11779"/>
                  </a:cubicBezTo>
                  <a:cubicBezTo>
                    <a:pt x="15502" y="11601"/>
                    <a:pt x="15729" y="11446"/>
                    <a:pt x="15955" y="11315"/>
                  </a:cubicBezTo>
                  <a:close/>
                  <a:moveTo>
                    <a:pt x="22372" y="11077"/>
                  </a:moveTo>
                  <a:lnTo>
                    <a:pt x="22372" y="11077"/>
                  </a:lnTo>
                  <a:cubicBezTo>
                    <a:pt x="22753" y="11220"/>
                    <a:pt x="23158" y="11375"/>
                    <a:pt x="23563" y="11541"/>
                  </a:cubicBezTo>
                  <a:cubicBezTo>
                    <a:pt x="23515" y="12399"/>
                    <a:pt x="23444" y="13244"/>
                    <a:pt x="23242" y="14006"/>
                  </a:cubicBezTo>
                  <a:cubicBezTo>
                    <a:pt x="23170" y="14268"/>
                    <a:pt x="23087" y="14482"/>
                    <a:pt x="22991" y="14673"/>
                  </a:cubicBezTo>
                  <a:cubicBezTo>
                    <a:pt x="22539" y="14649"/>
                    <a:pt x="22241" y="14542"/>
                    <a:pt x="22099" y="14363"/>
                  </a:cubicBezTo>
                  <a:cubicBezTo>
                    <a:pt x="21932" y="14173"/>
                    <a:pt x="21908" y="13863"/>
                    <a:pt x="22003" y="13446"/>
                  </a:cubicBezTo>
                  <a:cubicBezTo>
                    <a:pt x="22039" y="13268"/>
                    <a:pt x="22099" y="13089"/>
                    <a:pt x="22170" y="12899"/>
                  </a:cubicBezTo>
                  <a:cubicBezTo>
                    <a:pt x="22265" y="12625"/>
                    <a:pt x="22360" y="12351"/>
                    <a:pt x="22408" y="12029"/>
                  </a:cubicBezTo>
                  <a:cubicBezTo>
                    <a:pt x="22444" y="11708"/>
                    <a:pt x="22408" y="11387"/>
                    <a:pt x="22372" y="11077"/>
                  </a:cubicBezTo>
                  <a:close/>
                  <a:moveTo>
                    <a:pt x="19705" y="10422"/>
                  </a:moveTo>
                  <a:cubicBezTo>
                    <a:pt x="20098" y="10458"/>
                    <a:pt x="20479" y="10529"/>
                    <a:pt x="20884" y="10625"/>
                  </a:cubicBezTo>
                  <a:cubicBezTo>
                    <a:pt x="20872" y="10779"/>
                    <a:pt x="20860" y="10922"/>
                    <a:pt x="20860" y="11077"/>
                  </a:cubicBezTo>
                  <a:cubicBezTo>
                    <a:pt x="20836" y="11351"/>
                    <a:pt x="20825" y="11637"/>
                    <a:pt x="20836" y="11934"/>
                  </a:cubicBezTo>
                  <a:cubicBezTo>
                    <a:pt x="20860" y="12446"/>
                    <a:pt x="20991" y="13006"/>
                    <a:pt x="21753" y="13077"/>
                  </a:cubicBezTo>
                  <a:cubicBezTo>
                    <a:pt x="21729" y="13172"/>
                    <a:pt x="21694" y="13268"/>
                    <a:pt x="21670" y="13375"/>
                  </a:cubicBezTo>
                  <a:cubicBezTo>
                    <a:pt x="21563" y="13899"/>
                    <a:pt x="21610" y="14292"/>
                    <a:pt x="21837" y="14566"/>
                  </a:cubicBezTo>
                  <a:cubicBezTo>
                    <a:pt x="22027" y="14804"/>
                    <a:pt x="22337" y="14947"/>
                    <a:pt x="22789" y="14994"/>
                  </a:cubicBezTo>
                  <a:cubicBezTo>
                    <a:pt x="22646" y="15185"/>
                    <a:pt x="22503" y="15351"/>
                    <a:pt x="22337" y="15530"/>
                  </a:cubicBezTo>
                  <a:cubicBezTo>
                    <a:pt x="22134" y="15756"/>
                    <a:pt x="21920" y="15994"/>
                    <a:pt x="21706" y="16304"/>
                  </a:cubicBezTo>
                  <a:cubicBezTo>
                    <a:pt x="21694" y="16328"/>
                    <a:pt x="21682" y="16340"/>
                    <a:pt x="21670" y="16351"/>
                  </a:cubicBezTo>
                  <a:cubicBezTo>
                    <a:pt x="21659" y="16349"/>
                    <a:pt x="21647" y="16347"/>
                    <a:pt x="21635" y="16347"/>
                  </a:cubicBezTo>
                  <a:cubicBezTo>
                    <a:pt x="21595" y="16347"/>
                    <a:pt x="21554" y="16363"/>
                    <a:pt x="21527" y="16399"/>
                  </a:cubicBezTo>
                  <a:cubicBezTo>
                    <a:pt x="21424" y="16511"/>
                    <a:pt x="21290" y="16567"/>
                    <a:pt x="21124" y="16567"/>
                  </a:cubicBezTo>
                  <a:cubicBezTo>
                    <a:pt x="21061" y="16567"/>
                    <a:pt x="20993" y="16558"/>
                    <a:pt x="20920" y="16542"/>
                  </a:cubicBezTo>
                  <a:cubicBezTo>
                    <a:pt x="20348" y="16411"/>
                    <a:pt x="19753" y="15839"/>
                    <a:pt x="19634" y="15458"/>
                  </a:cubicBezTo>
                  <a:cubicBezTo>
                    <a:pt x="19503" y="15030"/>
                    <a:pt x="19586" y="14577"/>
                    <a:pt x="19693" y="14101"/>
                  </a:cubicBezTo>
                  <a:cubicBezTo>
                    <a:pt x="19741" y="13851"/>
                    <a:pt x="19801" y="13589"/>
                    <a:pt x="19813" y="13327"/>
                  </a:cubicBezTo>
                  <a:cubicBezTo>
                    <a:pt x="19872" y="12541"/>
                    <a:pt x="19896" y="11387"/>
                    <a:pt x="19705" y="10422"/>
                  </a:cubicBezTo>
                  <a:close/>
                  <a:moveTo>
                    <a:pt x="14931" y="12041"/>
                  </a:moveTo>
                  <a:cubicBezTo>
                    <a:pt x="14943" y="12530"/>
                    <a:pt x="15026" y="12982"/>
                    <a:pt x="15205" y="13351"/>
                  </a:cubicBezTo>
                  <a:cubicBezTo>
                    <a:pt x="15324" y="13613"/>
                    <a:pt x="15502" y="13839"/>
                    <a:pt x="15681" y="14054"/>
                  </a:cubicBezTo>
                  <a:cubicBezTo>
                    <a:pt x="15752" y="14149"/>
                    <a:pt x="15824" y="14244"/>
                    <a:pt x="15895" y="14327"/>
                  </a:cubicBezTo>
                  <a:cubicBezTo>
                    <a:pt x="15895" y="14351"/>
                    <a:pt x="15895" y="14375"/>
                    <a:pt x="15907" y="14399"/>
                  </a:cubicBezTo>
                  <a:cubicBezTo>
                    <a:pt x="15919" y="14446"/>
                    <a:pt x="15967" y="14482"/>
                    <a:pt x="16014" y="14494"/>
                  </a:cubicBezTo>
                  <a:cubicBezTo>
                    <a:pt x="16086" y="14613"/>
                    <a:pt x="16157" y="14744"/>
                    <a:pt x="16193" y="14887"/>
                  </a:cubicBezTo>
                  <a:cubicBezTo>
                    <a:pt x="16276" y="15197"/>
                    <a:pt x="16229" y="15506"/>
                    <a:pt x="16038" y="15804"/>
                  </a:cubicBezTo>
                  <a:cubicBezTo>
                    <a:pt x="15764" y="16220"/>
                    <a:pt x="15252" y="16554"/>
                    <a:pt x="14717" y="16661"/>
                  </a:cubicBezTo>
                  <a:cubicBezTo>
                    <a:pt x="14574" y="16554"/>
                    <a:pt x="14419" y="16435"/>
                    <a:pt x="14264" y="16292"/>
                  </a:cubicBezTo>
                  <a:cubicBezTo>
                    <a:pt x="13967" y="16006"/>
                    <a:pt x="13550" y="14827"/>
                    <a:pt x="13276" y="13613"/>
                  </a:cubicBezTo>
                  <a:cubicBezTo>
                    <a:pt x="13705" y="13184"/>
                    <a:pt x="14133" y="12756"/>
                    <a:pt x="14574" y="12351"/>
                  </a:cubicBezTo>
                  <a:cubicBezTo>
                    <a:pt x="14693" y="12244"/>
                    <a:pt x="14824" y="12149"/>
                    <a:pt x="14931" y="12041"/>
                  </a:cubicBezTo>
                  <a:close/>
                  <a:moveTo>
                    <a:pt x="23884" y="11684"/>
                  </a:moveTo>
                  <a:cubicBezTo>
                    <a:pt x="24277" y="11839"/>
                    <a:pt x="24682" y="12006"/>
                    <a:pt x="25087" y="12184"/>
                  </a:cubicBezTo>
                  <a:cubicBezTo>
                    <a:pt x="25123" y="12196"/>
                    <a:pt x="25158" y="12208"/>
                    <a:pt x="25206" y="12220"/>
                  </a:cubicBezTo>
                  <a:cubicBezTo>
                    <a:pt x="24837" y="12791"/>
                    <a:pt x="24527" y="13411"/>
                    <a:pt x="24301" y="14065"/>
                  </a:cubicBezTo>
                  <a:cubicBezTo>
                    <a:pt x="23932" y="15161"/>
                    <a:pt x="23515" y="16185"/>
                    <a:pt x="22622" y="16756"/>
                  </a:cubicBezTo>
                  <a:cubicBezTo>
                    <a:pt x="22534" y="16822"/>
                    <a:pt x="22446" y="16889"/>
                    <a:pt x="22339" y="16889"/>
                  </a:cubicBezTo>
                  <a:cubicBezTo>
                    <a:pt x="22330" y="16889"/>
                    <a:pt x="22322" y="16888"/>
                    <a:pt x="22313" y="16887"/>
                  </a:cubicBezTo>
                  <a:cubicBezTo>
                    <a:pt x="22146" y="16887"/>
                    <a:pt x="22015" y="16721"/>
                    <a:pt x="21932" y="16554"/>
                  </a:cubicBezTo>
                  <a:cubicBezTo>
                    <a:pt x="21944" y="16542"/>
                    <a:pt x="21956" y="16518"/>
                    <a:pt x="21979" y="16494"/>
                  </a:cubicBezTo>
                  <a:cubicBezTo>
                    <a:pt x="22182" y="16197"/>
                    <a:pt x="22384" y="15970"/>
                    <a:pt x="22587" y="15756"/>
                  </a:cubicBezTo>
                  <a:cubicBezTo>
                    <a:pt x="22789" y="15518"/>
                    <a:pt x="22991" y="15304"/>
                    <a:pt x="23170" y="15006"/>
                  </a:cubicBezTo>
                  <a:lnTo>
                    <a:pt x="23242" y="15006"/>
                  </a:lnTo>
                  <a:cubicBezTo>
                    <a:pt x="23325" y="15006"/>
                    <a:pt x="23408" y="14935"/>
                    <a:pt x="23396" y="14839"/>
                  </a:cubicBezTo>
                  <a:cubicBezTo>
                    <a:pt x="23396" y="14792"/>
                    <a:pt x="23372" y="14744"/>
                    <a:pt x="23337" y="14708"/>
                  </a:cubicBezTo>
                  <a:cubicBezTo>
                    <a:pt x="23420" y="14530"/>
                    <a:pt x="23503" y="14327"/>
                    <a:pt x="23563" y="14089"/>
                  </a:cubicBezTo>
                  <a:cubicBezTo>
                    <a:pt x="23765" y="13327"/>
                    <a:pt x="23837" y="12506"/>
                    <a:pt x="23884" y="11684"/>
                  </a:cubicBezTo>
                  <a:close/>
                  <a:moveTo>
                    <a:pt x="12990" y="13911"/>
                  </a:moveTo>
                  <a:cubicBezTo>
                    <a:pt x="13276" y="15101"/>
                    <a:pt x="13693" y="16209"/>
                    <a:pt x="14038" y="16542"/>
                  </a:cubicBezTo>
                  <a:cubicBezTo>
                    <a:pt x="14193" y="16673"/>
                    <a:pt x="14336" y="16804"/>
                    <a:pt x="14490" y="16899"/>
                  </a:cubicBezTo>
                  <a:cubicBezTo>
                    <a:pt x="14514" y="16971"/>
                    <a:pt x="14574" y="17006"/>
                    <a:pt x="14645" y="17006"/>
                  </a:cubicBezTo>
                  <a:lnTo>
                    <a:pt x="14657" y="17006"/>
                  </a:lnTo>
                  <a:cubicBezTo>
                    <a:pt x="15002" y="17233"/>
                    <a:pt x="15371" y="17363"/>
                    <a:pt x="15752" y="17459"/>
                  </a:cubicBezTo>
                  <a:cubicBezTo>
                    <a:pt x="15445" y="17717"/>
                    <a:pt x="15170" y="17843"/>
                    <a:pt x="14914" y="17843"/>
                  </a:cubicBezTo>
                  <a:cubicBezTo>
                    <a:pt x="14864" y="17843"/>
                    <a:pt x="14814" y="17838"/>
                    <a:pt x="14764" y="17828"/>
                  </a:cubicBezTo>
                  <a:cubicBezTo>
                    <a:pt x="14109" y="17709"/>
                    <a:pt x="13645" y="16685"/>
                    <a:pt x="13181" y="15685"/>
                  </a:cubicBezTo>
                  <a:cubicBezTo>
                    <a:pt x="12966" y="15220"/>
                    <a:pt x="12764" y="14756"/>
                    <a:pt x="12526" y="14387"/>
                  </a:cubicBezTo>
                  <a:cubicBezTo>
                    <a:pt x="12681" y="14232"/>
                    <a:pt x="12835" y="14065"/>
                    <a:pt x="12990" y="13911"/>
                  </a:cubicBezTo>
                  <a:close/>
                  <a:moveTo>
                    <a:pt x="19128" y="10394"/>
                  </a:moveTo>
                  <a:cubicBezTo>
                    <a:pt x="19206" y="10394"/>
                    <a:pt x="19283" y="10396"/>
                    <a:pt x="19360" y="10398"/>
                  </a:cubicBezTo>
                  <a:cubicBezTo>
                    <a:pt x="19586" y="11446"/>
                    <a:pt x="19527" y="12780"/>
                    <a:pt x="19479" y="13303"/>
                  </a:cubicBezTo>
                  <a:cubicBezTo>
                    <a:pt x="19467" y="13542"/>
                    <a:pt x="19420" y="13780"/>
                    <a:pt x="19360" y="14030"/>
                  </a:cubicBezTo>
                  <a:cubicBezTo>
                    <a:pt x="19265" y="14530"/>
                    <a:pt x="19158" y="15054"/>
                    <a:pt x="19312" y="15566"/>
                  </a:cubicBezTo>
                  <a:cubicBezTo>
                    <a:pt x="19479" y="16101"/>
                    <a:pt x="20205" y="16721"/>
                    <a:pt x="20836" y="16863"/>
                  </a:cubicBezTo>
                  <a:cubicBezTo>
                    <a:pt x="20944" y="16887"/>
                    <a:pt x="21039" y="16899"/>
                    <a:pt x="21122" y="16899"/>
                  </a:cubicBezTo>
                  <a:cubicBezTo>
                    <a:pt x="21206" y="16899"/>
                    <a:pt x="21289" y="16887"/>
                    <a:pt x="21360" y="16863"/>
                  </a:cubicBezTo>
                  <a:lnTo>
                    <a:pt x="21360" y="16863"/>
                  </a:lnTo>
                  <a:cubicBezTo>
                    <a:pt x="21039" y="17471"/>
                    <a:pt x="20920" y="17959"/>
                    <a:pt x="20884" y="18459"/>
                  </a:cubicBezTo>
                  <a:cubicBezTo>
                    <a:pt x="20836" y="18483"/>
                    <a:pt x="20801" y="18530"/>
                    <a:pt x="20789" y="18590"/>
                  </a:cubicBezTo>
                  <a:cubicBezTo>
                    <a:pt x="20455" y="17792"/>
                    <a:pt x="19765" y="17435"/>
                    <a:pt x="17967" y="17328"/>
                  </a:cubicBezTo>
                  <a:cubicBezTo>
                    <a:pt x="17812" y="17328"/>
                    <a:pt x="17657" y="17316"/>
                    <a:pt x="17515" y="17316"/>
                  </a:cubicBezTo>
                  <a:cubicBezTo>
                    <a:pt x="16645" y="17268"/>
                    <a:pt x="15860" y="17233"/>
                    <a:pt x="15133" y="16887"/>
                  </a:cubicBezTo>
                  <a:cubicBezTo>
                    <a:pt x="15622" y="16709"/>
                    <a:pt x="16062" y="16387"/>
                    <a:pt x="16312" y="15994"/>
                  </a:cubicBezTo>
                  <a:cubicBezTo>
                    <a:pt x="16562" y="15613"/>
                    <a:pt x="16634" y="15208"/>
                    <a:pt x="16514" y="14804"/>
                  </a:cubicBezTo>
                  <a:cubicBezTo>
                    <a:pt x="16479" y="14649"/>
                    <a:pt x="16407" y="14518"/>
                    <a:pt x="16336" y="14387"/>
                  </a:cubicBezTo>
                  <a:cubicBezTo>
                    <a:pt x="16419" y="14327"/>
                    <a:pt x="16491" y="14256"/>
                    <a:pt x="16526" y="14173"/>
                  </a:cubicBezTo>
                  <a:cubicBezTo>
                    <a:pt x="16622" y="13946"/>
                    <a:pt x="16526" y="13708"/>
                    <a:pt x="16443" y="13482"/>
                  </a:cubicBezTo>
                  <a:cubicBezTo>
                    <a:pt x="16395" y="13375"/>
                    <a:pt x="16360" y="13280"/>
                    <a:pt x="16336" y="13184"/>
                  </a:cubicBezTo>
                  <a:cubicBezTo>
                    <a:pt x="16181" y="12422"/>
                    <a:pt x="16193" y="11768"/>
                    <a:pt x="16324" y="11101"/>
                  </a:cubicBezTo>
                  <a:cubicBezTo>
                    <a:pt x="17280" y="10595"/>
                    <a:pt x="18205" y="10394"/>
                    <a:pt x="19128" y="10394"/>
                  </a:cubicBezTo>
                  <a:close/>
                  <a:moveTo>
                    <a:pt x="28625" y="0"/>
                  </a:moveTo>
                  <a:cubicBezTo>
                    <a:pt x="26989" y="0"/>
                    <a:pt x="24343" y="3868"/>
                    <a:pt x="22777" y="3868"/>
                  </a:cubicBezTo>
                  <a:cubicBezTo>
                    <a:pt x="22716" y="3868"/>
                    <a:pt x="22656" y="3862"/>
                    <a:pt x="22599" y="3850"/>
                  </a:cubicBezTo>
                  <a:cubicBezTo>
                    <a:pt x="20769" y="3475"/>
                    <a:pt x="19994" y="1181"/>
                    <a:pt x="18312" y="1181"/>
                  </a:cubicBezTo>
                  <a:cubicBezTo>
                    <a:pt x="17805" y="1181"/>
                    <a:pt x="17216" y="1389"/>
                    <a:pt x="16491" y="1921"/>
                  </a:cubicBezTo>
                  <a:cubicBezTo>
                    <a:pt x="14348" y="3493"/>
                    <a:pt x="16062" y="5767"/>
                    <a:pt x="14812" y="7398"/>
                  </a:cubicBezTo>
                  <a:cubicBezTo>
                    <a:pt x="14424" y="7911"/>
                    <a:pt x="13850" y="8108"/>
                    <a:pt x="13161" y="8108"/>
                  </a:cubicBezTo>
                  <a:cubicBezTo>
                    <a:pt x="10919" y="8108"/>
                    <a:pt x="7468" y="6025"/>
                    <a:pt x="5323" y="6025"/>
                  </a:cubicBezTo>
                  <a:cubicBezTo>
                    <a:pt x="5134" y="6025"/>
                    <a:pt x="4954" y="6041"/>
                    <a:pt x="4787" y="6076"/>
                  </a:cubicBezTo>
                  <a:cubicBezTo>
                    <a:pt x="167" y="7077"/>
                    <a:pt x="1" y="13518"/>
                    <a:pt x="2929" y="16244"/>
                  </a:cubicBezTo>
                  <a:cubicBezTo>
                    <a:pt x="4333" y="17550"/>
                    <a:pt x="5585" y="18069"/>
                    <a:pt x="6739" y="18069"/>
                  </a:cubicBezTo>
                  <a:cubicBezTo>
                    <a:pt x="8795" y="18069"/>
                    <a:pt x="10541" y="16421"/>
                    <a:pt x="12288" y="14637"/>
                  </a:cubicBezTo>
                  <a:cubicBezTo>
                    <a:pt x="12490" y="14982"/>
                    <a:pt x="12693" y="15411"/>
                    <a:pt x="12883" y="15828"/>
                  </a:cubicBezTo>
                  <a:cubicBezTo>
                    <a:pt x="13371" y="16899"/>
                    <a:pt x="13883" y="18006"/>
                    <a:pt x="14705" y="18161"/>
                  </a:cubicBezTo>
                  <a:cubicBezTo>
                    <a:pt x="14776" y="18173"/>
                    <a:pt x="14836" y="18185"/>
                    <a:pt x="14907" y="18185"/>
                  </a:cubicBezTo>
                  <a:cubicBezTo>
                    <a:pt x="15300" y="18185"/>
                    <a:pt x="15705" y="17971"/>
                    <a:pt x="16157" y="17530"/>
                  </a:cubicBezTo>
                  <a:cubicBezTo>
                    <a:pt x="16598" y="17602"/>
                    <a:pt x="17038" y="17625"/>
                    <a:pt x="17491" y="17649"/>
                  </a:cubicBezTo>
                  <a:cubicBezTo>
                    <a:pt x="17646" y="17649"/>
                    <a:pt x="17788" y="17661"/>
                    <a:pt x="17943" y="17661"/>
                  </a:cubicBezTo>
                  <a:cubicBezTo>
                    <a:pt x="20360" y="17804"/>
                    <a:pt x="20539" y="18268"/>
                    <a:pt x="20777" y="20138"/>
                  </a:cubicBezTo>
                  <a:cubicBezTo>
                    <a:pt x="20920" y="21269"/>
                    <a:pt x="20777" y="22507"/>
                    <a:pt x="20777" y="23638"/>
                  </a:cubicBezTo>
                  <a:cubicBezTo>
                    <a:pt x="20777" y="25614"/>
                    <a:pt x="20777" y="27603"/>
                    <a:pt x="20777" y="29591"/>
                  </a:cubicBezTo>
                  <a:cubicBezTo>
                    <a:pt x="20777" y="29746"/>
                    <a:pt x="20813" y="29936"/>
                    <a:pt x="20967" y="29948"/>
                  </a:cubicBezTo>
                  <a:cubicBezTo>
                    <a:pt x="20972" y="29949"/>
                    <a:pt x="20976" y="29949"/>
                    <a:pt x="20980" y="29949"/>
                  </a:cubicBezTo>
                  <a:cubicBezTo>
                    <a:pt x="21125" y="29949"/>
                    <a:pt x="21182" y="29742"/>
                    <a:pt x="21182" y="29579"/>
                  </a:cubicBezTo>
                  <a:cubicBezTo>
                    <a:pt x="21194" y="27305"/>
                    <a:pt x="21194" y="25031"/>
                    <a:pt x="21206" y="22757"/>
                  </a:cubicBezTo>
                  <a:cubicBezTo>
                    <a:pt x="21217" y="21626"/>
                    <a:pt x="21229" y="20483"/>
                    <a:pt x="21217" y="19352"/>
                  </a:cubicBezTo>
                  <a:cubicBezTo>
                    <a:pt x="21217" y="18447"/>
                    <a:pt x="21265" y="17685"/>
                    <a:pt x="21741" y="16875"/>
                  </a:cubicBezTo>
                  <a:cubicBezTo>
                    <a:pt x="21872" y="17066"/>
                    <a:pt x="22063" y="17221"/>
                    <a:pt x="22313" y="17221"/>
                  </a:cubicBezTo>
                  <a:cubicBezTo>
                    <a:pt x="22503" y="17221"/>
                    <a:pt x="22670" y="17125"/>
                    <a:pt x="22813" y="17042"/>
                  </a:cubicBezTo>
                  <a:cubicBezTo>
                    <a:pt x="23789" y="16411"/>
                    <a:pt x="24218" y="15328"/>
                    <a:pt x="24623" y="14173"/>
                  </a:cubicBezTo>
                  <a:cubicBezTo>
                    <a:pt x="24849" y="13518"/>
                    <a:pt x="25158" y="12899"/>
                    <a:pt x="25528" y="12339"/>
                  </a:cubicBezTo>
                  <a:cubicBezTo>
                    <a:pt x="26598" y="12728"/>
                    <a:pt x="27690" y="12917"/>
                    <a:pt x="28762" y="12917"/>
                  </a:cubicBezTo>
                  <a:cubicBezTo>
                    <a:pt x="31568" y="12917"/>
                    <a:pt x="34241" y="11623"/>
                    <a:pt x="36041" y="9220"/>
                  </a:cubicBezTo>
                  <a:cubicBezTo>
                    <a:pt x="39305" y="4853"/>
                    <a:pt x="35860" y="939"/>
                    <a:pt x="31523" y="939"/>
                  </a:cubicBezTo>
                  <a:cubicBezTo>
                    <a:pt x="30941" y="939"/>
                    <a:pt x="30342" y="1010"/>
                    <a:pt x="29742" y="1159"/>
                  </a:cubicBezTo>
                  <a:cubicBezTo>
                    <a:pt x="29488" y="324"/>
                    <a:pt x="29099" y="0"/>
                    <a:pt x="28625" y="0"/>
                  </a:cubicBezTo>
                  <a:close/>
                </a:path>
              </a:pathLst>
            </a:custGeom>
            <a:solidFill>
              <a:srgbClr val="053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 name="Google Shape;368;p32"/>
            <p:cNvSpPr/>
            <p:nvPr/>
          </p:nvSpPr>
          <p:spPr>
            <a:xfrm>
              <a:off x="6572580" y="1342106"/>
              <a:ext cx="551755" cy="384991"/>
            </a:xfrm>
            <a:custGeom>
              <a:avLst/>
              <a:gdLst/>
              <a:ahLst/>
              <a:cxnLst/>
              <a:rect l="l" t="t" r="r" b="b"/>
              <a:pathLst>
                <a:path w="52749" h="36806" extrusionOk="0">
                  <a:moveTo>
                    <a:pt x="24280" y="13159"/>
                  </a:moveTo>
                  <a:cubicBezTo>
                    <a:pt x="24292" y="13326"/>
                    <a:pt x="24304" y="13481"/>
                    <a:pt x="24304" y="13636"/>
                  </a:cubicBezTo>
                  <a:cubicBezTo>
                    <a:pt x="24328" y="13969"/>
                    <a:pt x="24352" y="14302"/>
                    <a:pt x="24340" y="14648"/>
                  </a:cubicBezTo>
                  <a:cubicBezTo>
                    <a:pt x="24304" y="15398"/>
                    <a:pt x="24066" y="15660"/>
                    <a:pt x="23399" y="15672"/>
                  </a:cubicBezTo>
                  <a:cubicBezTo>
                    <a:pt x="23280" y="15374"/>
                    <a:pt x="23173" y="15064"/>
                    <a:pt x="23125" y="14731"/>
                  </a:cubicBezTo>
                  <a:cubicBezTo>
                    <a:pt x="23078" y="14314"/>
                    <a:pt x="23125" y="13886"/>
                    <a:pt x="23209" y="13457"/>
                  </a:cubicBezTo>
                  <a:cubicBezTo>
                    <a:pt x="23566" y="13350"/>
                    <a:pt x="23923" y="13243"/>
                    <a:pt x="24280" y="13159"/>
                  </a:cubicBezTo>
                  <a:close/>
                  <a:moveTo>
                    <a:pt x="31329" y="13898"/>
                  </a:moveTo>
                  <a:lnTo>
                    <a:pt x="31329" y="13898"/>
                  </a:lnTo>
                  <a:cubicBezTo>
                    <a:pt x="31638" y="14064"/>
                    <a:pt x="31936" y="14255"/>
                    <a:pt x="32246" y="14469"/>
                  </a:cubicBezTo>
                  <a:cubicBezTo>
                    <a:pt x="32281" y="15088"/>
                    <a:pt x="32198" y="15731"/>
                    <a:pt x="31936" y="16243"/>
                  </a:cubicBezTo>
                  <a:cubicBezTo>
                    <a:pt x="31805" y="16517"/>
                    <a:pt x="31579" y="16755"/>
                    <a:pt x="31353" y="17017"/>
                  </a:cubicBezTo>
                  <a:cubicBezTo>
                    <a:pt x="31257" y="17124"/>
                    <a:pt x="31162" y="17231"/>
                    <a:pt x="31067" y="17339"/>
                  </a:cubicBezTo>
                  <a:cubicBezTo>
                    <a:pt x="31031" y="17315"/>
                    <a:pt x="30995" y="17279"/>
                    <a:pt x="30984" y="17243"/>
                  </a:cubicBezTo>
                  <a:cubicBezTo>
                    <a:pt x="30924" y="17124"/>
                    <a:pt x="31007" y="16922"/>
                    <a:pt x="31103" y="16719"/>
                  </a:cubicBezTo>
                  <a:cubicBezTo>
                    <a:pt x="31162" y="16577"/>
                    <a:pt x="31222" y="16434"/>
                    <a:pt x="31257" y="16279"/>
                  </a:cubicBezTo>
                  <a:cubicBezTo>
                    <a:pt x="31448" y="15422"/>
                    <a:pt x="31448" y="14648"/>
                    <a:pt x="31329" y="13898"/>
                  </a:cubicBezTo>
                  <a:close/>
                  <a:moveTo>
                    <a:pt x="22733" y="13612"/>
                  </a:moveTo>
                  <a:lnTo>
                    <a:pt x="22733" y="13612"/>
                  </a:lnTo>
                  <a:cubicBezTo>
                    <a:pt x="22673" y="13993"/>
                    <a:pt x="22637" y="14386"/>
                    <a:pt x="22685" y="14779"/>
                  </a:cubicBezTo>
                  <a:cubicBezTo>
                    <a:pt x="22733" y="15172"/>
                    <a:pt x="22864" y="15517"/>
                    <a:pt x="22994" y="15850"/>
                  </a:cubicBezTo>
                  <a:cubicBezTo>
                    <a:pt x="23090" y="16076"/>
                    <a:pt x="23173" y="16303"/>
                    <a:pt x="23221" y="16517"/>
                  </a:cubicBezTo>
                  <a:cubicBezTo>
                    <a:pt x="23352" y="17041"/>
                    <a:pt x="23304" y="17410"/>
                    <a:pt x="23102" y="17636"/>
                  </a:cubicBezTo>
                  <a:cubicBezTo>
                    <a:pt x="22899" y="17874"/>
                    <a:pt x="22506" y="17993"/>
                    <a:pt x="21899" y="18029"/>
                  </a:cubicBezTo>
                  <a:cubicBezTo>
                    <a:pt x="21768" y="17791"/>
                    <a:pt x="21649" y="17529"/>
                    <a:pt x="21554" y="17208"/>
                  </a:cubicBezTo>
                  <a:cubicBezTo>
                    <a:pt x="21280" y="16267"/>
                    <a:pt x="21185" y="15231"/>
                    <a:pt x="21137" y="14183"/>
                  </a:cubicBezTo>
                  <a:cubicBezTo>
                    <a:pt x="21673" y="13981"/>
                    <a:pt x="22209" y="13790"/>
                    <a:pt x="22733" y="13612"/>
                  </a:cubicBezTo>
                  <a:close/>
                  <a:moveTo>
                    <a:pt x="26304" y="12802"/>
                  </a:moveTo>
                  <a:lnTo>
                    <a:pt x="26304" y="12802"/>
                  </a:lnTo>
                  <a:cubicBezTo>
                    <a:pt x="26042" y="13993"/>
                    <a:pt x="26078" y="15410"/>
                    <a:pt x="26150" y="16374"/>
                  </a:cubicBezTo>
                  <a:cubicBezTo>
                    <a:pt x="26173" y="16696"/>
                    <a:pt x="26245" y="17017"/>
                    <a:pt x="26316" y="17327"/>
                  </a:cubicBezTo>
                  <a:cubicBezTo>
                    <a:pt x="26459" y="17910"/>
                    <a:pt x="26578" y="18470"/>
                    <a:pt x="26400" y="18994"/>
                  </a:cubicBezTo>
                  <a:cubicBezTo>
                    <a:pt x="26245" y="19470"/>
                    <a:pt x="25435" y="20160"/>
                    <a:pt x="24685" y="20315"/>
                  </a:cubicBezTo>
                  <a:cubicBezTo>
                    <a:pt x="24580" y="20340"/>
                    <a:pt x="24481" y="20352"/>
                    <a:pt x="24390" y="20352"/>
                  </a:cubicBezTo>
                  <a:cubicBezTo>
                    <a:pt x="24172" y="20352"/>
                    <a:pt x="23994" y="20283"/>
                    <a:pt x="23852" y="20148"/>
                  </a:cubicBezTo>
                  <a:cubicBezTo>
                    <a:pt x="23812" y="20109"/>
                    <a:pt x="23756" y="20086"/>
                    <a:pt x="23698" y="20086"/>
                  </a:cubicBezTo>
                  <a:cubicBezTo>
                    <a:pt x="23686" y="20086"/>
                    <a:pt x="23673" y="20087"/>
                    <a:pt x="23661" y="20089"/>
                  </a:cubicBezTo>
                  <a:cubicBezTo>
                    <a:pt x="23649" y="20065"/>
                    <a:pt x="23637" y="20053"/>
                    <a:pt x="23626" y="20041"/>
                  </a:cubicBezTo>
                  <a:cubicBezTo>
                    <a:pt x="23340" y="19648"/>
                    <a:pt x="23054" y="19363"/>
                    <a:pt x="22768" y="19077"/>
                  </a:cubicBezTo>
                  <a:cubicBezTo>
                    <a:pt x="22554" y="18863"/>
                    <a:pt x="22352" y="18660"/>
                    <a:pt x="22161" y="18422"/>
                  </a:cubicBezTo>
                  <a:cubicBezTo>
                    <a:pt x="22768" y="18362"/>
                    <a:pt x="23185" y="18196"/>
                    <a:pt x="23447" y="17898"/>
                  </a:cubicBezTo>
                  <a:cubicBezTo>
                    <a:pt x="23745" y="17565"/>
                    <a:pt x="23816" y="17077"/>
                    <a:pt x="23661" y="16434"/>
                  </a:cubicBezTo>
                  <a:cubicBezTo>
                    <a:pt x="23626" y="16303"/>
                    <a:pt x="23590" y="16184"/>
                    <a:pt x="23554" y="16065"/>
                  </a:cubicBezTo>
                  <a:cubicBezTo>
                    <a:pt x="24578" y="15981"/>
                    <a:pt x="24757" y="15291"/>
                    <a:pt x="24780" y="14660"/>
                  </a:cubicBezTo>
                  <a:cubicBezTo>
                    <a:pt x="24804" y="14302"/>
                    <a:pt x="24780" y="13957"/>
                    <a:pt x="24757" y="13612"/>
                  </a:cubicBezTo>
                  <a:cubicBezTo>
                    <a:pt x="24745" y="13421"/>
                    <a:pt x="24733" y="13243"/>
                    <a:pt x="24733" y="13052"/>
                  </a:cubicBezTo>
                  <a:cubicBezTo>
                    <a:pt x="25257" y="12933"/>
                    <a:pt x="25781" y="12850"/>
                    <a:pt x="26304" y="12802"/>
                  </a:cubicBezTo>
                  <a:close/>
                  <a:moveTo>
                    <a:pt x="32698" y="14803"/>
                  </a:moveTo>
                  <a:cubicBezTo>
                    <a:pt x="32865" y="14922"/>
                    <a:pt x="33020" y="15053"/>
                    <a:pt x="33186" y="15184"/>
                  </a:cubicBezTo>
                  <a:cubicBezTo>
                    <a:pt x="33770" y="15672"/>
                    <a:pt x="34353" y="16196"/>
                    <a:pt x="34925" y="16731"/>
                  </a:cubicBezTo>
                  <a:cubicBezTo>
                    <a:pt x="34567" y="18220"/>
                    <a:pt x="34008" y="19672"/>
                    <a:pt x="33603" y="20017"/>
                  </a:cubicBezTo>
                  <a:cubicBezTo>
                    <a:pt x="33401" y="20196"/>
                    <a:pt x="33198" y="20339"/>
                    <a:pt x="32984" y="20470"/>
                  </a:cubicBezTo>
                  <a:cubicBezTo>
                    <a:pt x="32281" y="20339"/>
                    <a:pt x="31591" y="19922"/>
                    <a:pt x="31222" y="19422"/>
                  </a:cubicBezTo>
                  <a:cubicBezTo>
                    <a:pt x="30972" y="19053"/>
                    <a:pt x="30900" y="18684"/>
                    <a:pt x="31007" y="18291"/>
                  </a:cubicBezTo>
                  <a:cubicBezTo>
                    <a:pt x="31067" y="18124"/>
                    <a:pt x="31150" y="17958"/>
                    <a:pt x="31257" y="17803"/>
                  </a:cubicBezTo>
                  <a:cubicBezTo>
                    <a:pt x="31317" y="17791"/>
                    <a:pt x="31376" y="17755"/>
                    <a:pt x="31400" y="17696"/>
                  </a:cubicBezTo>
                  <a:cubicBezTo>
                    <a:pt x="31412" y="17660"/>
                    <a:pt x="31412" y="17636"/>
                    <a:pt x="31412" y="17600"/>
                  </a:cubicBezTo>
                  <a:cubicBezTo>
                    <a:pt x="31507" y="17493"/>
                    <a:pt x="31603" y="17386"/>
                    <a:pt x="31698" y="17279"/>
                  </a:cubicBezTo>
                  <a:cubicBezTo>
                    <a:pt x="31936" y="17005"/>
                    <a:pt x="32186" y="16731"/>
                    <a:pt x="32353" y="16410"/>
                  </a:cubicBezTo>
                  <a:cubicBezTo>
                    <a:pt x="32579" y="15957"/>
                    <a:pt x="32686" y="15386"/>
                    <a:pt x="32698" y="14803"/>
                  </a:cubicBezTo>
                  <a:close/>
                  <a:moveTo>
                    <a:pt x="20697" y="14350"/>
                  </a:moveTo>
                  <a:cubicBezTo>
                    <a:pt x="20744" y="15362"/>
                    <a:pt x="20851" y="16386"/>
                    <a:pt x="21125" y="17315"/>
                  </a:cubicBezTo>
                  <a:cubicBezTo>
                    <a:pt x="21209" y="17612"/>
                    <a:pt x="21316" y="17862"/>
                    <a:pt x="21435" y="18077"/>
                  </a:cubicBezTo>
                  <a:cubicBezTo>
                    <a:pt x="21375" y="18112"/>
                    <a:pt x="21340" y="18172"/>
                    <a:pt x="21340" y="18232"/>
                  </a:cubicBezTo>
                  <a:cubicBezTo>
                    <a:pt x="21340" y="18351"/>
                    <a:pt x="21435" y="18446"/>
                    <a:pt x="21566" y="18446"/>
                  </a:cubicBezTo>
                  <a:lnTo>
                    <a:pt x="21649" y="18446"/>
                  </a:lnTo>
                  <a:cubicBezTo>
                    <a:pt x="21887" y="18791"/>
                    <a:pt x="22161" y="19077"/>
                    <a:pt x="22447" y="19363"/>
                  </a:cubicBezTo>
                  <a:cubicBezTo>
                    <a:pt x="22709" y="19625"/>
                    <a:pt x="22983" y="19898"/>
                    <a:pt x="23256" y="20267"/>
                  </a:cubicBezTo>
                  <a:cubicBezTo>
                    <a:pt x="23280" y="20291"/>
                    <a:pt x="23292" y="20315"/>
                    <a:pt x="23316" y="20351"/>
                  </a:cubicBezTo>
                  <a:cubicBezTo>
                    <a:pt x="23197" y="20553"/>
                    <a:pt x="23030" y="20744"/>
                    <a:pt x="22804" y="20744"/>
                  </a:cubicBezTo>
                  <a:cubicBezTo>
                    <a:pt x="22794" y="20744"/>
                    <a:pt x="22784" y="20745"/>
                    <a:pt x="22774" y="20745"/>
                  </a:cubicBezTo>
                  <a:cubicBezTo>
                    <a:pt x="22631" y="20745"/>
                    <a:pt x="22499" y="20667"/>
                    <a:pt x="22387" y="20589"/>
                  </a:cubicBezTo>
                  <a:cubicBezTo>
                    <a:pt x="21185" y="19886"/>
                    <a:pt x="20637" y="18624"/>
                    <a:pt x="20125" y="17279"/>
                  </a:cubicBezTo>
                  <a:cubicBezTo>
                    <a:pt x="19827" y="16469"/>
                    <a:pt x="19411" y="15707"/>
                    <a:pt x="18923" y="15017"/>
                  </a:cubicBezTo>
                  <a:cubicBezTo>
                    <a:pt x="18982" y="15005"/>
                    <a:pt x="19030" y="14981"/>
                    <a:pt x="19077" y="14969"/>
                  </a:cubicBezTo>
                  <a:cubicBezTo>
                    <a:pt x="19637" y="14755"/>
                    <a:pt x="20173" y="14552"/>
                    <a:pt x="20697" y="14350"/>
                  </a:cubicBezTo>
                  <a:close/>
                  <a:moveTo>
                    <a:pt x="35306" y="17089"/>
                  </a:moveTo>
                  <a:cubicBezTo>
                    <a:pt x="35520" y="17291"/>
                    <a:pt x="35722" y="17481"/>
                    <a:pt x="35937" y="17672"/>
                  </a:cubicBezTo>
                  <a:cubicBezTo>
                    <a:pt x="35627" y="18136"/>
                    <a:pt x="35341" y="18696"/>
                    <a:pt x="35056" y="19279"/>
                  </a:cubicBezTo>
                  <a:cubicBezTo>
                    <a:pt x="34436" y="20494"/>
                    <a:pt x="33805" y="21768"/>
                    <a:pt x="32924" y="21911"/>
                  </a:cubicBezTo>
                  <a:cubicBezTo>
                    <a:pt x="32862" y="21922"/>
                    <a:pt x="32799" y="21927"/>
                    <a:pt x="32735" y="21927"/>
                  </a:cubicBezTo>
                  <a:cubicBezTo>
                    <a:pt x="32395" y="21927"/>
                    <a:pt x="32026" y="21767"/>
                    <a:pt x="31615" y="21446"/>
                  </a:cubicBezTo>
                  <a:cubicBezTo>
                    <a:pt x="32115" y="21339"/>
                    <a:pt x="32603" y="21172"/>
                    <a:pt x="33079" y="20899"/>
                  </a:cubicBezTo>
                  <a:lnTo>
                    <a:pt x="33091" y="20899"/>
                  </a:lnTo>
                  <a:cubicBezTo>
                    <a:pt x="33186" y="20899"/>
                    <a:pt x="33270" y="20851"/>
                    <a:pt x="33305" y="20768"/>
                  </a:cubicBezTo>
                  <a:cubicBezTo>
                    <a:pt x="33508" y="20637"/>
                    <a:pt x="33710" y="20494"/>
                    <a:pt x="33913" y="20315"/>
                  </a:cubicBezTo>
                  <a:cubicBezTo>
                    <a:pt x="34365" y="19922"/>
                    <a:pt x="34936" y="18553"/>
                    <a:pt x="35306" y="17089"/>
                  </a:cubicBezTo>
                  <a:close/>
                  <a:moveTo>
                    <a:pt x="27098" y="12773"/>
                  </a:moveTo>
                  <a:cubicBezTo>
                    <a:pt x="28332" y="12773"/>
                    <a:pt x="29561" y="13023"/>
                    <a:pt x="30841" y="13636"/>
                  </a:cubicBezTo>
                  <a:cubicBezTo>
                    <a:pt x="31007" y="14457"/>
                    <a:pt x="31031" y="15267"/>
                    <a:pt x="30817" y="16196"/>
                  </a:cubicBezTo>
                  <a:cubicBezTo>
                    <a:pt x="30793" y="16315"/>
                    <a:pt x="30734" y="16446"/>
                    <a:pt x="30686" y="16565"/>
                  </a:cubicBezTo>
                  <a:cubicBezTo>
                    <a:pt x="30567" y="16850"/>
                    <a:pt x="30436" y="17136"/>
                    <a:pt x="30567" y="17410"/>
                  </a:cubicBezTo>
                  <a:cubicBezTo>
                    <a:pt x="30626" y="17517"/>
                    <a:pt x="30710" y="17600"/>
                    <a:pt x="30829" y="17684"/>
                  </a:cubicBezTo>
                  <a:cubicBezTo>
                    <a:pt x="30722" y="17839"/>
                    <a:pt x="30638" y="18005"/>
                    <a:pt x="30579" y="18184"/>
                  </a:cubicBezTo>
                  <a:cubicBezTo>
                    <a:pt x="30436" y="18684"/>
                    <a:pt x="30531" y="19184"/>
                    <a:pt x="30853" y="19648"/>
                  </a:cubicBezTo>
                  <a:cubicBezTo>
                    <a:pt x="31198" y="20137"/>
                    <a:pt x="31781" y="20541"/>
                    <a:pt x="32436" y="20756"/>
                  </a:cubicBezTo>
                  <a:cubicBezTo>
                    <a:pt x="31472" y="21172"/>
                    <a:pt x="30412" y="21220"/>
                    <a:pt x="29245" y="21268"/>
                  </a:cubicBezTo>
                  <a:cubicBezTo>
                    <a:pt x="29043" y="21280"/>
                    <a:pt x="28840" y="21291"/>
                    <a:pt x="28638" y="21303"/>
                  </a:cubicBezTo>
                  <a:cubicBezTo>
                    <a:pt x="26233" y="21422"/>
                    <a:pt x="25304" y="21863"/>
                    <a:pt x="24852" y="22839"/>
                  </a:cubicBezTo>
                  <a:cubicBezTo>
                    <a:pt x="24840" y="22768"/>
                    <a:pt x="24780" y="22708"/>
                    <a:pt x="24709" y="22673"/>
                  </a:cubicBezTo>
                  <a:cubicBezTo>
                    <a:pt x="24673" y="22053"/>
                    <a:pt x="24518" y="21458"/>
                    <a:pt x="24078" y="20720"/>
                  </a:cubicBezTo>
                  <a:lnTo>
                    <a:pt x="24078" y="20720"/>
                  </a:lnTo>
                  <a:cubicBezTo>
                    <a:pt x="24185" y="20744"/>
                    <a:pt x="24280" y="20768"/>
                    <a:pt x="24399" y="20768"/>
                  </a:cubicBezTo>
                  <a:cubicBezTo>
                    <a:pt x="24518" y="20768"/>
                    <a:pt x="24649" y="20744"/>
                    <a:pt x="24780" y="20720"/>
                  </a:cubicBezTo>
                  <a:cubicBezTo>
                    <a:pt x="25626" y="20541"/>
                    <a:pt x="26602" y="19779"/>
                    <a:pt x="26828" y="19124"/>
                  </a:cubicBezTo>
                  <a:cubicBezTo>
                    <a:pt x="27043" y="18493"/>
                    <a:pt x="26900" y="17851"/>
                    <a:pt x="26757" y="17243"/>
                  </a:cubicBezTo>
                  <a:cubicBezTo>
                    <a:pt x="26685" y="16934"/>
                    <a:pt x="26626" y="16636"/>
                    <a:pt x="26602" y="16338"/>
                  </a:cubicBezTo>
                  <a:cubicBezTo>
                    <a:pt x="26554" y="15707"/>
                    <a:pt x="26471" y="14064"/>
                    <a:pt x="26769" y="12778"/>
                  </a:cubicBezTo>
                  <a:cubicBezTo>
                    <a:pt x="26879" y="12775"/>
                    <a:pt x="26988" y="12773"/>
                    <a:pt x="27098" y="12773"/>
                  </a:cubicBezTo>
                  <a:close/>
                  <a:moveTo>
                    <a:pt x="14342" y="0"/>
                  </a:moveTo>
                  <a:cubicBezTo>
                    <a:pt x="13705" y="0"/>
                    <a:pt x="13181" y="400"/>
                    <a:pt x="12838" y="1432"/>
                  </a:cubicBezTo>
                  <a:cubicBezTo>
                    <a:pt x="12028" y="1246"/>
                    <a:pt x="11219" y="1158"/>
                    <a:pt x="10433" y="1158"/>
                  </a:cubicBezTo>
                  <a:cubicBezTo>
                    <a:pt x="4616" y="1158"/>
                    <a:pt x="1" y="5956"/>
                    <a:pt x="4385" y="11326"/>
                  </a:cubicBezTo>
                  <a:cubicBezTo>
                    <a:pt x="6791" y="14284"/>
                    <a:pt x="10385" y="15874"/>
                    <a:pt x="14161" y="15874"/>
                  </a:cubicBezTo>
                  <a:cubicBezTo>
                    <a:pt x="15597" y="15874"/>
                    <a:pt x="17060" y="15644"/>
                    <a:pt x="18494" y="15172"/>
                  </a:cubicBezTo>
                  <a:cubicBezTo>
                    <a:pt x="18994" y="15850"/>
                    <a:pt x="19399" y="16600"/>
                    <a:pt x="19708" y="17410"/>
                  </a:cubicBezTo>
                  <a:cubicBezTo>
                    <a:pt x="20244" y="18827"/>
                    <a:pt x="20828" y="20160"/>
                    <a:pt x="22137" y="20934"/>
                  </a:cubicBezTo>
                  <a:cubicBezTo>
                    <a:pt x="22316" y="21041"/>
                    <a:pt x="22542" y="21160"/>
                    <a:pt x="22792" y="21160"/>
                  </a:cubicBezTo>
                  <a:cubicBezTo>
                    <a:pt x="23137" y="21149"/>
                    <a:pt x="23399" y="20970"/>
                    <a:pt x="23578" y="20732"/>
                  </a:cubicBezTo>
                  <a:cubicBezTo>
                    <a:pt x="24209" y="21720"/>
                    <a:pt x="24280" y="22661"/>
                    <a:pt x="24268" y="23768"/>
                  </a:cubicBezTo>
                  <a:cubicBezTo>
                    <a:pt x="24257" y="25173"/>
                    <a:pt x="24280" y="26566"/>
                    <a:pt x="24280" y="27971"/>
                  </a:cubicBezTo>
                  <a:lnTo>
                    <a:pt x="24328" y="36353"/>
                  </a:lnTo>
                  <a:cubicBezTo>
                    <a:pt x="24328" y="36543"/>
                    <a:pt x="24399" y="36805"/>
                    <a:pt x="24614" y="36805"/>
                  </a:cubicBezTo>
                  <a:cubicBezTo>
                    <a:pt x="24816" y="36793"/>
                    <a:pt x="24864" y="36543"/>
                    <a:pt x="24864" y="36365"/>
                  </a:cubicBezTo>
                  <a:cubicBezTo>
                    <a:pt x="24864" y="33924"/>
                    <a:pt x="24864" y="31483"/>
                    <a:pt x="24864" y="29042"/>
                  </a:cubicBezTo>
                  <a:cubicBezTo>
                    <a:pt x="24864" y="27649"/>
                    <a:pt x="24673" y="26125"/>
                    <a:pt x="24864" y="24756"/>
                  </a:cubicBezTo>
                  <a:cubicBezTo>
                    <a:pt x="25185" y="22446"/>
                    <a:pt x="25423" y="21875"/>
                    <a:pt x="28662" y="21708"/>
                  </a:cubicBezTo>
                  <a:cubicBezTo>
                    <a:pt x="28864" y="21696"/>
                    <a:pt x="29067" y="21684"/>
                    <a:pt x="29269" y="21684"/>
                  </a:cubicBezTo>
                  <a:cubicBezTo>
                    <a:pt x="29876" y="21649"/>
                    <a:pt x="30484" y="21625"/>
                    <a:pt x="31067" y="21541"/>
                  </a:cubicBezTo>
                  <a:cubicBezTo>
                    <a:pt x="31662" y="22077"/>
                    <a:pt x="32222" y="22339"/>
                    <a:pt x="32746" y="22339"/>
                  </a:cubicBezTo>
                  <a:cubicBezTo>
                    <a:pt x="32829" y="22339"/>
                    <a:pt x="32924" y="22327"/>
                    <a:pt x="33008" y="22315"/>
                  </a:cubicBezTo>
                  <a:cubicBezTo>
                    <a:pt x="34115" y="22125"/>
                    <a:pt x="34794" y="20768"/>
                    <a:pt x="35460" y="19446"/>
                  </a:cubicBezTo>
                  <a:cubicBezTo>
                    <a:pt x="35710" y="18934"/>
                    <a:pt x="35984" y="18410"/>
                    <a:pt x="36258" y="17981"/>
                  </a:cubicBezTo>
                  <a:cubicBezTo>
                    <a:pt x="38599" y="20177"/>
                    <a:pt x="40939" y="22202"/>
                    <a:pt x="43699" y="22202"/>
                  </a:cubicBezTo>
                  <a:cubicBezTo>
                    <a:pt x="45249" y="22202"/>
                    <a:pt x="46931" y="21564"/>
                    <a:pt x="48819" y="19958"/>
                  </a:cubicBezTo>
                  <a:cubicBezTo>
                    <a:pt x="52748" y="16612"/>
                    <a:pt x="52522" y="8695"/>
                    <a:pt x="46319" y="7468"/>
                  </a:cubicBezTo>
                  <a:cubicBezTo>
                    <a:pt x="46093" y="7424"/>
                    <a:pt x="45850" y="7404"/>
                    <a:pt x="45594" y="7404"/>
                  </a:cubicBezTo>
                  <a:cubicBezTo>
                    <a:pt x="42711" y="7404"/>
                    <a:pt x="38078" y="9962"/>
                    <a:pt x="35070" y="9962"/>
                  </a:cubicBezTo>
                  <a:cubicBezTo>
                    <a:pt x="34151" y="9962"/>
                    <a:pt x="33384" y="9723"/>
                    <a:pt x="32865" y="9099"/>
                  </a:cubicBezTo>
                  <a:cubicBezTo>
                    <a:pt x="31198" y="7075"/>
                    <a:pt x="33496" y="4289"/>
                    <a:pt x="30614" y="2349"/>
                  </a:cubicBezTo>
                  <a:cubicBezTo>
                    <a:pt x="29643" y="1699"/>
                    <a:pt x="28854" y="1445"/>
                    <a:pt x="28175" y="1445"/>
                  </a:cubicBezTo>
                  <a:cubicBezTo>
                    <a:pt x="25914" y="1445"/>
                    <a:pt x="24874" y="4263"/>
                    <a:pt x="22411" y="4730"/>
                  </a:cubicBezTo>
                  <a:cubicBezTo>
                    <a:pt x="22334" y="4745"/>
                    <a:pt x="22254" y="4752"/>
                    <a:pt x="22172" y="4752"/>
                  </a:cubicBezTo>
                  <a:cubicBezTo>
                    <a:pt x="20076" y="4752"/>
                    <a:pt x="16538" y="0"/>
                    <a:pt x="14342" y="0"/>
                  </a:cubicBezTo>
                  <a:close/>
                </a:path>
              </a:pathLst>
            </a:custGeom>
            <a:solidFill>
              <a:srgbClr val="053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5553629" y="2302575"/>
              <a:ext cx="199901" cy="200644"/>
            </a:xfrm>
            <a:custGeom>
              <a:avLst/>
              <a:gdLst/>
              <a:ahLst/>
              <a:cxnLst/>
              <a:rect l="l" t="t" r="r" b="b"/>
              <a:pathLst>
                <a:path w="19111" h="19182" extrusionOk="0">
                  <a:moveTo>
                    <a:pt x="18527" y="1"/>
                  </a:moveTo>
                  <a:lnTo>
                    <a:pt x="1" y="18801"/>
                  </a:lnTo>
                  <a:lnTo>
                    <a:pt x="584" y="19182"/>
                  </a:lnTo>
                  <a:lnTo>
                    <a:pt x="19110" y="382"/>
                  </a:lnTo>
                  <a:lnTo>
                    <a:pt x="18527" y="1"/>
                  </a:ln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p:nvPr/>
          </p:nvSpPr>
          <p:spPr>
            <a:xfrm>
              <a:off x="5666210" y="2303579"/>
              <a:ext cx="199776" cy="200759"/>
            </a:xfrm>
            <a:custGeom>
              <a:avLst/>
              <a:gdLst/>
              <a:ahLst/>
              <a:cxnLst/>
              <a:rect l="l" t="t" r="r" b="b"/>
              <a:pathLst>
                <a:path w="19099" h="19193" extrusionOk="0">
                  <a:moveTo>
                    <a:pt x="18527" y="0"/>
                  </a:moveTo>
                  <a:lnTo>
                    <a:pt x="1" y="18812"/>
                  </a:lnTo>
                  <a:lnTo>
                    <a:pt x="584" y="19193"/>
                  </a:lnTo>
                  <a:lnTo>
                    <a:pt x="19098" y="393"/>
                  </a:lnTo>
                  <a:lnTo>
                    <a:pt x="18527" y="0"/>
                  </a:ln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 name="Google Shape;396;p32"/>
            <p:cNvSpPr/>
            <p:nvPr/>
          </p:nvSpPr>
          <p:spPr>
            <a:xfrm>
              <a:off x="5610793" y="2359613"/>
              <a:ext cx="285830" cy="6370"/>
            </a:xfrm>
            <a:custGeom>
              <a:avLst/>
              <a:gdLst/>
              <a:ahLst/>
              <a:cxnLst/>
              <a:rect l="l" t="t" r="r" b="b"/>
              <a:pathLst>
                <a:path w="27326" h="609" extrusionOk="0">
                  <a:moveTo>
                    <a:pt x="1" y="1"/>
                  </a:moveTo>
                  <a:lnTo>
                    <a:pt x="1" y="608"/>
                  </a:lnTo>
                  <a:lnTo>
                    <a:pt x="27325" y="608"/>
                  </a:lnTo>
                  <a:lnTo>
                    <a:pt x="27325" y="1"/>
                  </a:ln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2"/>
            <p:cNvSpPr/>
            <p:nvPr/>
          </p:nvSpPr>
          <p:spPr>
            <a:xfrm>
              <a:off x="5542050" y="2430605"/>
              <a:ext cx="280966" cy="14832"/>
            </a:xfrm>
            <a:custGeom>
              <a:avLst/>
              <a:gdLst/>
              <a:ahLst/>
              <a:cxnLst/>
              <a:rect l="l" t="t" r="r" b="b"/>
              <a:pathLst>
                <a:path w="26861" h="1418" extrusionOk="0">
                  <a:moveTo>
                    <a:pt x="24" y="0"/>
                  </a:moveTo>
                  <a:lnTo>
                    <a:pt x="0" y="608"/>
                  </a:lnTo>
                  <a:lnTo>
                    <a:pt x="26837" y="1417"/>
                  </a:lnTo>
                  <a:lnTo>
                    <a:pt x="26861" y="810"/>
                  </a:lnTo>
                  <a:lnTo>
                    <a:pt x="24" y="0"/>
                  </a:ln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2"/>
            <p:cNvSpPr/>
            <p:nvPr/>
          </p:nvSpPr>
          <p:spPr>
            <a:xfrm>
              <a:off x="5558859" y="2414664"/>
              <a:ext cx="280977" cy="15951"/>
            </a:xfrm>
            <a:custGeom>
              <a:avLst/>
              <a:gdLst/>
              <a:ahLst/>
              <a:cxnLst/>
              <a:rect l="l" t="t" r="r" b="b"/>
              <a:pathLst>
                <a:path w="26862" h="1525" extrusionOk="0">
                  <a:moveTo>
                    <a:pt x="36" y="0"/>
                  </a:moveTo>
                  <a:lnTo>
                    <a:pt x="1" y="608"/>
                  </a:lnTo>
                  <a:lnTo>
                    <a:pt x="26837" y="1524"/>
                  </a:lnTo>
                  <a:lnTo>
                    <a:pt x="26861" y="917"/>
                  </a:lnTo>
                  <a:lnTo>
                    <a:pt x="36" y="0"/>
                  </a:ln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 name="Google Shape;399;p32"/>
            <p:cNvSpPr/>
            <p:nvPr/>
          </p:nvSpPr>
          <p:spPr>
            <a:xfrm>
              <a:off x="5622372" y="2343672"/>
              <a:ext cx="288822" cy="6496"/>
            </a:xfrm>
            <a:custGeom>
              <a:avLst/>
              <a:gdLst/>
              <a:ahLst/>
              <a:cxnLst/>
              <a:rect l="l" t="t" r="r" b="b"/>
              <a:pathLst>
                <a:path w="27612" h="621" extrusionOk="0">
                  <a:moveTo>
                    <a:pt x="1" y="1"/>
                  </a:moveTo>
                  <a:lnTo>
                    <a:pt x="1" y="620"/>
                  </a:lnTo>
                  <a:lnTo>
                    <a:pt x="27611" y="620"/>
                  </a:lnTo>
                  <a:lnTo>
                    <a:pt x="27611" y="1"/>
                  </a:ln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2"/>
            <p:cNvSpPr/>
            <p:nvPr/>
          </p:nvSpPr>
          <p:spPr>
            <a:xfrm>
              <a:off x="5922512" y="2312543"/>
              <a:ext cx="199776" cy="200644"/>
            </a:xfrm>
            <a:custGeom>
              <a:avLst/>
              <a:gdLst/>
              <a:ahLst/>
              <a:cxnLst/>
              <a:rect l="l" t="t" r="r" b="b"/>
              <a:pathLst>
                <a:path w="19099" h="19182" extrusionOk="0">
                  <a:moveTo>
                    <a:pt x="18515" y="0"/>
                  </a:moveTo>
                  <a:lnTo>
                    <a:pt x="1" y="18800"/>
                  </a:lnTo>
                  <a:lnTo>
                    <a:pt x="572" y="19181"/>
                  </a:lnTo>
                  <a:lnTo>
                    <a:pt x="19099" y="381"/>
                  </a:lnTo>
                  <a:lnTo>
                    <a:pt x="18515" y="0"/>
                  </a:ln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 name="Google Shape;404;p32"/>
            <p:cNvSpPr/>
            <p:nvPr/>
          </p:nvSpPr>
          <p:spPr>
            <a:xfrm>
              <a:off x="6034978" y="2313662"/>
              <a:ext cx="199891" cy="200644"/>
            </a:xfrm>
            <a:custGeom>
              <a:avLst/>
              <a:gdLst/>
              <a:ahLst/>
              <a:cxnLst/>
              <a:rect l="l" t="t" r="r" b="b"/>
              <a:pathLst>
                <a:path w="19110" h="19182" extrusionOk="0">
                  <a:moveTo>
                    <a:pt x="18526" y="1"/>
                  </a:moveTo>
                  <a:lnTo>
                    <a:pt x="0" y="18800"/>
                  </a:lnTo>
                  <a:lnTo>
                    <a:pt x="584" y="19181"/>
                  </a:lnTo>
                  <a:lnTo>
                    <a:pt x="19110" y="382"/>
                  </a:lnTo>
                  <a:lnTo>
                    <a:pt x="18526" y="1"/>
                  </a:ln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 name="Google Shape;411;p32"/>
            <p:cNvSpPr/>
            <p:nvPr/>
          </p:nvSpPr>
          <p:spPr>
            <a:xfrm>
              <a:off x="6060782" y="1725162"/>
              <a:ext cx="716677" cy="315149"/>
            </a:xfrm>
            <a:custGeom>
              <a:avLst/>
              <a:gdLst/>
              <a:ahLst/>
              <a:cxnLst/>
              <a:rect l="l" t="t" r="r" b="b"/>
              <a:pathLst>
                <a:path w="68516" h="30129" extrusionOk="0">
                  <a:moveTo>
                    <a:pt x="7114" y="1"/>
                  </a:moveTo>
                  <a:cubicBezTo>
                    <a:pt x="3593" y="1"/>
                    <a:pt x="1" y="2685"/>
                    <a:pt x="676" y="6566"/>
                  </a:cubicBezTo>
                  <a:cubicBezTo>
                    <a:pt x="938" y="8078"/>
                    <a:pt x="1903" y="9400"/>
                    <a:pt x="3129" y="10328"/>
                  </a:cubicBezTo>
                  <a:cubicBezTo>
                    <a:pt x="4356" y="11245"/>
                    <a:pt x="5820" y="11793"/>
                    <a:pt x="7308" y="12162"/>
                  </a:cubicBezTo>
                  <a:cubicBezTo>
                    <a:pt x="8689" y="12495"/>
                    <a:pt x="10106" y="12686"/>
                    <a:pt x="11464" y="13114"/>
                  </a:cubicBezTo>
                  <a:cubicBezTo>
                    <a:pt x="12821" y="13543"/>
                    <a:pt x="14142" y="14234"/>
                    <a:pt x="14988" y="15377"/>
                  </a:cubicBezTo>
                  <a:cubicBezTo>
                    <a:pt x="16845" y="17877"/>
                    <a:pt x="15881" y="21592"/>
                    <a:pt x="17429" y="24282"/>
                  </a:cubicBezTo>
                  <a:cubicBezTo>
                    <a:pt x="18750" y="26580"/>
                    <a:pt x="21643" y="27771"/>
                    <a:pt x="24215" y="27961"/>
                  </a:cubicBezTo>
                  <a:cubicBezTo>
                    <a:pt x="26787" y="29009"/>
                    <a:pt x="30204" y="30128"/>
                    <a:pt x="34478" y="30128"/>
                  </a:cubicBezTo>
                  <a:cubicBezTo>
                    <a:pt x="37348" y="30128"/>
                    <a:pt x="40610" y="29616"/>
                    <a:pt x="44241" y="28223"/>
                  </a:cubicBezTo>
                  <a:cubicBezTo>
                    <a:pt x="46837" y="28045"/>
                    <a:pt x="49754" y="26854"/>
                    <a:pt x="51076" y="24544"/>
                  </a:cubicBezTo>
                  <a:cubicBezTo>
                    <a:pt x="52623" y="21854"/>
                    <a:pt x="51671" y="18139"/>
                    <a:pt x="53516" y="15639"/>
                  </a:cubicBezTo>
                  <a:cubicBezTo>
                    <a:pt x="54374" y="14496"/>
                    <a:pt x="55695" y="13805"/>
                    <a:pt x="57053" y="13376"/>
                  </a:cubicBezTo>
                  <a:cubicBezTo>
                    <a:pt x="58410" y="12948"/>
                    <a:pt x="59827" y="12757"/>
                    <a:pt x="61208" y="12424"/>
                  </a:cubicBezTo>
                  <a:cubicBezTo>
                    <a:pt x="62696" y="12055"/>
                    <a:pt x="64161" y="11507"/>
                    <a:pt x="65387" y="10590"/>
                  </a:cubicBezTo>
                  <a:cubicBezTo>
                    <a:pt x="66601" y="9662"/>
                    <a:pt x="67578" y="8340"/>
                    <a:pt x="67840" y="6828"/>
                  </a:cubicBezTo>
                  <a:cubicBezTo>
                    <a:pt x="68515" y="2947"/>
                    <a:pt x="64923" y="263"/>
                    <a:pt x="61402" y="263"/>
                  </a:cubicBezTo>
                  <a:cubicBezTo>
                    <a:pt x="61013" y="263"/>
                    <a:pt x="60625" y="295"/>
                    <a:pt x="60243" y="363"/>
                  </a:cubicBezTo>
                  <a:cubicBezTo>
                    <a:pt x="58255" y="708"/>
                    <a:pt x="56255" y="1923"/>
                    <a:pt x="55398" y="3792"/>
                  </a:cubicBezTo>
                  <a:cubicBezTo>
                    <a:pt x="54552" y="5649"/>
                    <a:pt x="54921" y="7899"/>
                    <a:pt x="54028" y="9733"/>
                  </a:cubicBezTo>
                  <a:cubicBezTo>
                    <a:pt x="53219" y="11400"/>
                    <a:pt x="51469" y="12460"/>
                    <a:pt x="49683" y="12983"/>
                  </a:cubicBezTo>
                  <a:cubicBezTo>
                    <a:pt x="47897" y="13507"/>
                    <a:pt x="46015" y="13591"/>
                    <a:pt x="44182" y="13888"/>
                  </a:cubicBezTo>
                  <a:cubicBezTo>
                    <a:pt x="39669" y="14615"/>
                    <a:pt x="35931" y="18508"/>
                    <a:pt x="37157" y="23294"/>
                  </a:cubicBezTo>
                  <a:cubicBezTo>
                    <a:pt x="37467" y="24461"/>
                    <a:pt x="37991" y="25449"/>
                    <a:pt x="38705" y="26223"/>
                  </a:cubicBezTo>
                  <a:cubicBezTo>
                    <a:pt x="39443" y="27021"/>
                    <a:pt x="40372" y="27592"/>
                    <a:pt x="41420" y="27926"/>
                  </a:cubicBezTo>
                  <a:cubicBezTo>
                    <a:pt x="38893" y="28650"/>
                    <a:pt x="36574" y="28934"/>
                    <a:pt x="34468" y="28934"/>
                  </a:cubicBezTo>
                  <a:cubicBezTo>
                    <a:pt x="31551" y="28934"/>
                    <a:pt x="29041" y="28389"/>
                    <a:pt x="26954" y="27711"/>
                  </a:cubicBezTo>
                  <a:cubicBezTo>
                    <a:pt x="28061" y="27390"/>
                    <a:pt x="29037" y="26795"/>
                    <a:pt x="29799" y="25961"/>
                  </a:cubicBezTo>
                  <a:cubicBezTo>
                    <a:pt x="30514" y="25187"/>
                    <a:pt x="31049" y="24199"/>
                    <a:pt x="31347" y="23032"/>
                  </a:cubicBezTo>
                  <a:cubicBezTo>
                    <a:pt x="32573" y="18246"/>
                    <a:pt x="28835" y="14353"/>
                    <a:pt x="24334" y="13626"/>
                  </a:cubicBezTo>
                  <a:cubicBezTo>
                    <a:pt x="22489" y="13329"/>
                    <a:pt x="20608" y="13245"/>
                    <a:pt x="18822" y="12721"/>
                  </a:cubicBezTo>
                  <a:cubicBezTo>
                    <a:pt x="17036" y="12198"/>
                    <a:pt x="15297" y="11138"/>
                    <a:pt x="14476" y="9471"/>
                  </a:cubicBezTo>
                  <a:cubicBezTo>
                    <a:pt x="13595" y="7638"/>
                    <a:pt x="13952" y="5387"/>
                    <a:pt x="13107" y="3530"/>
                  </a:cubicBezTo>
                  <a:cubicBezTo>
                    <a:pt x="12249" y="1661"/>
                    <a:pt x="10249" y="446"/>
                    <a:pt x="8273" y="101"/>
                  </a:cubicBezTo>
                  <a:cubicBezTo>
                    <a:pt x="7891" y="33"/>
                    <a:pt x="7503" y="1"/>
                    <a:pt x="7114" y="1"/>
                  </a:cubicBezTo>
                  <a:close/>
                </a:path>
              </a:pathLst>
            </a:custGeom>
            <a:solidFill>
              <a:srgbClr val="053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2"/>
            <p:cNvSpPr/>
            <p:nvPr/>
          </p:nvSpPr>
          <p:spPr>
            <a:xfrm>
              <a:off x="5894510" y="1818601"/>
              <a:ext cx="1056690" cy="464685"/>
            </a:xfrm>
            <a:custGeom>
              <a:avLst/>
              <a:gdLst/>
              <a:ahLst/>
              <a:cxnLst/>
              <a:rect l="l" t="t" r="r" b="b"/>
              <a:pathLst>
                <a:path w="101022" h="44425" extrusionOk="0">
                  <a:moveTo>
                    <a:pt x="10500" y="1"/>
                  </a:moveTo>
                  <a:cubicBezTo>
                    <a:pt x="5303" y="1"/>
                    <a:pt x="1" y="3961"/>
                    <a:pt x="999" y="9682"/>
                  </a:cubicBezTo>
                  <a:cubicBezTo>
                    <a:pt x="1380" y="11909"/>
                    <a:pt x="2809" y="13861"/>
                    <a:pt x="4607" y="15218"/>
                  </a:cubicBezTo>
                  <a:cubicBezTo>
                    <a:pt x="6416" y="16588"/>
                    <a:pt x="8583" y="17397"/>
                    <a:pt x="10774" y="17933"/>
                  </a:cubicBezTo>
                  <a:cubicBezTo>
                    <a:pt x="12810" y="18421"/>
                    <a:pt x="14894" y="18707"/>
                    <a:pt x="16894" y="19338"/>
                  </a:cubicBezTo>
                  <a:cubicBezTo>
                    <a:pt x="18894" y="19969"/>
                    <a:pt x="20847" y="20993"/>
                    <a:pt x="22097" y="22672"/>
                  </a:cubicBezTo>
                  <a:cubicBezTo>
                    <a:pt x="24835" y="26363"/>
                    <a:pt x="23419" y="31828"/>
                    <a:pt x="25705" y="35816"/>
                  </a:cubicBezTo>
                  <a:cubicBezTo>
                    <a:pt x="27645" y="39198"/>
                    <a:pt x="31908" y="40948"/>
                    <a:pt x="35706" y="41234"/>
                  </a:cubicBezTo>
                  <a:cubicBezTo>
                    <a:pt x="39492" y="42769"/>
                    <a:pt x="44540" y="44424"/>
                    <a:pt x="50839" y="44424"/>
                  </a:cubicBezTo>
                  <a:cubicBezTo>
                    <a:pt x="55077" y="44424"/>
                    <a:pt x="59887" y="43662"/>
                    <a:pt x="65245" y="41626"/>
                  </a:cubicBezTo>
                  <a:cubicBezTo>
                    <a:pt x="69055" y="41353"/>
                    <a:pt x="73353" y="39602"/>
                    <a:pt x="75306" y="36197"/>
                  </a:cubicBezTo>
                  <a:cubicBezTo>
                    <a:pt x="77592" y="32221"/>
                    <a:pt x="76187" y="26744"/>
                    <a:pt x="78914" y="23065"/>
                  </a:cubicBezTo>
                  <a:cubicBezTo>
                    <a:pt x="80164" y="21386"/>
                    <a:pt x="82116" y="20350"/>
                    <a:pt x="84117" y="19719"/>
                  </a:cubicBezTo>
                  <a:cubicBezTo>
                    <a:pt x="86117" y="19088"/>
                    <a:pt x="88212" y="18814"/>
                    <a:pt x="90236" y="18314"/>
                  </a:cubicBezTo>
                  <a:cubicBezTo>
                    <a:pt x="92439" y="17778"/>
                    <a:pt x="94606" y="16969"/>
                    <a:pt x="96404" y="15611"/>
                  </a:cubicBezTo>
                  <a:cubicBezTo>
                    <a:pt x="98214" y="14254"/>
                    <a:pt x="99630" y="12290"/>
                    <a:pt x="100023" y="10063"/>
                  </a:cubicBezTo>
                  <a:cubicBezTo>
                    <a:pt x="101022" y="4342"/>
                    <a:pt x="95710" y="382"/>
                    <a:pt x="90510" y="382"/>
                  </a:cubicBezTo>
                  <a:cubicBezTo>
                    <a:pt x="89943" y="382"/>
                    <a:pt x="89376" y="429"/>
                    <a:pt x="88820" y="526"/>
                  </a:cubicBezTo>
                  <a:cubicBezTo>
                    <a:pt x="85903" y="1038"/>
                    <a:pt x="82950" y="2824"/>
                    <a:pt x="81688" y="5598"/>
                  </a:cubicBezTo>
                  <a:cubicBezTo>
                    <a:pt x="80438" y="8325"/>
                    <a:pt x="80973" y="11635"/>
                    <a:pt x="79664" y="14349"/>
                  </a:cubicBezTo>
                  <a:cubicBezTo>
                    <a:pt x="78461" y="16814"/>
                    <a:pt x="75889" y="18362"/>
                    <a:pt x="73258" y="19136"/>
                  </a:cubicBezTo>
                  <a:cubicBezTo>
                    <a:pt x="70627" y="19910"/>
                    <a:pt x="67853" y="20040"/>
                    <a:pt x="65138" y="20481"/>
                  </a:cubicBezTo>
                  <a:cubicBezTo>
                    <a:pt x="58494" y="21553"/>
                    <a:pt x="52982" y="27291"/>
                    <a:pt x="54792" y="34340"/>
                  </a:cubicBezTo>
                  <a:cubicBezTo>
                    <a:pt x="55244" y="36066"/>
                    <a:pt x="56030" y="37519"/>
                    <a:pt x="57078" y="38662"/>
                  </a:cubicBezTo>
                  <a:cubicBezTo>
                    <a:pt x="58161" y="39841"/>
                    <a:pt x="59518" y="40686"/>
                    <a:pt x="61078" y="41174"/>
                  </a:cubicBezTo>
                  <a:cubicBezTo>
                    <a:pt x="57347" y="42243"/>
                    <a:pt x="53925" y="42662"/>
                    <a:pt x="50819" y="42662"/>
                  </a:cubicBezTo>
                  <a:cubicBezTo>
                    <a:pt x="46520" y="42662"/>
                    <a:pt x="42824" y="41860"/>
                    <a:pt x="39742" y="40864"/>
                  </a:cubicBezTo>
                  <a:cubicBezTo>
                    <a:pt x="41373" y="40388"/>
                    <a:pt x="42814" y="39507"/>
                    <a:pt x="43945" y="38281"/>
                  </a:cubicBezTo>
                  <a:cubicBezTo>
                    <a:pt x="44993" y="37126"/>
                    <a:pt x="45779" y="35673"/>
                    <a:pt x="46219" y="33959"/>
                  </a:cubicBezTo>
                  <a:cubicBezTo>
                    <a:pt x="48041" y="26910"/>
                    <a:pt x="42516" y="21172"/>
                    <a:pt x="35873" y="20100"/>
                  </a:cubicBezTo>
                  <a:cubicBezTo>
                    <a:pt x="33158" y="19659"/>
                    <a:pt x="30384" y="19529"/>
                    <a:pt x="27752" y="18755"/>
                  </a:cubicBezTo>
                  <a:cubicBezTo>
                    <a:pt x="25121" y="17981"/>
                    <a:pt x="22549" y="16433"/>
                    <a:pt x="21347" y="13956"/>
                  </a:cubicBezTo>
                  <a:cubicBezTo>
                    <a:pt x="20037" y="11254"/>
                    <a:pt x="20573" y="7944"/>
                    <a:pt x="19323" y="5205"/>
                  </a:cubicBezTo>
                  <a:cubicBezTo>
                    <a:pt x="18073" y="2443"/>
                    <a:pt x="15120" y="657"/>
                    <a:pt x="12191" y="145"/>
                  </a:cubicBezTo>
                  <a:cubicBezTo>
                    <a:pt x="11634" y="48"/>
                    <a:pt x="11068" y="1"/>
                    <a:pt x="10500" y="1"/>
                  </a:cubicBezTo>
                  <a:close/>
                </a:path>
              </a:pathLst>
            </a:custGeom>
            <a:solidFill>
              <a:srgbClr val="053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2"/>
            <p:cNvSpPr/>
            <p:nvPr/>
          </p:nvSpPr>
          <p:spPr>
            <a:xfrm>
              <a:off x="6390157" y="1352074"/>
              <a:ext cx="55564" cy="127267"/>
            </a:xfrm>
            <a:custGeom>
              <a:avLst/>
              <a:gdLst/>
              <a:ahLst/>
              <a:cxnLst/>
              <a:rect l="l" t="t" r="r" b="b"/>
              <a:pathLst>
                <a:path w="5312" h="12167" extrusionOk="0">
                  <a:moveTo>
                    <a:pt x="2395" y="0"/>
                  </a:moveTo>
                  <a:cubicBezTo>
                    <a:pt x="1901" y="0"/>
                    <a:pt x="1418" y="194"/>
                    <a:pt x="1061" y="646"/>
                  </a:cubicBezTo>
                  <a:cubicBezTo>
                    <a:pt x="739" y="1038"/>
                    <a:pt x="620" y="1574"/>
                    <a:pt x="656" y="2086"/>
                  </a:cubicBezTo>
                  <a:cubicBezTo>
                    <a:pt x="691" y="2586"/>
                    <a:pt x="882" y="3074"/>
                    <a:pt x="1120" y="3527"/>
                  </a:cubicBezTo>
                  <a:cubicBezTo>
                    <a:pt x="1334" y="3955"/>
                    <a:pt x="1608" y="4348"/>
                    <a:pt x="1799" y="4777"/>
                  </a:cubicBezTo>
                  <a:cubicBezTo>
                    <a:pt x="1989" y="5218"/>
                    <a:pt x="2108" y="5694"/>
                    <a:pt x="2001" y="6158"/>
                  </a:cubicBezTo>
                  <a:cubicBezTo>
                    <a:pt x="1787" y="7182"/>
                    <a:pt x="644" y="7754"/>
                    <a:pt x="310" y="8730"/>
                  </a:cubicBezTo>
                  <a:cubicBezTo>
                    <a:pt x="1" y="9635"/>
                    <a:pt x="322" y="10623"/>
                    <a:pt x="941" y="11302"/>
                  </a:cubicBezTo>
                  <a:cubicBezTo>
                    <a:pt x="1414" y="11823"/>
                    <a:pt x="2060" y="12167"/>
                    <a:pt x="2742" y="12167"/>
                  </a:cubicBezTo>
                  <a:cubicBezTo>
                    <a:pt x="3056" y="12167"/>
                    <a:pt x="3377" y="12094"/>
                    <a:pt x="3692" y="11933"/>
                  </a:cubicBezTo>
                  <a:cubicBezTo>
                    <a:pt x="5156" y="11194"/>
                    <a:pt x="5311" y="9397"/>
                    <a:pt x="4501" y="8111"/>
                  </a:cubicBezTo>
                  <a:cubicBezTo>
                    <a:pt x="4168" y="7587"/>
                    <a:pt x="3775" y="7099"/>
                    <a:pt x="3513" y="6539"/>
                  </a:cubicBezTo>
                  <a:cubicBezTo>
                    <a:pt x="3251" y="5980"/>
                    <a:pt x="3132" y="5301"/>
                    <a:pt x="3370" y="4729"/>
                  </a:cubicBezTo>
                  <a:cubicBezTo>
                    <a:pt x="3632" y="4110"/>
                    <a:pt x="4275" y="3705"/>
                    <a:pt x="4549" y="3086"/>
                  </a:cubicBezTo>
                  <a:cubicBezTo>
                    <a:pt x="4835" y="2455"/>
                    <a:pt x="4692" y="1693"/>
                    <a:pt x="4347" y="1122"/>
                  </a:cubicBezTo>
                  <a:cubicBezTo>
                    <a:pt x="3936" y="452"/>
                    <a:pt x="3152" y="0"/>
                    <a:pt x="2395" y="0"/>
                  </a:cubicBezTo>
                  <a:close/>
                </a:path>
              </a:pathLst>
            </a:custGeom>
            <a:solidFill>
              <a:srgbClr val="053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2"/>
            <p:cNvSpPr/>
            <p:nvPr/>
          </p:nvSpPr>
          <p:spPr>
            <a:xfrm>
              <a:off x="6186512" y="1673175"/>
              <a:ext cx="443786" cy="195142"/>
            </a:xfrm>
            <a:custGeom>
              <a:avLst/>
              <a:gdLst/>
              <a:ahLst/>
              <a:cxnLst/>
              <a:rect l="l" t="t" r="r" b="b"/>
              <a:pathLst>
                <a:path w="42427" h="18656" extrusionOk="0">
                  <a:moveTo>
                    <a:pt x="4425" y="0"/>
                  </a:moveTo>
                  <a:cubicBezTo>
                    <a:pt x="2234" y="0"/>
                    <a:pt x="0" y="1661"/>
                    <a:pt x="420" y="4071"/>
                  </a:cubicBezTo>
                  <a:cubicBezTo>
                    <a:pt x="575" y="4999"/>
                    <a:pt x="1170" y="5821"/>
                    <a:pt x="1932" y="6392"/>
                  </a:cubicBezTo>
                  <a:cubicBezTo>
                    <a:pt x="2694" y="6964"/>
                    <a:pt x="3599" y="7309"/>
                    <a:pt x="4516" y="7535"/>
                  </a:cubicBezTo>
                  <a:cubicBezTo>
                    <a:pt x="5373" y="7738"/>
                    <a:pt x="6254" y="7857"/>
                    <a:pt x="7087" y="8119"/>
                  </a:cubicBezTo>
                  <a:cubicBezTo>
                    <a:pt x="7933" y="8393"/>
                    <a:pt x="8754" y="8821"/>
                    <a:pt x="9278" y="9524"/>
                  </a:cubicBezTo>
                  <a:cubicBezTo>
                    <a:pt x="10421" y="11072"/>
                    <a:pt x="9838" y="13370"/>
                    <a:pt x="10790" y="15048"/>
                  </a:cubicBezTo>
                  <a:cubicBezTo>
                    <a:pt x="11612" y="16465"/>
                    <a:pt x="13398" y="17203"/>
                    <a:pt x="14993" y="17322"/>
                  </a:cubicBezTo>
                  <a:cubicBezTo>
                    <a:pt x="16577" y="17965"/>
                    <a:pt x="18708" y="18656"/>
                    <a:pt x="21351" y="18656"/>
                  </a:cubicBezTo>
                  <a:cubicBezTo>
                    <a:pt x="23125" y="18656"/>
                    <a:pt x="25149" y="18346"/>
                    <a:pt x="27399" y="17489"/>
                  </a:cubicBezTo>
                  <a:cubicBezTo>
                    <a:pt x="28995" y="17370"/>
                    <a:pt x="30805" y="16632"/>
                    <a:pt x="31626" y="15203"/>
                  </a:cubicBezTo>
                  <a:cubicBezTo>
                    <a:pt x="32579" y="13536"/>
                    <a:pt x="31995" y="11238"/>
                    <a:pt x="33138" y="9690"/>
                  </a:cubicBezTo>
                  <a:cubicBezTo>
                    <a:pt x="33662" y="8988"/>
                    <a:pt x="34484" y="8548"/>
                    <a:pt x="35329" y="8286"/>
                  </a:cubicBezTo>
                  <a:cubicBezTo>
                    <a:pt x="36162" y="8024"/>
                    <a:pt x="37043" y="7905"/>
                    <a:pt x="37901" y="7690"/>
                  </a:cubicBezTo>
                  <a:cubicBezTo>
                    <a:pt x="38818" y="7464"/>
                    <a:pt x="39722" y="7131"/>
                    <a:pt x="40484" y="6559"/>
                  </a:cubicBezTo>
                  <a:cubicBezTo>
                    <a:pt x="41246" y="5988"/>
                    <a:pt x="41842" y="5166"/>
                    <a:pt x="42008" y="4226"/>
                  </a:cubicBezTo>
                  <a:cubicBezTo>
                    <a:pt x="42427" y="1823"/>
                    <a:pt x="40197" y="164"/>
                    <a:pt x="38018" y="164"/>
                  </a:cubicBezTo>
                  <a:cubicBezTo>
                    <a:pt x="37779" y="164"/>
                    <a:pt x="37540" y="184"/>
                    <a:pt x="37305" y="225"/>
                  </a:cubicBezTo>
                  <a:cubicBezTo>
                    <a:pt x="36067" y="439"/>
                    <a:pt x="34829" y="1189"/>
                    <a:pt x="34305" y="2356"/>
                  </a:cubicBezTo>
                  <a:cubicBezTo>
                    <a:pt x="33781" y="3499"/>
                    <a:pt x="34007" y="4892"/>
                    <a:pt x="33448" y="6023"/>
                  </a:cubicBezTo>
                  <a:cubicBezTo>
                    <a:pt x="32948" y="7059"/>
                    <a:pt x="31876" y="7714"/>
                    <a:pt x="30769" y="8036"/>
                  </a:cubicBezTo>
                  <a:cubicBezTo>
                    <a:pt x="29662" y="8369"/>
                    <a:pt x="28495" y="8417"/>
                    <a:pt x="27352" y="8607"/>
                  </a:cubicBezTo>
                  <a:cubicBezTo>
                    <a:pt x="24566" y="9059"/>
                    <a:pt x="22244" y="11465"/>
                    <a:pt x="23006" y="14429"/>
                  </a:cubicBezTo>
                  <a:cubicBezTo>
                    <a:pt x="23197" y="15144"/>
                    <a:pt x="23530" y="15763"/>
                    <a:pt x="23970" y="16239"/>
                  </a:cubicBezTo>
                  <a:cubicBezTo>
                    <a:pt x="24423" y="16739"/>
                    <a:pt x="24994" y="17096"/>
                    <a:pt x="25649" y="17299"/>
                  </a:cubicBezTo>
                  <a:cubicBezTo>
                    <a:pt x="24082" y="17743"/>
                    <a:pt x="22647" y="17917"/>
                    <a:pt x="21343" y="17917"/>
                  </a:cubicBezTo>
                  <a:cubicBezTo>
                    <a:pt x="19537" y="17917"/>
                    <a:pt x="17984" y="17583"/>
                    <a:pt x="16684" y="17168"/>
                  </a:cubicBezTo>
                  <a:cubicBezTo>
                    <a:pt x="17374" y="16965"/>
                    <a:pt x="17982" y="16596"/>
                    <a:pt x="18446" y="16084"/>
                  </a:cubicBezTo>
                  <a:cubicBezTo>
                    <a:pt x="18886" y="15596"/>
                    <a:pt x="19220" y="14989"/>
                    <a:pt x="19410" y="14262"/>
                  </a:cubicBezTo>
                  <a:cubicBezTo>
                    <a:pt x="20172" y="11298"/>
                    <a:pt x="17851" y="8893"/>
                    <a:pt x="15065" y="8440"/>
                  </a:cubicBezTo>
                  <a:cubicBezTo>
                    <a:pt x="13922" y="8262"/>
                    <a:pt x="12755" y="8202"/>
                    <a:pt x="11647" y="7881"/>
                  </a:cubicBezTo>
                  <a:cubicBezTo>
                    <a:pt x="10552" y="7559"/>
                    <a:pt x="9469" y="6904"/>
                    <a:pt x="8969" y="5869"/>
                  </a:cubicBezTo>
                  <a:cubicBezTo>
                    <a:pt x="8409" y="4726"/>
                    <a:pt x="8635" y="3344"/>
                    <a:pt x="8111" y="2190"/>
                  </a:cubicBezTo>
                  <a:cubicBezTo>
                    <a:pt x="7587" y="1023"/>
                    <a:pt x="6349" y="285"/>
                    <a:pt x="5123" y="58"/>
                  </a:cubicBezTo>
                  <a:cubicBezTo>
                    <a:pt x="4893" y="19"/>
                    <a:pt x="4659" y="0"/>
                    <a:pt x="4425" y="0"/>
                  </a:cubicBezTo>
                  <a:close/>
                </a:path>
              </a:pathLst>
            </a:custGeom>
            <a:solidFill>
              <a:srgbClr val="053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2"/>
            <p:cNvSpPr/>
            <p:nvPr/>
          </p:nvSpPr>
          <p:spPr>
            <a:xfrm>
              <a:off x="6234858" y="1566672"/>
              <a:ext cx="363516" cy="159923"/>
            </a:xfrm>
            <a:custGeom>
              <a:avLst/>
              <a:gdLst/>
              <a:ahLst/>
              <a:cxnLst/>
              <a:rect l="l" t="t" r="r" b="b"/>
              <a:pathLst>
                <a:path w="34753" h="15289" extrusionOk="0">
                  <a:moveTo>
                    <a:pt x="3622" y="1"/>
                  </a:moveTo>
                  <a:cubicBezTo>
                    <a:pt x="1834" y="1"/>
                    <a:pt x="1" y="1367"/>
                    <a:pt x="334" y="3335"/>
                  </a:cubicBezTo>
                  <a:cubicBezTo>
                    <a:pt x="477" y="4097"/>
                    <a:pt x="965" y="4775"/>
                    <a:pt x="1584" y="5240"/>
                  </a:cubicBezTo>
                  <a:cubicBezTo>
                    <a:pt x="2203" y="5704"/>
                    <a:pt x="2954" y="5990"/>
                    <a:pt x="3704" y="6168"/>
                  </a:cubicBezTo>
                  <a:cubicBezTo>
                    <a:pt x="4406" y="6347"/>
                    <a:pt x="5120" y="6442"/>
                    <a:pt x="5811" y="6657"/>
                  </a:cubicBezTo>
                  <a:cubicBezTo>
                    <a:pt x="6502" y="6871"/>
                    <a:pt x="7168" y="7228"/>
                    <a:pt x="7597" y="7811"/>
                  </a:cubicBezTo>
                  <a:cubicBezTo>
                    <a:pt x="8538" y="9074"/>
                    <a:pt x="8061" y="10955"/>
                    <a:pt x="8847" y="12324"/>
                  </a:cubicBezTo>
                  <a:cubicBezTo>
                    <a:pt x="9514" y="13491"/>
                    <a:pt x="10978" y="14086"/>
                    <a:pt x="12288" y="14193"/>
                  </a:cubicBezTo>
                  <a:cubicBezTo>
                    <a:pt x="13586" y="14717"/>
                    <a:pt x="15324" y="15289"/>
                    <a:pt x="17491" y="15289"/>
                  </a:cubicBezTo>
                  <a:cubicBezTo>
                    <a:pt x="18944" y="15289"/>
                    <a:pt x="20599" y="15027"/>
                    <a:pt x="22444" y="14324"/>
                  </a:cubicBezTo>
                  <a:cubicBezTo>
                    <a:pt x="23754" y="14229"/>
                    <a:pt x="25230" y="13634"/>
                    <a:pt x="25909" y="12455"/>
                  </a:cubicBezTo>
                  <a:cubicBezTo>
                    <a:pt x="26695" y="11086"/>
                    <a:pt x="26206" y="9205"/>
                    <a:pt x="27147" y="7942"/>
                  </a:cubicBezTo>
                  <a:cubicBezTo>
                    <a:pt x="27576" y="7359"/>
                    <a:pt x="28254" y="7002"/>
                    <a:pt x="28933" y="6788"/>
                  </a:cubicBezTo>
                  <a:cubicBezTo>
                    <a:pt x="29624" y="6573"/>
                    <a:pt x="30338" y="6478"/>
                    <a:pt x="31040" y="6299"/>
                  </a:cubicBezTo>
                  <a:cubicBezTo>
                    <a:pt x="31802" y="6121"/>
                    <a:pt x="32541" y="5847"/>
                    <a:pt x="33160" y="5371"/>
                  </a:cubicBezTo>
                  <a:cubicBezTo>
                    <a:pt x="33779" y="4906"/>
                    <a:pt x="34279" y="4228"/>
                    <a:pt x="34410" y="3466"/>
                  </a:cubicBezTo>
                  <a:cubicBezTo>
                    <a:pt x="34753" y="1504"/>
                    <a:pt x="32934" y="140"/>
                    <a:pt x="31142" y="140"/>
                  </a:cubicBezTo>
                  <a:cubicBezTo>
                    <a:pt x="30944" y="140"/>
                    <a:pt x="30747" y="157"/>
                    <a:pt x="30552" y="192"/>
                  </a:cubicBezTo>
                  <a:cubicBezTo>
                    <a:pt x="29552" y="358"/>
                    <a:pt x="28528" y="977"/>
                    <a:pt x="28100" y="1930"/>
                  </a:cubicBezTo>
                  <a:cubicBezTo>
                    <a:pt x="27671" y="2870"/>
                    <a:pt x="27861" y="4013"/>
                    <a:pt x="27409" y="4942"/>
                  </a:cubicBezTo>
                  <a:cubicBezTo>
                    <a:pt x="26992" y="5787"/>
                    <a:pt x="26111" y="6323"/>
                    <a:pt x="25206" y="6585"/>
                  </a:cubicBezTo>
                  <a:cubicBezTo>
                    <a:pt x="24290" y="6859"/>
                    <a:pt x="23337" y="6895"/>
                    <a:pt x="22408" y="7049"/>
                  </a:cubicBezTo>
                  <a:cubicBezTo>
                    <a:pt x="20122" y="7419"/>
                    <a:pt x="18229" y="9395"/>
                    <a:pt x="18848" y="11812"/>
                  </a:cubicBezTo>
                  <a:cubicBezTo>
                    <a:pt x="19003" y="12407"/>
                    <a:pt x="19277" y="12907"/>
                    <a:pt x="19634" y="13300"/>
                  </a:cubicBezTo>
                  <a:cubicBezTo>
                    <a:pt x="20003" y="13717"/>
                    <a:pt x="20480" y="14003"/>
                    <a:pt x="21015" y="14169"/>
                  </a:cubicBezTo>
                  <a:cubicBezTo>
                    <a:pt x="19734" y="14533"/>
                    <a:pt x="18559" y="14676"/>
                    <a:pt x="17491" y="14676"/>
                  </a:cubicBezTo>
                  <a:cubicBezTo>
                    <a:pt x="16010" y="14676"/>
                    <a:pt x="14735" y="14401"/>
                    <a:pt x="13669" y="14062"/>
                  </a:cubicBezTo>
                  <a:cubicBezTo>
                    <a:pt x="14229" y="13896"/>
                    <a:pt x="14729" y="13598"/>
                    <a:pt x="15110" y="13169"/>
                  </a:cubicBezTo>
                  <a:cubicBezTo>
                    <a:pt x="15479" y="12776"/>
                    <a:pt x="15741" y="12276"/>
                    <a:pt x="15896" y="11681"/>
                  </a:cubicBezTo>
                  <a:cubicBezTo>
                    <a:pt x="16527" y="9264"/>
                    <a:pt x="14622" y="7288"/>
                    <a:pt x="12336" y="6919"/>
                  </a:cubicBezTo>
                  <a:cubicBezTo>
                    <a:pt x="11407" y="6764"/>
                    <a:pt x="10454" y="6728"/>
                    <a:pt x="9550" y="6454"/>
                  </a:cubicBezTo>
                  <a:cubicBezTo>
                    <a:pt x="8645" y="6192"/>
                    <a:pt x="7752" y="5656"/>
                    <a:pt x="7347" y="4811"/>
                  </a:cubicBezTo>
                  <a:cubicBezTo>
                    <a:pt x="6894" y="3871"/>
                    <a:pt x="7073" y="2739"/>
                    <a:pt x="6644" y="1799"/>
                  </a:cubicBezTo>
                  <a:cubicBezTo>
                    <a:pt x="6216" y="846"/>
                    <a:pt x="5204" y="227"/>
                    <a:pt x="4192" y="49"/>
                  </a:cubicBezTo>
                  <a:cubicBezTo>
                    <a:pt x="4004" y="16"/>
                    <a:pt x="3813" y="1"/>
                    <a:pt x="3622" y="1"/>
                  </a:cubicBezTo>
                  <a:close/>
                </a:path>
              </a:pathLst>
            </a:custGeom>
            <a:solidFill>
              <a:srgbClr val="053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2"/>
            <p:cNvSpPr/>
            <p:nvPr/>
          </p:nvSpPr>
          <p:spPr>
            <a:xfrm>
              <a:off x="6272420" y="1485931"/>
              <a:ext cx="290432" cy="127706"/>
            </a:xfrm>
            <a:custGeom>
              <a:avLst/>
              <a:gdLst/>
              <a:ahLst/>
              <a:cxnLst/>
              <a:rect l="l" t="t" r="r" b="b"/>
              <a:pathLst>
                <a:path w="27766" h="12209" extrusionOk="0">
                  <a:moveTo>
                    <a:pt x="2883" y="0"/>
                  </a:moveTo>
                  <a:cubicBezTo>
                    <a:pt x="1460" y="0"/>
                    <a:pt x="1" y="1084"/>
                    <a:pt x="279" y="2660"/>
                  </a:cubicBezTo>
                  <a:cubicBezTo>
                    <a:pt x="386" y="3267"/>
                    <a:pt x="779" y="3803"/>
                    <a:pt x="1268" y="4184"/>
                  </a:cubicBezTo>
                  <a:cubicBezTo>
                    <a:pt x="1768" y="4553"/>
                    <a:pt x="2363" y="4779"/>
                    <a:pt x="2970" y="4922"/>
                  </a:cubicBezTo>
                  <a:cubicBezTo>
                    <a:pt x="3530" y="5065"/>
                    <a:pt x="4101" y="5136"/>
                    <a:pt x="4649" y="5315"/>
                  </a:cubicBezTo>
                  <a:cubicBezTo>
                    <a:pt x="5197" y="5482"/>
                    <a:pt x="5732" y="5767"/>
                    <a:pt x="6078" y="6232"/>
                  </a:cubicBezTo>
                  <a:cubicBezTo>
                    <a:pt x="6828" y="7244"/>
                    <a:pt x="6447" y="8744"/>
                    <a:pt x="7066" y="9839"/>
                  </a:cubicBezTo>
                  <a:cubicBezTo>
                    <a:pt x="7602" y="10768"/>
                    <a:pt x="8780" y="11256"/>
                    <a:pt x="9816" y="11328"/>
                  </a:cubicBezTo>
                  <a:cubicBezTo>
                    <a:pt x="10852" y="11756"/>
                    <a:pt x="12245" y="12209"/>
                    <a:pt x="13971" y="12209"/>
                  </a:cubicBezTo>
                  <a:cubicBezTo>
                    <a:pt x="15138" y="12209"/>
                    <a:pt x="16460" y="11994"/>
                    <a:pt x="17936" y="11435"/>
                  </a:cubicBezTo>
                  <a:cubicBezTo>
                    <a:pt x="18984" y="11363"/>
                    <a:pt x="20163" y="10887"/>
                    <a:pt x="20699" y="9946"/>
                  </a:cubicBezTo>
                  <a:cubicBezTo>
                    <a:pt x="21330" y="8851"/>
                    <a:pt x="20937" y="7351"/>
                    <a:pt x="21699" y="6339"/>
                  </a:cubicBezTo>
                  <a:cubicBezTo>
                    <a:pt x="22032" y="5875"/>
                    <a:pt x="22568" y="5589"/>
                    <a:pt x="23127" y="5422"/>
                  </a:cubicBezTo>
                  <a:cubicBezTo>
                    <a:pt x="23675" y="5244"/>
                    <a:pt x="24247" y="5172"/>
                    <a:pt x="24806" y="5029"/>
                  </a:cubicBezTo>
                  <a:cubicBezTo>
                    <a:pt x="25413" y="4886"/>
                    <a:pt x="26009" y="4660"/>
                    <a:pt x="26497" y="4291"/>
                  </a:cubicBezTo>
                  <a:cubicBezTo>
                    <a:pt x="26997" y="3910"/>
                    <a:pt x="27390" y="3374"/>
                    <a:pt x="27497" y="2767"/>
                  </a:cubicBezTo>
                  <a:cubicBezTo>
                    <a:pt x="27765" y="1191"/>
                    <a:pt x="26314" y="107"/>
                    <a:pt x="24884" y="107"/>
                  </a:cubicBezTo>
                  <a:cubicBezTo>
                    <a:pt x="24726" y="107"/>
                    <a:pt x="24568" y="120"/>
                    <a:pt x="24413" y="148"/>
                  </a:cubicBezTo>
                  <a:cubicBezTo>
                    <a:pt x="23616" y="291"/>
                    <a:pt x="22806" y="779"/>
                    <a:pt x="22461" y="1541"/>
                  </a:cubicBezTo>
                  <a:cubicBezTo>
                    <a:pt x="22115" y="2291"/>
                    <a:pt x="22258" y="3196"/>
                    <a:pt x="21901" y="3946"/>
                  </a:cubicBezTo>
                  <a:cubicBezTo>
                    <a:pt x="21568" y="4624"/>
                    <a:pt x="20865" y="5041"/>
                    <a:pt x="20139" y="5255"/>
                  </a:cubicBezTo>
                  <a:cubicBezTo>
                    <a:pt x="19413" y="5470"/>
                    <a:pt x="18651" y="5505"/>
                    <a:pt x="17912" y="5625"/>
                  </a:cubicBezTo>
                  <a:cubicBezTo>
                    <a:pt x="16079" y="5922"/>
                    <a:pt x="14567" y="7494"/>
                    <a:pt x="15067" y="9435"/>
                  </a:cubicBezTo>
                  <a:cubicBezTo>
                    <a:pt x="15186" y="9911"/>
                    <a:pt x="15400" y="10304"/>
                    <a:pt x="15686" y="10625"/>
                  </a:cubicBezTo>
                  <a:cubicBezTo>
                    <a:pt x="15984" y="10947"/>
                    <a:pt x="16365" y="11185"/>
                    <a:pt x="16793" y="11316"/>
                  </a:cubicBezTo>
                  <a:cubicBezTo>
                    <a:pt x="15772" y="11610"/>
                    <a:pt x="14835" y="11724"/>
                    <a:pt x="13982" y="11724"/>
                  </a:cubicBezTo>
                  <a:cubicBezTo>
                    <a:pt x="12796" y="11724"/>
                    <a:pt x="11775" y="11502"/>
                    <a:pt x="10923" y="11232"/>
                  </a:cubicBezTo>
                  <a:cubicBezTo>
                    <a:pt x="11376" y="11101"/>
                    <a:pt x="11769" y="10851"/>
                    <a:pt x="12078" y="10518"/>
                  </a:cubicBezTo>
                  <a:cubicBezTo>
                    <a:pt x="12364" y="10197"/>
                    <a:pt x="12590" y="9804"/>
                    <a:pt x="12709" y="9327"/>
                  </a:cubicBezTo>
                  <a:cubicBezTo>
                    <a:pt x="13209" y="7399"/>
                    <a:pt x="11685" y="5815"/>
                    <a:pt x="9864" y="5517"/>
                  </a:cubicBezTo>
                  <a:cubicBezTo>
                    <a:pt x="9114" y="5398"/>
                    <a:pt x="8352" y="5363"/>
                    <a:pt x="7637" y="5148"/>
                  </a:cubicBezTo>
                  <a:cubicBezTo>
                    <a:pt x="6911" y="4934"/>
                    <a:pt x="6209" y="4517"/>
                    <a:pt x="5875" y="3839"/>
                  </a:cubicBezTo>
                  <a:cubicBezTo>
                    <a:pt x="5506" y="3088"/>
                    <a:pt x="5661" y="2184"/>
                    <a:pt x="5316" y="1434"/>
                  </a:cubicBezTo>
                  <a:cubicBezTo>
                    <a:pt x="4970" y="672"/>
                    <a:pt x="4161" y="183"/>
                    <a:pt x="3351" y="40"/>
                  </a:cubicBezTo>
                  <a:cubicBezTo>
                    <a:pt x="3197" y="13"/>
                    <a:pt x="3040" y="0"/>
                    <a:pt x="2883" y="0"/>
                  </a:cubicBezTo>
                  <a:close/>
                </a:path>
              </a:pathLst>
            </a:custGeom>
            <a:solidFill>
              <a:srgbClr val="053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2"/>
            <p:cNvSpPr/>
            <p:nvPr/>
          </p:nvSpPr>
          <p:spPr>
            <a:xfrm>
              <a:off x="6319887" y="1450304"/>
              <a:ext cx="197464" cy="86870"/>
            </a:xfrm>
            <a:custGeom>
              <a:avLst/>
              <a:gdLst/>
              <a:ahLst/>
              <a:cxnLst/>
              <a:rect l="l" t="t" r="r" b="b"/>
              <a:pathLst>
                <a:path w="18878" h="8305" extrusionOk="0">
                  <a:moveTo>
                    <a:pt x="1954" y="1"/>
                  </a:moveTo>
                  <a:cubicBezTo>
                    <a:pt x="984" y="1"/>
                    <a:pt x="0" y="743"/>
                    <a:pt x="182" y="1803"/>
                  </a:cubicBezTo>
                  <a:cubicBezTo>
                    <a:pt x="254" y="2220"/>
                    <a:pt x="516" y="2589"/>
                    <a:pt x="861" y="2839"/>
                  </a:cubicBezTo>
                  <a:cubicBezTo>
                    <a:pt x="1194" y="3101"/>
                    <a:pt x="1599" y="3244"/>
                    <a:pt x="2004" y="3351"/>
                  </a:cubicBezTo>
                  <a:cubicBezTo>
                    <a:pt x="2385" y="3446"/>
                    <a:pt x="2778" y="3494"/>
                    <a:pt x="3159" y="3613"/>
                  </a:cubicBezTo>
                  <a:cubicBezTo>
                    <a:pt x="3528" y="3732"/>
                    <a:pt x="3897" y="3923"/>
                    <a:pt x="4123" y="4232"/>
                  </a:cubicBezTo>
                  <a:cubicBezTo>
                    <a:pt x="4635" y="4923"/>
                    <a:pt x="4373" y="5947"/>
                    <a:pt x="4802" y="6685"/>
                  </a:cubicBezTo>
                  <a:cubicBezTo>
                    <a:pt x="5159" y="7328"/>
                    <a:pt x="5957" y="7649"/>
                    <a:pt x="6671" y="7709"/>
                  </a:cubicBezTo>
                  <a:cubicBezTo>
                    <a:pt x="7374" y="7995"/>
                    <a:pt x="8314" y="8304"/>
                    <a:pt x="9493" y="8304"/>
                  </a:cubicBezTo>
                  <a:cubicBezTo>
                    <a:pt x="10291" y="8304"/>
                    <a:pt x="11184" y="8161"/>
                    <a:pt x="12184" y="7780"/>
                  </a:cubicBezTo>
                  <a:cubicBezTo>
                    <a:pt x="12898" y="7721"/>
                    <a:pt x="13708" y="7399"/>
                    <a:pt x="14065" y="6756"/>
                  </a:cubicBezTo>
                  <a:cubicBezTo>
                    <a:pt x="14494" y="6018"/>
                    <a:pt x="14232" y="4994"/>
                    <a:pt x="14744" y="4304"/>
                  </a:cubicBezTo>
                  <a:cubicBezTo>
                    <a:pt x="14982" y="3994"/>
                    <a:pt x="15339" y="3804"/>
                    <a:pt x="15720" y="3685"/>
                  </a:cubicBezTo>
                  <a:cubicBezTo>
                    <a:pt x="16089" y="3566"/>
                    <a:pt x="16482" y="3518"/>
                    <a:pt x="16863" y="3423"/>
                  </a:cubicBezTo>
                  <a:cubicBezTo>
                    <a:pt x="17268" y="3316"/>
                    <a:pt x="17673" y="3173"/>
                    <a:pt x="18018" y="2911"/>
                  </a:cubicBezTo>
                  <a:cubicBezTo>
                    <a:pt x="18351" y="2661"/>
                    <a:pt x="18613" y="2292"/>
                    <a:pt x="18685" y="1875"/>
                  </a:cubicBezTo>
                  <a:cubicBezTo>
                    <a:pt x="18877" y="815"/>
                    <a:pt x="17885" y="72"/>
                    <a:pt x="16913" y="72"/>
                  </a:cubicBezTo>
                  <a:cubicBezTo>
                    <a:pt x="16804" y="72"/>
                    <a:pt x="16696" y="82"/>
                    <a:pt x="16589" y="101"/>
                  </a:cubicBezTo>
                  <a:cubicBezTo>
                    <a:pt x="16053" y="196"/>
                    <a:pt x="15494" y="529"/>
                    <a:pt x="15256" y="1041"/>
                  </a:cubicBezTo>
                  <a:cubicBezTo>
                    <a:pt x="15029" y="1553"/>
                    <a:pt x="15125" y="2173"/>
                    <a:pt x="14887" y="2673"/>
                  </a:cubicBezTo>
                  <a:cubicBezTo>
                    <a:pt x="14660" y="3137"/>
                    <a:pt x="14184" y="3435"/>
                    <a:pt x="13684" y="3577"/>
                  </a:cubicBezTo>
                  <a:cubicBezTo>
                    <a:pt x="13196" y="3720"/>
                    <a:pt x="12672" y="3744"/>
                    <a:pt x="12172" y="3827"/>
                  </a:cubicBezTo>
                  <a:cubicBezTo>
                    <a:pt x="10922" y="4030"/>
                    <a:pt x="9898" y="5101"/>
                    <a:pt x="10231" y="6411"/>
                  </a:cubicBezTo>
                  <a:cubicBezTo>
                    <a:pt x="10315" y="6733"/>
                    <a:pt x="10469" y="7006"/>
                    <a:pt x="10660" y="7221"/>
                  </a:cubicBezTo>
                  <a:cubicBezTo>
                    <a:pt x="10862" y="7447"/>
                    <a:pt x="11124" y="7602"/>
                    <a:pt x="11410" y="7697"/>
                  </a:cubicBezTo>
                  <a:cubicBezTo>
                    <a:pt x="10712" y="7897"/>
                    <a:pt x="10072" y="7975"/>
                    <a:pt x="9491" y="7975"/>
                  </a:cubicBezTo>
                  <a:cubicBezTo>
                    <a:pt x="8686" y="7975"/>
                    <a:pt x="7995" y="7824"/>
                    <a:pt x="7421" y="7637"/>
                  </a:cubicBezTo>
                  <a:cubicBezTo>
                    <a:pt x="7731" y="7542"/>
                    <a:pt x="7993" y="7376"/>
                    <a:pt x="8207" y="7149"/>
                  </a:cubicBezTo>
                  <a:cubicBezTo>
                    <a:pt x="8398" y="6935"/>
                    <a:pt x="8552" y="6661"/>
                    <a:pt x="8636" y="6340"/>
                  </a:cubicBezTo>
                  <a:cubicBezTo>
                    <a:pt x="8969" y="5030"/>
                    <a:pt x="7945" y="3958"/>
                    <a:pt x="6695" y="3756"/>
                  </a:cubicBezTo>
                  <a:cubicBezTo>
                    <a:pt x="6195" y="3673"/>
                    <a:pt x="5671" y="3649"/>
                    <a:pt x="5183" y="3506"/>
                  </a:cubicBezTo>
                  <a:cubicBezTo>
                    <a:pt x="4695" y="3363"/>
                    <a:pt x="4207" y="3065"/>
                    <a:pt x="3980" y="2601"/>
                  </a:cubicBezTo>
                  <a:cubicBezTo>
                    <a:pt x="3742" y="2101"/>
                    <a:pt x="3838" y="1482"/>
                    <a:pt x="3611" y="970"/>
                  </a:cubicBezTo>
                  <a:cubicBezTo>
                    <a:pt x="3373" y="458"/>
                    <a:pt x="2826" y="125"/>
                    <a:pt x="2278" y="29"/>
                  </a:cubicBezTo>
                  <a:cubicBezTo>
                    <a:pt x="2171" y="10"/>
                    <a:pt x="2063" y="1"/>
                    <a:pt x="1954" y="1"/>
                  </a:cubicBezTo>
                  <a:close/>
                </a:path>
              </a:pathLst>
            </a:custGeom>
            <a:solidFill>
              <a:srgbClr val="053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2"/>
            <p:cNvSpPr/>
            <p:nvPr/>
          </p:nvSpPr>
          <p:spPr>
            <a:xfrm>
              <a:off x="6408222" y="1535543"/>
              <a:ext cx="14947" cy="1166321"/>
            </a:xfrm>
            <a:custGeom>
              <a:avLst/>
              <a:gdLst/>
              <a:ahLst/>
              <a:cxnLst/>
              <a:rect l="l" t="t" r="r" b="b"/>
              <a:pathLst>
                <a:path w="1429" h="111503" extrusionOk="0">
                  <a:moveTo>
                    <a:pt x="0" y="0"/>
                  </a:moveTo>
                  <a:lnTo>
                    <a:pt x="0" y="111502"/>
                  </a:lnTo>
                  <a:lnTo>
                    <a:pt x="1429" y="111502"/>
                  </a:lnTo>
                  <a:lnTo>
                    <a:pt x="1429" y="0"/>
                  </a:lnTo>
                  <a:close/>
                </a:path>
              </a:pathLst>
            </a:custGeom>
            <a:solidFill>
              <a:srgbClr val="053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2"/>
            <p:cNvSpPr/>
            <p:nvPr/>
          </p:nvSpPr>
          <p:spPr>
            <a:xfrm>
              <a:off x="7281987" y="1487092"/>
              <a:ext cx="146597" cy="31777"/>
            </a:xfrm>
            <a:custGeom>
              <a:avLst/>
              <a:gdLst/>
              <a:ahLst/>
              <a:cxnLst/>
              <a:rect l="l" t="t" r="r" b="b"/>
              <a:pathLst>
                <a:path w="14015" h="3038" extrusionOk="0">
                  <a:moveTo>
                    <a:pt x="1525" y="1"/>
                  </a:moveTo>
                  <a:cubicBezTo>
                    <a:pt x="691" y="1"/>
                    <a:pt x="1" y="680"/>
                    <a:pt x="1" y="1513"/>
                  </a:cubicBezTo>
                  <a:cubicBezTo>
                    <a:pt x="1" y="2358"/>
                    <a:pt x="691" y="3037"/>
                    <a:pt x="1525" y="3037"/>
                  </a:cubicBezTo>
                  <a:lnTo>
                    <a:pt x="12490" y="3037"/>
                  </a:lnTo>
                  <a:cubicBezTo>
                    <a:pt x="13324" y="3037"/>
                    <a:pt x="14014" y="2358"/>
                    <a:pt x="14014" y="1513"/>
                  </a:cubicBezTo>
                  <a:cubicBezTo>
                    <a:pt x="14014" y="680"/>
                    <a:pt x="13324" y="1"/>
                    <a:pt x="12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2"/>
            <p:cNvSpPr/>
            <p:nvPr/>
          </p:nvSpPr>
          <p:spPr>
            <a:xfrm>
              <a:off x="7081354" y="1276752"/>
              <a:ext cx="146471" cy="31893"/>
            </a:xfrm>
            <a:custGeom>
              <a:avLst/>
              <a:gdLst/>
              <a:ahLst/>
              <a:cxnLst/>
              <a:rect l="l" t="t" r="r" b="b"/>
              <a:pathLst>
                <a:path w="14003" h="3049" extrusionOk="0">
                  <a:moveTo>
                    <a:pt x="1525" y="0"/>
                  </a:moveTo>
                  <a:cubicBezTo>
                    <a:pt x="679" y="0"/>
                    <a:pt x="1" y="691"/>
                    <a:pt x="1" y="1524"/>
                  </a:cubicBezTo>
                  <a:cubicBezTo>
                    <a:pt x="1" y="2358"/>
                    <a:pt x="679" y="3048"/>
                    <a:pt x="1525" y="3048"/>
                  </a:cubicBezTo>
                  <a:lnTo>
                    <a:pt x="12490" y="3048"/>
                  </a:lnTo>
                  <a:cubicBezTo>
                    <a:pt x="13324" y="3048"/>
                    <a:pt x="14002" y="2358"/>
                    <a:pt x="14002" y="1524"/>
                  </a:cubicBezTo>
                  <a:cubicBezTo>
                    <a:pt x="14002" y="691"/>
                    <a:pt x="13324" y="0"/>
                    <a:pt x="124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2"/>
            <p:cNvSpPr/>
            <p:nvPr/>
          </p:nvSpPr>
          <p:spPr>
            <a:xfrm>
              <a:off x="7272521" y="1149349"/>
              <a:ext cx="146471" cy="31893"/>
            </a:xfrm>
            <a:custGeom>
              <a:avLst/>
              <a:gdLst/>
              <a:ahLst/>
              <a:cxnLst/>
              <a:rect l="l" t="t" r="r" b="b"/>
              <a:pathLst>
                <a:path w="14003" h="3049" extrusionOk="0">
                  <a:moveTo>
                    <a:pt x="1513" y="0"/>
                  </a:moveTo>
                  <a:cubicBezTo>
                    <a:pt x="679" y="0"/>
                    <a:pt x="1" y="691"/>
                    <a:pt x="1" y="1524"/>
                  </a:cubicBezTo>
                  <a:cubicBezTo>
                    <a:pt x="1" y="2358"/>
                    <a:pt x="679" y="3048"/>
                    <a:pt x="1513" y="3048"/>
                  </a:cubicBezTo>
                  <a:lnTo>
                    <a:pt x="12478" y="3048"/>
                  </a:lnTo>
                  <a:cubicBezTo>
                    <a:pt x="13324" y="3048"/>
                    <a:pt x="14002" y="2358"/>
                    <a:pt x="14002" y="1524"/>
                  </a:cubicBezTo>
                  <a:cubicBezTo>
                    <a:pt x="14002" y="691"/>
                    <a:pt x="13324" y="0"/>
                    <a:pt x="124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2"/>
            <p:cNvSpPr/>
            <p:nvPr/>
          </p:nvSpPr>
          <p:spPr>
            <a:xfrm>
              <a:off x="7272521" y="1891601"/>
              <a:ext cx="146471" cy="31893"/>
            </a:xfrm>
            <a:custGeom>
              <a:avLst/>
              <a:gdLst/>
              <a:ahLst/>
              <a:cxnLst/>
              <a:rect l="l" t="t" r="r" b="b"/>
              <a:pathLst>
                <a:path w="14003" h="3049" extrusionOk="0">
                  <a:moveTo>
                    <a:pt x="1513" y="0"/>
                  </a:moveTo>
                  <a:cubicBezTo>
                    <a:pt x="679" y="0"/>
                    <a:pt x="1" y="691"/>
                    <a:pt x="1" y="1524"/>
                  </a:cubicBezTo>
                  <a:cubicBezTo>
                    <a:pt x="1" y="2358"/>
                    <a:pt x="679" y="3048"/>
                    <a:pt x="1513" y="3048"/>
                  </a:cubicBezTo>
                  <a:lnTo>
                    <a:pt x="12478" y="3048"/>
                  </a:lnTo>
                  <a:cubicBezTo>
                    <a:pt x="13324" y="3048"/>
                    <a:pt x="14002" y="2358"/>
                    <a:pt x="14002" y="1524"/>
                  </a:cubicBezTo>
                  <a:cubicBezTo>
                    <a:pt x="14002" y="691"/>
                    <a:pt x="13324" y="0"/>
                    <a:pt x="124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p:nvPr/>
          </p:nvSpPr>
          <p:spPr>
            <a:xfrm>
              <a:off x="8172447" y="2323380"/>
              <a:ext cx="277106" cy="476118"/>
            </a:xfrm>
            <a:custGeom>
              <a:avLst/>
              <a:gdLst/>
              <a:ahLst/>
              <a:cxnLst/>
              <a:rect l="l" t="t" r="r" b="b"/>
              <a:pathLst>
                <a:path w="26492" h="45518" extrusionOk="0">
                  <a:moveTo>
                    <a:pt x="12073" y="0"/>
                  </a:moveTo>
                  <a:cubicBezTo>
                    <a:pt x="5429" y="0"/>
                    <a:pt x="0" y="5441"/>
                    <a:pt x="0" y="12073"/>
                  </a:cubicBezTo>
                  <a:lnTo>
                    <a:pt x="0" y="33457"/>
                  </a:lnTo>
                  <a:cubicBezTo>
                    <a:pt x="0" y="40088"/>
                    <a:pt x="5429" y="45518"/>
                    <a:pt x="12073" y="45518"/>
                  </a:cubicBezTo>
                  <a:lnTo>
                    <a:pt x="14419" y="45518"/>
                  </a:lnTo>
                  <a:cubicBezTo>
                    <a:pt x="21062" y="45518"/>
                    <a:pt x="26492" y="40088"/>
                    <a:pt x="26492" y="33457"/>
                  </a:cubicBezTo>
                  <a:lnTo>
                    <a:pt x="26492" y="12073"/>
                  </a:lnTo>
                  <a:cubicBezTo>
                    <a:pt x="26492" y="5441"/>
                    <a:pt x="21062" y="0"/>
                    <a:pt x="144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2"/>
            <p:cNvSpPr/>
            <p:nvPr/>
          </p:nvSpPr>
          <p:spPr>
            <a:xfrm>
              <a:off x="8172573" y="2452278"/>
              <a:ext cx="229283" cy="94035"/>
            </a:xfrm>
            <a:custGeom>
              <a:avLst/>
              <a:gdLst/>
              <a:ahLst/>
              <a:cxnLst/>
              <a:rect l="l" t="t" r="r" b="b"/>
              <a:pathLst>
                <a:path w="21920" h="8990" extrusionOk="0">
                  <a:moveTo>
                    <a:pt x="0" y="0"/>
                  </a:moveTo>
                  <a:lnTo>
                    <a:pt x="0" y="8989"/>
                  </a:lnTo>
                  <a:lnTo>
                    <a:pt x="21920" y="8989"/>
                  </a:lnTo>
                  <a:lnTo>
                    <a:pt x="21920"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2"/>
            <p:cNvSpPr/>
            <p:nvPr/>
          </p:nvSpPr>
          <p:spPr>
            <a:xfrm>
              <a:off x="8210679" y="2579681"/>
              <a:ext cx="38242" cy="148208"/>
            </a:xfrm>
            <a:custGeom>
              <a:avLst/>
              <a:gdLst/>
              <a:ahLst/>
              <a:cxnLst/>
              <a:rect l="l" t="t" r="r" b="b"/>
              <a:pathLst>
                <a:path w="3656" h="14169" extrusionOk="0">
                  <a:moveTo>
                    <a:pt x="1822" y="0"/>
                  </a:moveTo>
                  <a:cubicBezTo>
                    <a:pt x="822" y="0"/>
                    <a:pt x="0" y="834"/>
                    <a:pt x="0" y="1834"/>
                  </a:cubicBezTo>
                  <a:lnTo>
                    <a:pt x="0" y="12335"/>
                  </a:lnTo>
                  <a:cubicBezTo>
                    <a:pt x="0" y="13347"/>
                    <a:pt x="822" y="14169"/>
                    <a:pt x="1822" y="14169"/>
                  </a:cubicBezTo>
                  <a:cubicBezTo>
                    <a:pt x="2834" y="14169"/>
                    <a:pt x="3656" y="13347"/>
                    <a:pt x="3656" y="12335"/>
                  </a:cubicBezTo>
                  <a:lnTo>
                    <a:pt x="3656" y="1834"/>
                  </a:lnTo>
                  <a:cubicBezTo>
                    <a:pt x="3656" y="834"/>
                    <a:pt x="2834" y="0"/>
                    <a:pt x="1822" y="0"/>
                  </a:cubicBez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2"/>
            <p:cNvSpPr/>
            <p:nvPr/>
          </p:nvSpPr>
          <p:spPr>
            <a:xfrm>
              <a:off x="7013856" y="2350398"/>
              <a:ext cx="269763" cy="463545"/>
            </a:xfrm>
            <a:custGeom>
              <a:avLst/>
              <a:gdLst/>
              <a:ahLst/>
              <a:cxnLst/>
              <a:rect l="l" t="t" r="r" b="b"/>
              <a:pathLst>
                <a:path w="25790" h="44316" extrusionOk="0">
                  <a:moveTo>
                    <a:pt x="11752" y="1"/>
                  </a:moveTo>
                  <a:cubicBezTo>
                    <a:pt x="5287" y="1"/>
                    <a:pt x="0" y="5287"/>
                    <a:pt x="0" y="11752"/>
                  </a:cubicBezTo>
                  <a:lnTo>
                    <a:pt x="0" y="32553"/>
                  </a:lnTo>
                  <a:cubicBezTo>
                    <a:pt x="0" y="39018"/>
                    <a:pt x="5287" y="44316"/>
                    <a:pt x="11752" y="44316"/>
                  </a:cubicBezTo>
                  <a:lnTo>
                    <a:pt x="14038" y="44316"/>
                  </a:lnTo>
                  <a:cubicBezTo>
                    <a:pt x="20503" y="44316"/>
                    <a:pt x="25789" y="39018"/>
                    <a:pt x="25789" y="32553"/>
                  </a:cubicBezTo>
                  <a:lnTo>
                    <a:pt x="25789" y="11752"/>
                  </a:lnTo>
                  <a:cubicBezTo>
                    <a:pt x="25789" y="5287"/>
                    <a:pt x="20503" y="1"/>
                    <a:pt x="140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2"/>
            <p:cNvSpPr/>
            <p:nvPr/>
          </p:nvSpPr>
          <p:spPr>
            <a:xfrm>
              <a:off x="7013981" y="2475813"/>
              <a:ext cx="223185" cy="91546"/>
            </a:xfrm>
            <a:custGeom>
              <a:avLst/>
              <a:gdLst/>
              <a:ahLst/>
              <a:cxnLst/>
              <a:rect l="l" t="t" r="r" b="b"/>
              <a:pathLst>
                <a:path w="21337" h="8752" extrusionOk="0">
                  <a:moveTo>
                    <a:pt x="0" y="0"/>
                  </a:moveTo>
                  <a:lnTo>
                    <a:pt x="0" y="8752"/>
                  </a:lnTo>
                  <a:lnTo>
                    <a:pt x="21336" y="8752"/>
                  </a:lnTo>
                  <a:lnTo>
                    <a:pt x="21336"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2"/>
            <p:cNvSpPr/>
            <p:nvPr/>
          </p:nvSpPr>
          <p:spPr>
            <a:xfrm>
              <a:off x="7050968" y="2599858"/>
              <a:ext cx="37248" cy="144222"/>
            </a:xfrm>
            <a:custGeom>
              <a:avLst/>
              <a:gdLst/>
              <a:ahLst/>
              <a:cxnLst/>
              <a:rect l="l" t="t" r="r" b="b"/>
              <a:pathLst>
                <a:path w="3561" h="13788" extrusionOk="0">
                  <a:moveTo>
                    <a:pt x="1786" y="0"/>
                  </a:moveTo>
                  <a:cubicBezTo>
                    <a:pt x="810" y="0"/>
                    <a:pt x="0" y="798"/>
                    <a:pt x="0" y="1786"/>
                  </a:cubicBezTo>
                  <a:lnTo>
                    <a:pt x="0" y="12013"/>
                  </a:lnTo>
                  <a:cubicBezTo>
                    <a:pt x="0" y="12990"/>
                    <a:pt x="810" y="13787"/>
                    <a:pt x="1786" y="13787"/>
                  </a:cubicBezTo>
                  <a:cubicBezTo>
                    <a:pt x="2763" y="13787"/>
                    <a:pt x="3560" y="12990"/>
                    <a:pt x="3560" y="12013"/>
                  </a:cubicBezTo>
                  <a:lnTo>
                    <a:pt x="3560" y="1786"/>
                  </a:lnTo>
                  <a:cubicBezTo>
                    <a:pt x="3560" y="810"/>
                    <a:pt x="2763" y="0"/>
                    <a:pt x="1786" y="0"/>
                  </a:cubicBez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2"/>
            <p:cNvSpPr/>
            <p:nvPr/>
          </p:nvSpPr>
          <p:spPr>
            <a:xfrm>
              <a:off x="7258819" y="1969832"/>
              <a:ext cx="439634" cy="717462"/>
            </a:xfrm>
            <a:custGeom>
              <a:avLst/>
              <a:gdLst/>
              <a:ahLst/>
              <a:cxnLst/>
              <a:rect l="l" t="t" r="r" b="b"/>
              <a:pathLst>
                <a:path w="42030" h="68591" extrusionOk="0">
                  <a:moveTo>
                    <a:pt x="7141" y="1"/>
                  </a:moveTo>
                  <a:cubicBezTo>
                    <a:pt x="6448" y="1"/>
                    <a:pt x="5730" y="101"/>
                    <a:pt x="4990" y="320"/>
                  </a:cubicBezTo>
                  <a:cubicBezTo>
                    <a:pt x="3585" y="737"/>
                    <a:pt x="1549" y="1832"/>
                    <a:pt x="1" y="3273"/>
                  </a:cubicBezTo>
                  <a:lnTo>
                    <a:pt x="1" y="68590"/>
                  </a:lnTo>
                  <a:lnTo>
                    <a:pt x="42030" y="68590"/>
                  </a:lnTo>
                  <a:lnTo>
                    <a:pt x="42030" y="30002"/>
                  </a:lnTo>
                  <a:cubicBezTo>
                    <a:pt x="40636" y="30452"/>
                    <a:pt x="39068" y="30666"/>
                    <a:pt x="37458" y="30666"/>
                  </a:cubicBezTo>
                  <a:cubicBezTo>
                    <a:pt x="32934" y="30666"/>
                    <a:pt x="28083" y="28977"/>
                    <a:pt x="25861" y="26097"/>
                  </a:cubicBezTo>
                  <a:cubicBezTo>
                    <a:pt x="21539" y="20477"/>
                    <a:pt x="20932" y="12214"/>
                    <a:pt x="16563" y="6333"/>
                  </a:cubicBezTo>
                  <a:cubicBezTo>
                    <a:pt x="14264" y="3244"/>
                    <a:pt x="11087" y="1"/>
                    <a:pt x="71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2"/>
            <p:cNvSpPr/>
            <p:nvPr/>
          </p:nvSpPr>
          <p:spPr>
            <a:xfrm>
              <a:off x="7589480" y="1929832"/>
              <a:ext cx="14330" cy="358433"/>
            </a:xfrm>
            <a:custGeom>
              <a:avLst/>
              <a:gdLst/>
              <a:ahLst/>
              <a:cxnLst/>
              <a:rect l="l" t="t" r="r" b="b"/>
              <a:pathLst>
                <a:path w="1370" h="34267" extrusionOk="0">
                  <a:moveTo>
                    <a:pt x="0" y="1"/>
                  </a:moveTo>
                  <a:lnTo>
                    <a:pt x="0" y="34267"/>
                  </a:lnTo>
                  <a:lnTo>
                    <a:pt x="1369" y="34267"/>
                  </a:lnTo>
                  <a:lnTo>
                    <a:pt x="13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2"/>
            <p:cNvSpPr/>
            <p:nvPr/>
          </p:nvSpPr>
          <p:spPr>
            <a:xfrm>
              <a:off x="7519356" y="1810881"/>
              <a:ext cx="226051" cy="156701"/>
            </a:xfrm>
            <a:custGeom>
              <a:avLst/>
              <a:gdLst/>
              <a:ahLst/>
              <a:cxnLst/>
              <a:rect l="l" t="t" r="r" b="b"/>
              <a:pathLst>
                <a:path w="21611" h="14981" extrusionOk="0">
                  <a:moveTo>
                    <a:pt x="6624" y="0"/>
                  </a:moveTo>
                  <a:cubicBezTo>
                    <a:pt x="4384" y="0"/>
                    <a:pt x="2564" y="748"/>
                    <a:pt x="1703" y="2240"/>
                  </a:cubicBezTo>
                  <a:cubicBezTo>
                    <a:pt x="1" y="5181"/>
                    <a:pt x="2692" y="9932"/>
                    <a:pt x="7728" y="12825"/>
                  </a:cubicBezTo>
                  <a:cubicBezTo>
                    <a:pt x="10215" y="14263"/>
                    <a:pt x="12806" y="14980"/>
                    <a:pt x="14996" y="14980"/>
                  </a:cubicBezTo>
                  <a:cubicBezTo>
                    <a:pt x="17231" y="14980"/>
                    <a:pt x="19048" y="14233"/>
                    <a:pt x="19908" y="12742"/>
                  </a:cubicBezTo>
                  <a:cubicBezTo>
                    <a:pt x="21611" y="9789"/>
                    <a:pt x="18920" y="5050"/>
                    <a:pt x="13895" y="2145"/>
                  </a:cubicBezTo>
                  <a:cubicBezTo>
                    <a:pt x="11405" y="715"/>
                    <a:pt x="8814" y="0"/>
                    <a:pt x="66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2"/>
            <p:cNvSpPr/>
            <p:nvPr/>
          </p:nvSpPr>
          <p:spPr>
            <a:xfrm>
              <a:off x="7561698" y="1810892"/>
              <a:ext cx="168396" cy="109537"/>
            </a:xfrm>
            <a:custGeom>
              <a:avLst/>
              <a:gdLst/>
              <a:ahLst/>
              <a:cxnLst/>
              <a:rect l="l" t="t" r="r" b="b"/>
              <a:pathLst>
                <a:path w="16099" h="10472" extrusionOk="0">
                  <a:moveTo>
                    <a:pt x="2588" y="0"/>
                  </a:moveTo>
                  <a:cubicBezTo>
                    <a:pt x="2096" y="0"/>
                    <a:pt x="1625" y="36"/>
                    <a:pt x="1180" y="108"/>
                  </a:cubicBezTo>
                  <a:cubicBezTo>
                    <a:pt x="1" y="3728"/>
                    <a:pt x="3620" y="7800"/>
                    <a:pt x="6883" y="9383"/>
                  </a:cubicBezTo>
                  <a:cubicBezTo>
                    <a:pt x="8429" y="10135"/>
                    <a:pt x="9913" y="10471"/>
                    <a:pt x="11316" y="10471"/>
                  </a:cubicBezTo>
                  <a:cubicBezTo>
                    <a:pt x="13046" y="10471"/>
                    <a:pt x="14652" y="9960"/>
                    <a:pt x="16098" y="9086"/>
                  </a:cubicBezTo>
                  <a:cubicBezTo>
                    <a:pt x="15348" y="6657"/>
                    <a:pt x="13086" y="4025"/>
                    <a:pt x="9847" y="2144"/>
                  </a:cubicBezTo>
                  <a:cubicBezTo>
                    <a:pt x="7368" y="715"/>
                    <a:pt x="4777" y="0"/>
                    <a:pt x="2588" y="0"/>
                  </a:cubicBez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2"/>
            <p:cNvSpPr/>
            <p:nvPr/>
          </p:nvSpPr>
          <p:spPr>
            <a:xfrm>
              <a:off x="7610526" y="1846268"/>
              <a:ext cx="63021" cy="71620"/>
            </a:xfrm>
            <a:custGeom>
              <a:avLst/>
              <a:gdLst/>
              <a:ahLst/>
              <a:cxnLst/>
              <a:rect l="l" t="t" r="r" b="b"/>
              <a:pathLst>
                <a:path w="6025" h="6847" extrusionOk="0">
                  <a:moveTo>
                    <a:pt x="5322" y="0"/>
                  </a:moveTo>
                  <a:lnTo>
                    <a:pt x="0" y="6263"/>
                  </a:lnTo>
                  <a:lnTo>
                    <a:pt x="691" y="6847"/>
                  </a:lnTo>
                  <a:lnTo>
                    <a:pt x="6025" y="584"/>
                  </a:lnTo>
                  <a:lnTo>
                    <a:pt x="53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2"/>
            <p:cNvSpPr/>
            <p:nvPr/>
          </p:nvSpPr>
          <p:spPr>
            <a:xfrm>
              <a:off x="7293201" y="2307313"/>
              <a:ext cx="214963" cy="23922"/>
            </a:xfrm>
            <a:custGeom>
              <a:avLst/>
              <a:gdLst/>
              <a:ahLst/>
              <a:cxnLst/>
              <a:rect l="l" t="t" r="r" b="b"/>
              <a:pathLst>
                <a:path w="20551" h="2287" extrusionOk="0">
                  <a:moveTo>
                    <a:pt x="0" y="0"/>
                  </a:moveTo>
                  <a:lnTo>
                    <a:pt x="0" y="2286"/>
                  </a:lnTo>
                  <a:lnTo>
                    <a:pt x="20550" y="2286"/>
                  </a:lnTo>
                  <a:lnTo>
                    <a:pt x="20550"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2"/>
            <p:cNvSpPr/>
            <p:nvPr/>
          </p:nvSpPr>
          <p:spPr>
            <a:xfrm>
              <a:off x="7295565" y="2376684"/>
              <a:ext cx="215089" cy="23922"/>
            </a:xfrm>
            <a:custGeom>
              <a:avLst/>
              <a:gdLst/>
              <a:ahLst/>
              <a:cxnLst/>
              <a:rect l="l" t="t" r="r" b="b"/>
              <a:pathLst>
                <a:path w="20563" h="2287" extrusionOk="0">
                  <a:moveTo>
                    <a:pt x="0" y="0"/>
                  </a:moveTo>
                  <a:lnTo>
                    <a:pt x="0" y="2286"/>
                  </a:lnTo>
                  <a:lnTo>
                    <a:pt x="20562" y="2286"/>
                  </a:lnTo>
                  <a:lnTo>
                    <a:pt x="20562"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2"/>
            <p:cNvSpPr/>
            <p:nvPr/>
          </p:nvSpPr>
          <p:spPr>
            <a:xfrm>
              <a:off x="7295565" y="2448293"/>
              <a:ext cx="215089" cy="23922"/>
            </a:xfrm>
            <a:custGeom>
              <a:avLst/>
              <a:gdLst/>
              <a:ahLst/>
              <a:cxnLst/>
              <a:rect l="l" t="t" r="r" b="b"/>
              <a:pathLst>
                <a:path w="20563" h="2287" extrusionOk="0">
                  <a:moveTo>
                    <a:pt x="0" y="0"/>
                  </a:moveTo>
                  <a:lnTo>
                    <a:pt x="0" y="2286"/>
                  </a:lnTo>
                  <a:lnTo>
                    <a:pt x="20562" y="2286"/>
                  </a:lnTo>
                  <a:lnTo>
                    <a:pt x="20562"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2"/>
            <p:cNvSpPr/>
            <p:nvPr/>
          </p:nvSpPr>
          <p:spPr>
            <a:xfrm>
              <a:off x="7295565" y="2529609"/>
              <a:ext cx="215089" cy="23807"/>
            </a:xfrm>
            <a:custGeom>
              <a:avLst/>
              <a:gdLst/>
              <a:ahLst/>
              <a:cxnLst/>
              <a:rect l="l" t="t" r="r" b="b"/>
              <a:pathLst>
                <a:path w="20563" h="2276" extrusionOk="0">
                  <a:moveTo>
                    <a:pt x="0" y="1"/>
                  </a:moveTo>
                  <a:lnTo>
                    <a:pt x="0" y="2275"/>
                  </a:lnTo>
                  <a:lnTo>
                    <a:pt x="20562" y="2275"/>
                  </a:lnTo>
                  <a:lnTo>
                    <a:pt x="20562"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2"/>
            <p:cNvSpPr/>
            <p:nvPr/>
          </p:nvSpPr>
          <p:spPr>
            <a:xfrm>
              <a:off x="7599563" y="2560246"/>
              <a:ext cx="37123" cy="144233"/>
            </a:xfrm>
            <a:custGeom>
              <a:avLst/>
              <a:gdLst/>
              <a:ahLst/>
              <a:cxnLst/>
              <a:rect l="l" t="t" r="r" b="b"/>
              <a:pathLst>
                <a:path w="3549" h="13789" extrusionOk="0">
                  <a:moveTo>
                    <a:pt x="1774" y="1"/>
                  </a:moveTo>
                  <a:cubicBezTo>
                    <a:pt x="798" y="1"/>
                    <a:pt x="0" y="799"/>
                    <a:pt x="0" y="1775"/>
                  </a:cubicBezTo>
                  <a:lnTo>
                    <a:pt x="0" y="12002"/>
                  </a:lnTo>
                  <a:cubicBezTo>
                    <a:pt x="0" y="12979"/>
                    <a:pt x="798" y="13788"/>
                    <a:pt x="1774" y="13788"/>
                  </a:cubicBezTo>
                  <a:cubicBezTo>
                    <a:pt x="2751" y="13788"/>
                    <a:pt x="3549" y="12979"/>
                    <a:pt x="3549" y="12002"/>
                  </a:cubicBezTo>
                  <a:lnTo>
                    <a:pt x="3549" y="1775"/>
                  </a:lnTo>
                  <a:cubicBezTo>
                    <a:pt x="3549" y="799"/>
                    <a:pt x="2751" y="1"/>
                    <a:pt x="1774" y="1"/>
                  </a:cubicBez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2"/>
            <p:cNvSpPr/>
            <p:nvPr/>
          </p:nvSpPr>
          <p:spPr>
            <a:xfrm>
              <a:off x="5475671" y="2661259"/>
              <a:ext cx="3402418" cy="182955"/>
            </a:xfrm>
            <a:custGeom>
              <a:avLst/>
              <a:gdLst/>
              <a:ahLst/>
              <a:cxnLst/>
              <a:rect l="l" t="t" r="r" b="b"/>
              <a:pathLst>
                <a:path w="325279" h="15337" extrusionOk="0">
                  <a:moveTo>
                    <a:pt x="0" y="1"/>
                  </a:moveTo>
                  <a:lnTo>
                    <a:pt x="0" y="620"/>
                  </a:lnTo>
                  <a:cubicBezTo>
                    <a:pt x="0" y="8704"/>
                    <a:pt x="5096" y="15336"/>
                    <a:pt x="11323" y="15336"/>
                  </a:cubicBezTo>
                  <a:lnTo>
                    <a:pt x="313968" y="15336"/>
                  </a:lnTo>
                  <a:cubicBezTo>
                    <a:pt x="320183" y="15336"/>
                    <a:pt x="325279" y="8704"/>
                    <a:pt x="325279" y="620"/>
                  </a:cubicBezTo>
                  <a:lnTo>
                    <a:pt x="325279" y="1"/>
                  </a:lnTo>
                  <a:close/>
                </a:path>
              </a:pathLst>
            </a:custGeom>
            <a:solidFill>
              <a:srgbClr val="3FB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 name="Google Shape;451;p32"/>
            <p:cNvSpPr/>
            <p:nvPr/>
          </p:nvSpPr>
          <p:spPr>
            <a:xfrm>
              <a:off x="7813648" y="362014"/>
              <a:ext cx="510124" cy="264900"/>
            </a:xfrm>
            <a:custGeom>
              <a:avLst/>
              <a:gdLst/>
              <a:ahLst/>
              <a:cxnLst/>
              <a:rect l="l" t="t" r="r" b="b"/>
              <a:pathLst>
                <a:path w="48769" h="25325" extrusionOk="0">
                  <a:moveTo>
                    <a:pt x="24372" y="0"/>
                  </a:moveTo>
                  <a:cubicBezTo>
                    <a:pt x="20705" y="0"/>
                    <a:pt x="17419" y="1607"/>
                    <a:pt x="15169" y="4155"/>
                  </a:cubicBezTo>
                  <a:cubicBezTo>
                    <a:pt x="13866" y="5635"/>
                    <a:pt x="12000" y="6408"/>
                    <a:pt x="10045" y="6408"/>
                  </a:cubicBezTo>
                  <a:cubicBezTo>
                    <a:pt x="9892" y="6408"/>
                    <a:pt x="9739" y="6403"/>
                    <a:pt x="9585" y="6394"/>
                  </a:cubicBezTo>
                  <a:cubicBezTo>
                    <a:pt x="9406" y="6382"/>
                    <a:pt x="9216" y="6370"/>
                    <a:pt x="9037" y="6370"/>
                  </a:cubicBezTo>
                  <a:cubicBezTo>
                    <a:pt x="4048" y="6370"/>
                    <a:pt x="0" y="10418"/>
                    <a:pt x="0" y="15395"/>
                  </a:cubicBezTo>
                  <a:cubicBezTo>
                    <a:pt x="0" y="20372"/>
                    <a:pt x="4048" y="24408"/>
                    <a:pt x="9037" y="24408"/>
                  </a:cubicBezTo>
                  <a:cubicBezTo>
                    <a:pt x="10204" y="24408"/>
                    <a:pt x="11335" y="24182"/>
                    <a:pt x="12359" y="23777"/>
                  </a:cubicBezTo>
                  <a:cubicBezTo>
                    <a:pt x="13593" y="23285"/>
                    <a:pt x="14893" y="23063"/>
                    <a:pt x="16201" y="23063"/>
                  </a:cubicBezTo>
                  <a:cubicBezTo>
                    <a:pt x="17619" y="23063"/>
                    <a:pt x="19045" y="23324"/>
                    <a:pt x="20408" y="23789"/>
                  </a:cubicBezTo>
                  <a:cubicBezTo>
                    <a:pt x="21646" y="24217"/>
                    <a:pt x="22979" y="24444"/>
                    <a:pt x="24372" y="24444"/>
                  </a:cubicBezTo>
                  <a:cubicBezTo>
                    <a:pt x="25265" y="24444"/>
                    <a:pt x="26135" y="24348"/>
                    <a:pt x="26980" y="24170"/>
                  </a:cubicBezTo>
                  <a:cubicBezTo>
                    <a:pt x="27470" y="24062"/>
                    <a:pt x="27967" y="24009"/>
                    <a:pt x="28462" y="24009"/>
                  </a:cubicBezTo>
                  <a:cubicBezTo>
                    <a:pt x="29447" y="24009"/>
                    <a:pt x="30427" y="24218"/>
                    <a:pt x="31338" y="24622"/>
                  </a:cubicBezTo>
                  <a:cubicBezTo>
                    <a:pt x="32338" y="25075"/>
                    <a:pt x="33457" y="25325"/>
                    <a:pt x="34624" y="25325"/>
                  </a:cubicBezTo>
                  <a:cubicBezTo>
                    <a:pt x="36279" y="25325"/>
                    <a:pt x="37815" y="24825"/>
                    <a:pt x="39100" y="23967"/>
                  </a:cubicBezTo>
                  <a:cubicBezTo>
                    <a:pt x="39941" y="23407"/>
                    <a:pt x="40926" y="23131"/>
                    <a:pt x="41923" y="23131"/>
                  </a:cubicBezTo>
                  <a:cubicBezTo>
                    <a:pt x="42325" y="23131"/>
                    <a:pt x="42728" y="23176"/>
                    <a:pt x="43125" y="23265"/>
                  </a:cubicBezTo>
                  <a:cubicBezTo>
                    <a:pt x="43434" y="23336"/>
                    <a:pt x="43756" y="23372"/>
                    <a:pt x="44077" y="23372"/>
                  </a:cubicBezTo>
                  <a:cubicBezTo>
                    <a:pt x="46697" y="23372"/>
                    <a:pt x="48768" y="21110"/>
                    <a:pt x="48483" y="18455"/>
                  </a:cubicBezTo>
                  <a:cubicBezTo>
                    <a:pt x="48256" y="16478"/>
                    <a:pt x="46685" y="14859"/>
                    <a:pt x="44720" y="14585"/>
                  </a:cubicBezTo>
                  <a:cubicBezTo>
                    <a:pt x="44696" y="14573"/>
                    <a:pt x="44673" y="14573"/>
                    <a:pt x="44649" y="14573"/>
                  </a:cubicBezTo>
                  <a:cubicBezTo>
                    <a:pt x="43232" y="14395"/>
                    <a:pt x="41982" y="13657"/>
                    <a:pt x="41136" y="12514"/>
                  </a:cubicBezTo>
                  <a:cubicBezTo>
                    <a:pt x="40398" y="11513"/>
                    <a:pt x="39434" y="10680"/>
                    <a:pt x="38327" y="10108"/>
                  </a:cubicBezTo>
                  <a:cubicBezTo>
                    <a:pt x="37029" y="9442"/>
                    <a:pt x="36052" y="8299"/>
                    <a:pt x="35433" y="6977"/>
                  </a:cubicBezTo>
                  <a:cubicBezTo>
                    <a:pt x="33469" y="2858"/>
                    <a:pt x="29254" y="0"/>
                    <a:pt x="243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109;p39">
            <a:extLst>
              <a:ext uri="{FF2B5EF4-FFF2-40B4-BE49-F238E27FC236}">
                <a16:creationId xmlns:a16="http://schemas.microsoft.com/office/drawing/2014/main" id="{70E31DB0-76B4-49A3-94FF-47FEDFC19B61}"/>
              </a:ext>
            </a:extLst>
          </p:cNvPr>
          <p:cNvSpPr/>
          <p:nvPr/>
        </p:nvSpPr>
        <p:spPr>
          <a:xfrm>
            <a:off x="8092469" y="2864197"/>
            <a:ext cx="703726" cy="679306"/>
          </a:xfrm>
          <a:custGeom>
            <a:avLst/>
            <a:gdLst/>
            <a:ahLst/>
            <a:cxnLst/>
            <a:rect l="l" t="t" r="r" b="b"/>
            <a:pathLst>
              <a:path w="33659" h="32491" extrusionOk="0">
                <a:moveTo>
                  <a:pt x="5104" y="1"/>
                </a:moveTo>
                <a:lnTo>
                  <a:pt x="5104" y="15278"/>
                </a:lnTo>
                <a:lnTo>
                  <a:pt x="1" y="15278"/>
                </a:lnTo>
                <a:lnTo>
                  <a:pt x="1" y="32490"/>
                </a:lnTo>
                <a:lnTo>
                  <a:pt x="29021" y="32490"/>
                </a:lnTo>
                <a:lnTo>
                  <a:pt x="29021" y="28688"/>
                </a:lnTo>
                <a:lnTo>
                  <a:pt x="29655" y="28688"/>
                </a:lnTo>
                <a:cubicBezTo>
                  <a:pt x="30823" y="28688"/>
                  <a:pt x="31757" y="29622"/>
                  <a:pt x="31757" y="30789"/>
                </a:cubicBezTo>
                <a:lnTo>
                  <a:pt x="31757" y="32490"/>
                </a:lnTo>
                <a:lnTo>
                  <a:pt x="33658" y="32490"/>
                </a:lnTo>
                <a:lnTo>
                  <a:pt x="33658" y="30789"/>
                </a:lnTo>
                <a:cubicBezTo>
                  <a:pt x="33658" y="28554"/>
                  <a:pt x="31857" y="26786"/>
                  <a:pt x="29655" y="26786"/>
                </a:cubicBezTo>
                <a:lnTo>
                  <a:pt x="29021" y="26786"/>
                </a:lnTo>
                <a:lnTo>
                  <a:pt x="29021" y="15278"/>
                </a:lnTo>
                <a:lnTo>
                  <a:pt x="9341" y="15278"/>
                </a:lnTo>
                <a:lnTo>
                  <a:pt x="9341" y="1"/>
                </a:lnTo>
                <a:lnTo>
                  <a:pt x="7740" y="1"/>
                </a:lnTo>
                <a:lnTo>
                  <a:pt x="7740" y="15278"/>
                </a:lnTo>
                <a:lnTo>
                  <a:pt x="6739" y="15278"/>
                </a:lnTo>
                <a:lnTo>
                  <a:pt x="6739" y="1"/>
                </a:lnTo>
                <a:close/>
              </a:path>
            </a:pathLst>
          </a:custGeom>
          <a:solidFill>
            <a:schemeClr val="accent5">
              <a:lumMod val="75000"/>
              <a:lumOff val="2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132" name="Google Shape;1157;p41">
            <a:extLst>
              <a:ext uri="{FF2B5EF4-FFF2-40B4-BE49-F238E27FC236}">
                <a16:creationId xmlns:a16="http://schemas.microsoft.com/office/drawing/2014/main" id="{7621102A-67D6-445F-89DE-5A3B205133E8}"/>
              </a:ext>
            </a:extLst>
          </p:cNvPr>
          <p:cNvGrpSpPr/>
          <p:nvPr/>
        </p:nvGrpSpPr>
        <p:grpSpPr>
          <a:xfrm>
            <a:off x="7542760" y="2283173"/>
            <a:ext cx="700740" cy="1276243"/>
            <a:chOff x="6337175" y="2463575"/>
            <a:chExt cx="1544604" cy="2801729"/>
          </a:xfrm>
        </p:grpSpPr>
        <p:sp>
          <p:nvSpPr>
            <p:cNvPr id="133" name="Google Shape;1158;p41">
              <a:extLst>
                <a:ext uri="{FF2B5EF4-FFF2-40B4-BE49-F238E27FC236}">
                  <a16:creationId xmlns:a16="http://schemas.microsoft.com/office/drawing/2014/main" id="{F117E790-E8D3-4E0F-B941-53C43DDE07BF}"/>
                </a:ext>
              </a:extLst>
            </p:cNvPr>
            <p:cNvSpPr/>
            <p:nvPr/>
          </p:nvSpPr>
          <p:spPr>
            <a:xfrm>
              <a:off x="6353226" y="2463575"/>
              <a:ext cx="1465205" cy="1820766"/>
            </a:xfrm>
            <a:custGeom>
              <a:avLst/>
              <a:gdLst/>
              <a:ahLst/>
              <a:cxnLst/>
              <a:rect l="l" t="t" r="r" b="b"/>
              <a:pathLst>
                <a:path w="54774" h="68066" extrusionOk="0">
                  <a:moveTo>
                    <a:pt x="19938" y="1"/>
                  </a:moveTo>
                  <a:cubicBezTo>
                    <a:pt x="15513" y="1"/>
                    <a:pt x="11365" y="1459"/>
                    <a:pt x="8874" y="3728"/>
                  </a:cubicBezTo>
                  <a:cubicBezTo>
                    <a:pt x="4638" y="7564"/>
                    <a:pt x="1969" y="13102"/>
                    <a:pt x="1635" y="18839"/>
                  </a:cubicBezTo>
                  <a:cubicBezTo>
                    <a:pt x="1168" y="26678"/>
                    <a:pt x="4838" y="34617"/>
                    <a:pt x="3137" y="42289"/>
                  </a:cubicBezTo>
                  <a:cubicBezTo>
                    <a:pt x="2770" y="44157"/>
                    <a:pt x="2069" y="45925"/>
                    <a:pt x="1469" y="47693"/>
                  </a:cubicBezTo>
                  <a:cubicBezTo>
                    <a:pt x="568" y="50695"/>
                    <a:pt x="1" y="53931"/>
                    <a:pt x="501" y="57033"/>
                  </a:cubicBezTo>
                  <a:cubicBezTo>
                    <a:pt x="1002" y="60169"/>
                    <a:pt x="2670" y="63171"/>
                    <a:pt x="5338" y="64839"/>
                  </a:cubicBezTo>
                  <a:cubicBezTo>
                    <a:pt x="7340" y="66094"/>
                    <a:pt x="9626" y="66469"/>
                    <a:pt x="12000" y="66469"/>
                  </a:cubicBezTo>
                  <a:cubicBezTo>
                    <a:pt x="14294" y="66469"/>
                    <a:pt x="16669" y="66119"/>
                    <a:pt x="18948" y="65873"/>
                  </a:cubicBezTo>
                  <a:cubicBezTo>
                    <a:pt x="21340" y="65601"/>
                    <a:pt x="23753" y="65467"/>
                    <a:pt x="26169" y="65467"/>
                  </a:cubicBezTo>
                  <a:cubicBezTo>
                    <a:pt x="31166" y="65467"/>
                    <a:pt x="36174" y="66039"/>
                    <a:pt x="41030" y="67140"/>
                  </a:cubicBezTo>
                  <a:cubicBezTo>
                    <a:pt x="42964" y="67580"/>
                    <a:pt x="45074" y="68066"/>
                    <a:pt x="47052" y="68066"/>
                  </a:cubicBezTo>
                  <a:cubicBezTo>
                    <a:pt x="48827" y="68066"/>
                    <a:pt x="50497" y="67674"/>
                    <a:pt x="51838" y="66507"/>
                  </a:cubicBezTo>
                  <a:cubicBezTo>
                    <a:pt x="54773" y="63971"/>
                    <a:pt x="54206" y="59301"/>
                    <a:pt x="53039" y="55599"/>
                  </a:cubicBezTo>
                  <a:cubicBezTo>
                    <a:pt x="51004" y="49127"/>
                    <a:pt x="47802" y="42790"/>
                    <a:pt x="48202" y="36018"/>
                  </a:cubicBezTo>
                  <a:cubicBezTo>
                    <a:pt x="48336" y="34417"/>
                    <a:pt x="48669" y="32749"/>
                    <a:pt x="48469" y="31115"/>
                  </a:cubicBezTo>
                  <a:cubicBezTo>
                    <a:pt x="48002" y="27112"/>
                    <a:pt x="44666" y="24143"/>
                    <a:pt x="42131" y="21007"/>
                  </a:cubicBezTo>
                  <a:cubicBezTo>
                    <a:pt x="40163" y="18606"/>
                    <a:pt x="38328" y="16004"/>
                    <a:pt x="37428" y="13068"/>
                  </a:cubicBezTo>
                  <a:cubicBezTo>
                    <a:pt x="34401" y="3540"/>
                    <a:pt x="26833" y="1"/>
                    <a:pt x="19938" y="1"/>
                  </a:cubicBezTo>
                  <a:close/>
                </a:path>
              </a:pathLst>
            </a:custGeom>
            <a:solidFill>
              <a:srgbClr val="2C1F27"/>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4" name="Google Shape;1159;p41">
              <a:extLst>
                <a:ext uri="{FF2B5EF4-FFF2-40B4-BE49-F238E27FC236}">
                  <a16:creationId xmlns:a16="http://schemas.microsoft.com/office/drawing/2014/main" id="{59032115-4465-4E84-BB27-014A58AF1089}"/>
                </a:ext>
              </a:extLst>
            </p:cNvPr>
            <p:cNvSpPr/>
            <p:nvPr/>
          </p:nvSpPr>
          <p:spPr>
            <a:xfrm>
              <a:off x="6949329" y="3145633"/>
              <a:ext cx="380144" cy="601982"/>
            </a:xfrm>
            <a:custGeom>
              <a:avLst/>
              <a:gdLst/>
              <a:ahLst/>
              <a:cxnLst/>
              <a:rect l="l" t="t" r="r" b="b"/>
              <a:pathLst>
                <a:path w="14211" h="22504" extrusionOk="0">
                  <a:moveTo>
                    <a:pt x="14211" y="22197"/>
                  </a:moveTo>
                  <a:lnTo>
                    <a:pt x="14211" y="22197"/>
                  </a:lnTo>
                  <a:cubicBezTo>
                    <a:pt x="14209" y="22197"/>
                    <a:pt x="14208" y="22197"/>
                    <a:pt x="14207" y="22198"/>
                  </a:cubicBezTo>
                  <a:lnTo>
                    <a:pt x="14207" y="22198"/>
                  </a:lnTo>
                  <a:cubicBezTo>
                    <a:pt x="14208" y="22197"/>
                    <a:pt x="14209" y="22197"/>
                    <a:pt x="14211" y="22197"/>
                  </a:cubicBezTo>
                  <a:close/>
                  <a:moveTo>
                    <a:pt x="10932" y="1"/>
                  </a:moveTo>
                  <a:cubicBezTo>
                    <a:pt x="10160" y="1"/>
                    <a:pt x="8786" y="2052"/>
                    <a:pt x="7739" y="2450"/>
                  </a:cubicBezTo>
                  <a:cubicBezTo>
                    <a:pt x="6372" y="2983"/>
                    <a:pt x="5204" y="3951"/>
                    <a:pt x="4070" y="4918"/>
                  </a:cubicBezTo>
                  <a:cubicBezTo>
                    <a:pt x="2903" y="5919"/>
                    <a:pt x="1635" y="7020"/>
                    <a:pt x="1402" y="8587"/>
                  </a:cubicBezTo>
                  <a:cubicBezTo>
                    <a:pt x="1301" y="9355"/>
                    <a:pt x="1502" y="10155"/>
                    <a:pt x="1635" y="10956"/>
                  </a:cubicBezTo>
                  <a:cubicBezTo>
                    <a:pt x="2169" y="14291"/>
                    <a:pt x="1668" y="17794"/>
                    <a:pt x="234" y="20863"/>
                  </a:cubicBezTo>
                  <a:cubicBezTo>
                    <a:pt x="134" y="21130"/>
                    <a:pt x="1" y="21363"/>
                    <a:pt x="134" y="21630"/>
                  </a:cubicBezTo>
                  <a:cubicBezTo>
                    <a:pt x="234" y="21864"/>
                    <a:pt x="568" y="21964"/>
                    <a:pt x="868" y="21997"/>
                  </a:cubicBezTo>
                  <a:cubicBezTo>
                    <a:pt x="3363" y="22335"/>
                    <a:pt x="5880" y="22504"/>
                    <a:pt x="8388" y="22504"/>
                  </a:cubicBezTo>
                  <a:cubicBezTo>
                    <a:pt x="10337" y="22504"/>
                    <a:pt x="12282" y="22402"/>
                    <a:pt x="14207" y="22198"/>
                  </a:cubicBezTo>
                  <a:lnTo>
                    <a:pt x="14207" y="22198"/>
                  </a:lnTo>
                  <a:cubicBezTo>
                    <a:pt x="14205" y="22198"/>
                    <a:pt x="14204" y="22198"/>
                    <a:pt x="14202" y="22198"/>
                  </a:cubicBezTo>
                  <a:cubicBezTo>
                    <a:pt x="13728" y="22198"/>
                    <a:pt x="12375" y="16590"/>
                    <a:pt x="12209" y="15993"/>
                  </a:cubicBezTo>
                  <a:cubicBezTo>
                    <a:pt x="11709" y="13891"/>
                    <a:pt x="11409" y="11756"/>
                    <a:pt x="11309" y="9588"/>
                  </a:cubicBezTo>
                  <a:cubicBezTo>
                    <a:pt x="11175" y="7353"/>
                    <a:pt x="11309" y="5152"/>
                    <a:pt x="11475" y="2950"/>
                  </a:cubicBezTo>
                  <a:cubicBezTo>
                    <a:pt x="11637" y="725"/>
                    <a:pt x="11391" y="1"/>
                    <a:pt x="10932" y="1"/>
                  </a:cubicBez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35" name="Google Shape;1160;p41">
              <a:extLst>
                <a:ext uri="{FF2B5EF4-FFF2-40B4-BE49-F238E27FC236}">
                  <a16:creationId xmlns:a16="http://schemas.microsoft.com/office/drawing/2014/main" id="{5C55A4FE-2D7B-4C83-B847-99E69745002C}"/>
                </a:ext>
              </a:extLst>
            </p:cNvPr>
            <p:cNvSpPr/>
            <p:nvPr/>
          </p:nvSpPr>
          <p:spPr>
            <a:xfrm>
              <a:off x="6436236" y="3617183"/>
              <a:ext cx="1445543" cy="1648121"/>
            </a:xfrm>
            <a:custGeom>
              <a:avLst/>
              <a:gdLst/>
              <a:ahLst/>
              <a:cxnLst/>
              <a:rect l="l" t="t" r="r" b="b"/>
              <a:pathLst>
                <a:path w="54039" h="61612" extrusionOk="0">
                  <a:moveTo>
                    <a:pt x="20582" y="0"/>
                  </a:moveTo>
                  <a:cubicBezTo>
                    <a:pt x="19047" y="1535"/>
                    <a:pt x="16145" y="1334"/>
                    <a:pt x="10641" y="2602"/>
                  </a:cubicBezTo>
                  <a:cubicBezTo>
                    <a:pt x="1001" y="4870"/>
                    <a:pt x="134" y="19981"/>
                    <a:pt x="67" y="34291"/>
                  </a:cubicBezTo>
                  <a:cubicBezTo>
                    <a:pt x="0" y="48602"/>
                    <a:pt x="4804" y="44299"/>
                    <a:pt x="5704" y="46267"/>
                  </a:cubicBezTo>
                  <a:cubicBezTo>
                    <a:pt x="6638" y="48235"/>
                    <a:pt x="6505" y="59376"/>
                    <a:pt x="6505" y="59376"/>
                  </a:cubicBezTo>
                  <a:cubicBezTo>
                    <a:pt x="13140" y="61086"/>
                    <a:pt x="20633" y="61612"/>
                    <a:pt x="27337" y="61612"/>
                  </a:cubicBezTo>
                  <a:cubicBezTo>
                    <a:pt x="38022" y="61612"/>
                    <a:pt x="46700" y="60277"/>
                    <a:pt x="46700" y="60277"/>
                  </a:cubicBezTo>
                  <a:lnTo>
                    <a:pt x="47501" y="47668"/>
                  </a:lnTo>
                  <a:cubicBezTo>
                    <a:pt x="47501" y="47668"/>
                    <a:pt x="51937" y="37761"/>
                    <a:pt x="52971" y="27887"/>
                  </a:cubicBezTo>
                  <a:cubicBezTo>
                    <a:pt x="54039" y="18013"/>
                    <a:pt x="51270" y="7806"/>
                    <a:pt x="44265" y="5971"/>
                  </a:cubicBezTo>
                  <a:cubicBezTo>
                    <a:pt x="37260" y="4136"/>
                    <a:pt x="32023" y="667"/>
                    <a:pt x="32023" y="667"/>
                  </a:cubicBezTo>
                  <a:cubicBezTo>
                    <a:pt x="31180" y="1707"/>
                    <a:pt x="29610" y="2082"/>
                    <a:pt x="27896" y="2082"/>
                  </a:cubicBezTo>
                  <a:cubicBezTo>
                    <a:pt x="24658" y="2082"/>
                    <a:pt x="20909" y="742"/>
                    <a:pt x="20582" y="0"/>
                  </a:cubicBezTo>
                  <a:close/>
                </a:path>
              </a:pathLst>
            </a:cu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36" name="Google Shape;1161;p41">
              <a:extLst>
                <a:ext uri="{FF2B5EF4-FFF2-40B4-BE49-F238E27FC236}">
                  <a16:creationId xmlns:a16="http://schemas.microsoft.com/office/drawing/2014/main" id="{4D3BAB05-B3AC-49FD-8DBF-81D7AF43F9F7}"/>
                </a:ext>
              </a:extLst>
            </p:cNvPr>
            <p:cNvSpPr/>
            <p:nvPr/>
          </p:nvSpPr>
          <p:spPr>
            <a:xfrm>
              <a:off x="6509401" y="2562208"/>
              <a:ext cx="852175" cy="938631"/>
            </a:xfrm>
            <a:custGeom>
              <a:avLst/>
              <a:gdLst/>
              <a:ahLst/>
              <a:cxnLst/>
              <a:rect l="l" t="t" r="r" b="b"/>
              <a:pathLst>
                <a:path w="31857" h="35089" extrusionOk="0">
                  <a:moveTo>
                    <a:pt x="15199" y="0"/>
                  </a:moveTo>
                  <a:cubicBezTo>
                    <a:pt x="14504" y="0"/>
                    <a:pt x="13696" y="134"/>
                    <a:pt x="12643" y="375"/>
                  </a:cubicBezTo>
                  <a:cubicBezTo>
                    <a:pt x="9807" y="975"/>
                    <a:pt x="6972" y="1976"/>
                    <a:pt x="4804" y="3944"/>
                  </a:cubicBezTo>
                  <a:cubicBezTo>
                    <a:pt x="834" y="7547"/>
                    <a:pt x="0" y="13484"/>
                    <a:pt x="734" y="18821"/>
                  </a:cubicBezTo>
                  <a:cubicBezTo>
                    <a:pt x="1335" y="23558"/>
                    <a:pt x="3003" y="28328"/>
                    <a:pt x="6505" y="31597"/>
                  </a:cubicBezTo>
                  <a:cubicBezTo>
                    <a:pt x="8812" y="33748"/>
                    <a:pt x="12017" y="35089"/>
                    <a:pt x="15142" y="35089"/>
                  </a:cubicBezTo>
                  <a:cubicBezTo>
                    <a:pt x="16718" y="35089"/>
                    <a:pt x="18273" y="34748"/>
                    <a:pt x="19681" y="33999"/>
                  </a:cubicBezTo>
                  <a:cubicBezTo>
                    <a:pt x="21082" y="33298"/>
                    <a:pt x="22250" y="32264"/>
                    <a:pt x="23317" y="31230"/>
                  </a:cubicBezTo>
                  <a:cubicBezTo>
                    <a:pt x="24518" y="30096"/>
                    <a:pt x="25752" y="28895"/>
                    <a:pt x="26586" y="27428"/>
                  </a:cubicBezTo>
                  <a:cubicBezTo>
                    <a:pt x="27253" y="26227"/>
                    <a:pt x="27687" y="24926"/>
                    <a:pt x="27954" y="23558"/>
                  </a:cubicBezTo>
                  <a:cubicBezTo>
                    <a:pt x="28087" y="22824"/>
                    <a:pt x="28187" y="22157"/>
                    <a:pt x="28287" y="21457"/>
                  </a:cubicBezTo>
                  <a:lnTo>
                    <a:pt x="28521" y="21590"/>
                  </a:lnTo>
                  <a:cubicBezTo>
                    <a:pt x="28742" y="21701"/>
                    <a:pt x="28986" y="21765"/>
                    <a:pt x="29196" y="21765"/>
                  </a:cubicBezTo>
                  <a:cubicBezTo>
                    <a:pt x="29239" y="21765"/>
                    <a:pt x="29281" y="21763"/>
                    <a:pt x="29321" y="21757"/>
                  </a:cubicBezTo>
                  <a:cubicBezTo>
                    <a:pt x="29989" y="21657"/>
                    <a:pt x="30456" y="21123"/>
                    <a:pt x="30756" y="20556"/>
                  </a:cubicBezTo>
                  <a:cubicBezTo>
                    <a:pt x="31656" y="18921"/>
                    <a:pt x="31857" y="16920"/>
                    <a:pt x="31289" y="15119"/>
                  </a:cubicBezTo>
                  <a:cubicBezTo>
                    <a:pt x="31189" y="14785"/>
                    <a:pt x="31023" y="14485"/>
                    <a:pt x="30789" y="14285"/>
                  </a:cubicBezTo>
                  <a:cubicBezTo>
                    <a:pt x="30578" y="14122"/>
                    <a:pt x="30312" y="14047"/>
                    <a:pt x="30044" y="14047"/>
                  </a:cubicBezTo>
                  <a:cubicBezTo>
                    <a:pt x="29761" y="14047"/>
                    <a:pt x="29477" y="14131"/>
                    <a:pt x="29255" y="14285"/>
                  </a:cubicBezTo>
                  <a:cubicBezTo>
                    <a:pt x="28788" y="14585"/>
                    <a:pt x="28354" y="15152"/>
                    <a:pt x="28020" y="15886"/>
                  </a:cubicBezTo>
                  <a:cubicBezTo>
                    <a:pt x="27987" y="15519"/>
                    <a:pt x="27920" y="15185"/>
                    <a:pt x="27820" y="14885"/>
                  </a:cubicBezTo>
                  <a:cubicBezTo>
                    <a:pt x="26586" y="9415"/>
                    <a:pt x="23484" y="5312"/>
                    <a:pt x="19181" y="1876"/>
                  </a:cubicBezTo>
                  <a:cubicBezTo>
                    <a:pt x="17569" y="555"/>
                    <a:pt x="16618" y="0"/>
                    <a:pt x="15199" y="0"/>
                  </a:cubicBez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7" name="Google Shape;1162;p41">
              <a:extLst>
                <a:ext uri="{FF2B5EF4-FFF2-40B4-BE49-F238E27FC236}">
                  <a16:creationId xmlns:a16="http://schemas.microsoft.com/office/drawing/2014/main" id="{CE570D48-A264-4A5A-B69D-614366BE2512}"/>
                </a:ext>
              </a:extLst>
            </p:cNvPr>
            <p:cNvSpPr/>
            <p:nvPr/>
          </p:nvSpPr>
          <p:spPr>
            <a:xfrm>
              <a:off x="6861879" y="2848985"/>
              <a:ext cx="187410" cy="73054"/>
            </a:xfrm>
            <a:custGeom>
              <a:avLst/>
              <a:gdLst/>
              <a:ahLst/>
              <a:cxnLst/>
              <a:rect l="l" t="t" r="r" b="b"/>
              <a:pathLst>
                <a:path w="7006" h="2731" extrusionOk="0">
                  <a:moveTo>
                    <a:pt x="4450" y="1"/>
                  </a:moveTo>
                  <a:cubicBezTo>
                    <a:pt x="3988" y="1"/>
                    <a:pt x="3521" y="83"/>
                    <a:pt x="3069" y="196"/>
                  </a:cubicBezTo>
                  <a:cubicBezTo>
                    <a:pt x="2402" y="363"/>
                    <a:pt x="1768" y="696"/>
                    <a:pt x="1235" y="1096"/>
                  </a:cubicBezTo>
                  <a:cubicBezTo>
                    <a:pt x="668" y="1530"/>
                    <a:pt x="234" y="2064"/>
                    <a:pt x="1" y="2731"/>
                  </a:cubicBezTo>
                  <a:cubicBezTo>
                    <a:pt x="634" y="2431"/>
                    <a:pt x="1168" y="2197"/>
                    <a:pt x="1768" y="1930"/>
                  </a:cubicBezTo>
                  <a:cubicBezTo>
                    <a:pt x="2336" y="1730"/>
                    <a:pt x="2869" y="1530"/>
                    <a:pt x="3436" y="1397"/>
                  </a:cubicBezTo>
                  <a:cubicBezTo>
                    <a:pt x="3970" y="1230"/>
                    <a:pt x="4537" y="1096"/>
                    <a:pt x="5138" y="1030"/>
                  </a:cubicBezTo>
                  <a:cubicBezTo>
                    <a:pt x="5438" y="996"/>
                    <a:pt x="5771" y="996"/>
                    <a:pt x="6038" y="896"/>
                  </a:cubicBezTo>
                  <a:cubicBezTo>
                    <a:pt x="6338" y="863"/>
                    <a:pt x="6672" y="830"/>
                    <a:pt x="7006" y="729"/>
                  </a:cubicBezTo>
                  <a:cubicBezTo>
                    <a:pt x="6705" y="529"/>
                    <a:pt x="6438" y="396"/>
                    <a:pt x="6105" y="262"/>
                  </a:cubicBezTo>
                  <a:cubicBezTo>
                    <a:pt x="5771" y="196"/>
                    <a:pt x="5438" y="96"/>
                    <a:pt x="5104" y="62"/>
                  </a:cubicBezTo>
                  <a:cubicBezTo>
                    <a:pt x="4889" y="19"/>
                    <a:pt x="4670" y="1"/>
                    <a:pt x="4450" y="1"/>
                  </a:cubicBezTo>
                  <a:close/>
                </a:path>
              </a:pathLst>
            </a:custGeom>
            <a:solidFill>
              <a:srgbClr val="3A274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8" name="Google Shape;1163;p41">
              <a:extLst>
                <a:ext uri="{FF2B5EF4-FFF2-40B4-BE49-F238E27FC236}">
                  <a16:creationId xmlns:a16="http://schemas.microsoft.com/office/drawing/2014/main" id="{299A3261-1DD3-410C-89E9-2CA72F56D556}"/>
                </a:ext>
              </a:extLst>
            </p:cNvPr>
            <p:cNvSpPr/>
            <p:nvPr/>
          </p:nvSpPr>
          <p:spPr>
            <a:xfrm>
              <a:off x="6564723" y="2943311"/>
              <a:ext cx="180268" cy="84931"/>
            </a:xfrm>
            <a:custGeom>
              <a:avLst/>
              <a:gdLst/>
              <a:ahLst/>
              <a:cxnLst/>
              <a:rect l="l" t="t" r="r" b="b"/>
              <a:pathLst>
                <a:path w="6739" h="3175" extrusionOk="0">
                  <a:moveTo>
                    <a:pt x="4566" y="0"/>
                  </a:moveTo>
                  <a:cubicBezTo>
                    <a:pt x="3967" y="0"/>
                    <a:pt x="3368" y="129"/>
                    <a:pt x="2769" y="339"/>
                  </a:cubicBezTo>
                  <a:cubicBezTo>
                    <a:pt x="2102" y="539"/>
                    <a:pt x="1535" y="939"/>
                    <a:pt x="1035" y="1406"/>
                  </a:cubicBezTo>
                  <a:cubicBezTo>
                    <a:pt x="534" y="1907"/>
                    <a:pt x="167" y="2507"/>
                    <a:pt x="1" y="3174"/>
                  </a:cubicBezTo>
                  <a:cubicBezTo>
                    <a:pt x="534" y="2807"/>
                    <a:pt x="1068" y="2507"/>
                    <a:pt x="1668" y="2240"/>
                  </a:cubicBezTo>
                  <a:cubicBezTo>
                    <a:pt x="2135" y="2007"/>
                    <a:pt x="2703" y="1740"/>
                    <a:pt x="3236" y="1540"/>
                  </a:cubicBezTo>
                  <a:cubicBezTo>
                    <a:pt x="3770" y="1340"/>
                    <a:pt x="4337" y="1140"/>
                    <a:pt x="4904" y="1006"/>
                  </a:cubicBezTo>
                  <a:cubicBezTo>
                    <a:pt x="5171" y="873"/>
                    <a:pt x="5505" y="839"/>
                    <a:pt x="5771" y="739"/>
                  </a:cubicBezTo>
                  <a:cubicBezTo>
                    <a:pt x="6105" y="673"/>
                    <a:pt x="6405" y="606"/>
                    <a:pt x="6739" y="506"/>
                  </a:cubicBezTo>
                  <a:cubicBezTo>
                    <a:pt x="6405" y="339"/>
                    <a:pt x="6105" y="206"/>
                    <a:pt x="5771" y="106"/>
                  </a:cubicBezTo>
                  <a:cubicBezTo>
                    <a:pt x="5438" y="72"/>
                    <a:pt x="5104" y="5"/>
                    <a:pt x="4771" y="5"/>
                  </a:cubicBezTo>
                  <a:cubicBezTo>
                    <a:pt x="4703" y="2"/>
                    <a:pt x="4634" y="0"/>
                    <a:pt x="4566" y="0"/>
                  </a:cubicBezTo>
                  <a:close/>
                </a:path>
              </a:pathLst>
            </a:custGeom>
            <a:solidFill>
              <a:srgbClr val="3A274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9" name="Google Shape;1164;p41">
              <a:extLst>
                <a:ext uri="{FF2B5EF4-FFF2-40B4-BE49-F238E27FC236}">
                  <a16:creationId xmlns:a16="http://schemas.microsoft.com/office/drawing/2014/main" id="{5B1A4B70-66D3-4748-9F7F-190FAA0A2795}"/>
                </a:ext>
              </a:extLst>
            </p:cNvPr>
            <p:cNvSpPr/>
            <p:nvPr/>
          </p:nvSpPr>
          <p:spPr>
            <a:xfrm>
              <a:off x="6896682" y="2943445"/>
              <a:ext cx="146376" cy="41516"/>
            </a:xfrm>
            <a:custGeom>
              <a:avLst/>
              <a:gdLst/>
              <a:ahLst/>
              <a:cxnLst/>
              <a:rect l="l" t="t" r="r" b="b"/>
              <a:pathLst>
                <a:path w="5472" h="1552" extrusionOk="0">
                  <a:moveTo>
                    <a:pt x="5471" y="0"/>
                  </a:moveTo>
                  <a:cubicBezTo>
                    <a:pt x="5004" y="167"/>
                    <a:pt x="4604" y="267"/>
                    <a:pt x="4137" y="401"/>
                  </a:cubicBezTo>
                  <a:cubicBezTo>
                    <a:pt x="3670" y="534"/>
                    <a:pt x="3269" y="568"/>
                    <a:pt x="2802" y="668"/>
                  </a:cubicBezTo>
                  <a:cubicBezTo>
                    <a:pt x="1868" y="834"/>
                    <a:pt x="968" y="901"/>
                    <a:pt x="0" y="1135"/>
                  </a:cubicBezTo>
                  <a:cubicBezTo>
                    <a:pt x="434" y="1368"/>
                    <a:pt x="934" y="1502"/>
                    <a:pt x="1401" y="1502"/>
                  </a:cubicBezTo>
                  <a:cubicBezTo>
                    <a:pt x="1668" y="1535"/>
                    <a:pt x="1927" y="1552"/>
                    <a:pt x="2181" y="1552"/>
                  </a:cubicBezTo>
                  <a:cubicBezTo>
                    <a:pt x="2436" y="1552"/>
                    <a:pt x="2686" y="1535"/>
                    <a:pt x="2936" y="1502"/>
                  </a:cubicBezTo>
                  <a:cubicBezTo>
                    <a:pt x="3370" y="1401"/>
                    <a:pt x="3870" y="1268"/>
                    <a:pt x="4337" y="1035"/>
                  </a:cubicBezTo>
                  <a:cubicBezTo>
                    <a:pt x="4804" y="768"/>
                    <a:pt x="5204" y="434"/>
                    <a:pt x="5471" y="0"/>
                  </a:cubicBezTo>
                  <a:close/>
                </a:path>
              </a:pathLst>
            </a:custGeom>
            <a:solidFill>
              <a:srgbClr val="3A274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0" name="Google Shape;1165;p41">
              <a:extLst>
                <a:ext uri="{FF2B5EF4-FFF2-40B4-BE49-F238E27FC236}">
                  <a16:creationId xmlns:a16="http://schemas.microsoft.com/office/drawing/2014/main" id="{2303B03A-D349-48C9-BF50-706F7BC616F8}"/>
                </a:ext>
              </a:extLst>
            </p:cNvPr>
            <p:cNvSpPr/>
            <p:nvPr/>
          </p:nvSpPr>
          <p:spPr>
            <a:xfrm>
              <a:off x="6602202" y="3032688"/>
              <a:ext cx="142791" cy="49996"/>
            </a:xfrm>
            <a:custGeom>
              <a:avLst/>
              <a:gdLst/>
              <a:ahLst/>
              <a:cxnLst/>
              <a:rect l="l" t="t" r="r" b="b"/>
              <a:pathLst>
                <a:path w="5338" h="1869" extrusionOk="0">
                  <a:moveTo>
                    <a:pt x="5338" y="0"/>
                  </a:moveTo>
                  <a:lnTo>
                    <a:pt x="5338" y="0"/>
                  </a:lnTo>
                  <a:cubicBezTo>
                    <a:pt x="4871" y="200"/>
                    <a:pt x="4470" y="367"/>
                    <a:pt x="4037" y="534"/>
                  </a:cubicBezTo>
                  <a:cubicBezTo>
                    <a:pt x="3637" y="701"/>
                    <a:pt x="3170" y="801"/>
                    <a:pt x="2769" y="901"/>
                  </a:cubicBezTo>
                  <a:cubicBezTo>
                    <a:pt x="1835" y="1168"/>
                    <a:pt x="968" y="1334"/>
                    <a:pt x="1" y="1635"/>
                  </a:cubicBezTo>
                  <a:cubicBezTo>
                    <a:pt x="501" y="1802"/>
                    <a:pt x="1001" y="1868"/>
                    <a:pt x="1502" y="1868"/>
                  </a:cubicBezTo>
                  <a:cubicBezTo>
                    <a:pt x="1969" y="1868"/>
                    <a:pt x="2469" y="1835"/>
                    <a:pt x="2969" y="1701"/>
                  </a:cubicBezTo>
                  <a:cubicBezTo>
                    <a:pt x="3436" y="1568"/>
                    <a:pt x="3937" y="1401"/>
                    <a:pt x="4337" y="1134"/>
                  </a:cubicBezTo>
                  <a:cubicBezTo>
                    <a:pt x="4771" y="834"/>
                    <a:pt x="5138" y="467"/>
                    <a:pt x="5338" y="0"/>
                  </a:cubicBezTo>
                  <a:close/>
                </a:path>
              </a:pathLst>
            </a:custGeom>
            <a:solidFill>
              <a:srgbClr val="3A274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1" name="Google Shape;1166;p41">
              <a:extLst>
                <a:ext uri="{FF2B5EF4-FFF2-40B4-BE49-F238E27FC236}">
                  <a16:creationId xmlns:a16="http://schemas.microsoft.com/office/drawing/2014/main" id="{02131D63-B0D2-4870-A46E-C1BB22A8989C}"/>
                </a:ext>
              </a:extLst>
            </p:cNvPr>
            <p:cNvSpPr/>
            <p:nvPr/>
          </p:nvSpPr>
          <p:spPr>
            <a:xfrm>
              <a:off x="6757468" y="2954145"/>
              <a:ext cx="83915" cy="172243"/>
            </a:xfrm>
            <a:custGeom>
              <a:avLst/>
              <a:gdLst/>
              <a:ahLst/>
              <a:cxnLst/>
              <a:rect l="l" t="t" r="r" b="b"/>
              <a:pathLst>
                <a:path w="3137" h="6439" extrusionOk="0">
                  <a:moveTo>
                    <a:pt x="1" y="1"/>
                  </a:moveTo>
                  <a:lnTo>
                    <a:pt x="1" y="1"/>
                  </a:lnTo>
                  <a:cubicBezTo>
                    <a:pt x="401" y="468"/>
                    <a:pt x="735" y="935"/>
                    <a:pt x="1068" y="1468"/>
                  </a:cubicBezTo>
                  <a:cubicBezTo>
                    <a:pt x="1402" y="1969"/>
                    <a:pt x="1669" y="2469"/>
                    <a:pt x="1869" y="3003"/>
                  </a:cubicBezTo>
                  <a:cubicBezTo>
                    <a:pt x="2069" y="3537"/>
                    <a:pt x="2302" y="4104"/>
                    <a:pt x="2436" y="4671"/>
                  </a:cubicBezTo>
                  <a:lnTo>
                    <a:pt x="2703" y="5571"/>
                  </a:lnTo>
                  <a:cubicBezTo>
                    <a:pt x="2803" y="5838"/>
                    <a:pt x="2836" y="6139"/>
                    <a:pt x="2970" y="6439"/>
                  </a:cubicBezTo>
                  <a:cubicBezTo>
                    <a:pt x="3003" y="6139"/>
                    <a:pt x="3036" y="5838"/>
                    <a:pt x="3070" y="5505"/>
                  </a:cubicBezTo>
                  <a:cubicBezTo>
                    <a:pt x="3070" y="5171"/>
                    <a:pt x="3136" y="4904"/>
                    <a:pt x="3070" y="4571"/>
                  </a:cubicBezTo>
                  <a:cubicBezTo>
                    <a:pt x="3003" y="3870"/>
                    <a:pt x="2869" y="3270"/>
                    <a:pt x="2636" y="2669"/>
                  </a:cubicBezTo>
                  <a:cubicBezTo>
                    <a:pt x="2369" y="2102"/>
                    <a:pt x="2036" y="1502"/>
                    <a:pt x="1569" y="1068"/>
                  </a:cubicBezTo>
                  <a:cubicBezTo>
                    <a:pt x="1168" y="601"/>
                    <a:pt x="635" y="168"/>
                    <a:pt x="1" y="1"/>
                  </a:cubicBezTo>
                  <a:close/>
                </a:path>
              </a:pathLst>
            </a:custGeom>
            <a:solidFill>
              <a:srgbClr val="EDBC9A"/>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2" name="Google Shape;1167;p41">
              <a:extLst>
                <a:ext uri="{FF2B5EF4-FFF2-40B4-BE49-F238E27FC236}">
                  <a16:creationId xmlns:a16="http://schemas.microsoft.com/office/drawing/2014/main" id="{FD0B9489-4765-4D40-A588-D9A14EFDCD23}"/>
                </a:ext>
              </a:extLst>
            </p:cNvPr>
            <p:cNvSpPr/>
            <p:nvPr/>
          </p:nvSpPr>
          <p:spPr>
            <a:xfrm>
              <a:off x="6535270" y="2944327"/>
              <a:ext cx="807583" cy="583097"/>
            </a:xfrm>
            <a:custGeom>
              <a:avLst/>
              <a:gdLst/>
              <a:ahLst/>
              <a:cxnLst/>
              <a:rect l="l" t="t" r="r" b="b"/>
              <a:pathLst>
                <a:path w="30190" h="21798" extrusionOk="0">
                  <a:moveTo>
                    <a:pt x="27520" y="1"/>
                  </a:moveTo>
                  <a:lnTo>
                    <a:pt x="27520" y="1"/>
                  </a:lnTo>
                  <a:cubicBezTo>
                    <a:pt x="24952" y="1835"/>
                    <a:pt x="22784" y="4170"/>
                    <a:pt x="19381" y="4671"/>
                  </a:cubicBezTo>
                  <a:cubicBezTo>
                    <a:pt x="18910" y="4746"/>
                    <a:pt x="18436" y="4782"/>
                    <a:pt x="17963" y="4782"/>
                  </a:cubicBezTo>
                  <a:cubicBezTo>
                    <a:pt x="16762" y="4782"/>
                    <a:pt x="15569" y="4553"/>
                    <a:pt x="14444" y="4170"/>
                  </a:cubicBezTo>
                  <a:cubicBezTo>
                    <a:pt x="13177" y="3780"/>
                    <a:pt x="11941" y="3169"/>
                    <a:pt x="10643" y="3169"/>
                  </a:cubicBezTo>
                  <a:cubicBezTo>
                    <a:pt x="10610" y="3169"/>
                    <a:pt x="10576" y="3169"/>
                    <a:pt x="10542" y="3170"/>
                  </a:cubicBezTo>
                  <a:cubicBezTo>
                    <a:pt x="9441" y="3170"/>
                    <a:pt x="8373" y="3670"/>
                    <a:pt x="7373" y="4137"/>
                  </a:cubicBezTo>
                  <a:cubicBezTo>
                    <a:pt x="5471" y="5038"/>
                    <a:pt x="3537" y="5938"/>
                    <a:pt x="1635" y="6806"/>
                  </a:cubicBezTo>
                  <a:cubicBezTo>
                    <a:pt x="1202" y="6973"/>
                    <a:pt x="801" y="7173"/>
                    <a:pt x="535" y="7506"/>
                  </a:cubicBezTo>
                  <a:cubicBezTo>
                    <a:pt x="301" y="7840"/>
                    <a:pt x="201" y="8307"/>
                    <a:pt x="168" y="8707"/>
                  </a:cubicBezTo>
                  <a:cubicBezTo>
                    <a:pt x="1" y="11342"/>
                    <a:pt x="1669" y="13711"/>
                    <a:pt x="3337" y="15812"/>
                  </a:cubicBezTo>
                  <a:cubicBezTo>
                    <a:pt x="5138" y="18114"/>
                    <a:pt x="7173" y="20449"/>
                    <a:pt x="10008" y="21349"/>
                  </a:cubicBezTo>
                  <a:cubicBezTo>
                    <a:pt x="10938" y="21662"/>
                    <a:pt x="11894" y="21798"/>
                    <a:pt x="12858" y="21798"/>
                  </a:cubicBezTo>
                  <a:cubicBezTo>
                    <a:pt x="15490" y="21798"/>
                    <a:pt x="18180" y="20787"/>
                    <a:pt x="20549" y="19615"/>
                  </a:cubicBezTo>
                  <a:cubicBezTo>
                    <a:pt x="21816" y="18981"/>
                    <a:pt x="23051" y="18314"/>
                    <a:pt x="24018" y="17313"/>
                  </a:cubicBezTo>
                  <a:cubicBezTo>
                    <a:pt x="25352" y="15979"/>
                    <a:pt x="26119" y="14211"/>
                    <a:pt x="26820" y="12510"/>
                  </a:cubicBezTo>
                  <a:cubicBezTo>
                    <a:pt x="26987" y="12110"/>
                    <a:pt x="27154" y="11676"/>
                    <a:pt x="27187" y="11276"/>
                  </a:cubicBezTo>
                  <a:cubicBezTo>
                    <a:pt x="27320" y="9508"/>
                    <a:pt x="25052" y="8207"/>
                    <a:pt x="25152" y="6439"/>
                  </a:cubicBezTo>
                  <a:cubicBezTo>
                    <a:pt x="25286" y="4170"/>
                    <a:pt x="30189" y="2269"/>
                    <a:pt x="27520" y="1"/>
                  </a:cubicBez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43" name="Google Shape;1168;p41">
              <a:extLst>
                <a:ext uri="{FF2B5EF4-FFF2-40B4-BE49-F238E27FC236}">
                  <a16:creationId xmlns:a16="http://schemas.microsoft.com/office/drawing/2014/main" id="{1761EBF0-7DFF-4776-BC41-A414514B77F9}"/>
                </a:ext>
              </a:extLst>
            </p:cNvPr>
            <p:cNvSpPr/>
            <p:nvPr/>
          </p:nvSpPr>
          <p:spPr>
            <a:xfrm>
              <a:off x="6414808" y="2532086"/>
              <a:ext cx="942295" cy="545219"/>
            </a:xfrm>
            <a:custGeom>
              <a:avLst/>
              <a:gdLst/>
              <a:ahLst/>
              <a:cxnLst/>
              <a:rect l="l" t="t" r="r" b="b"/>
              <a:pathLst>
                <a:path w="35226" h="20382" extrusionOk="0">
                  <a:moveTo>
                    <a:pt x="21437" y="0"/>
                  </a:moveTo>
                  <a:cubicBezTo>
                    <a:pt x="17781" y="0"/>
                    <a:pt x="11505" y="1492"/>
                    <a:pt x="8507" y="3035"/>
                  </a:cubicBezTo>
                  <a:cubicBezTo>
                    <a:pt x="3036" y="5871"/>
                    <a:pt x="1" y="14910"/>
                    <a:pt x="2836" y="20381"/>
                  </a:cubicBezTo>
                  <a:cubicBezTo>
                    <a:pt x="2836" y="20381"/>
                    <a:pt x="9974" y="17212"/>
                    <a:pt x="12309" y="10374"/>
                  </a:cubicBezTo>
                  <a:cubicBezTo>
                    <a:pt x="12309" y="10759"/>
                    <a:pt x="13053" y="11069"/>
                    <a:pt x="14096" y="11069"/>
                  </a:cubicBezTo>
                  <a:cubicBezTo>
                    <a:pt x="15857" y="11069"/>
                    <a:pt x="18474" y="10184"/>
                    <a:pt x="19815" y="7272"/>
                  </a:cubicBezTo>
                  <a:cubicBezTo>
                    <a:pt x="23651" y="10039"/>
                    <a:pt x="28851" y="17430"/>
                    <a:pt x="31838" y="17430"/>
                  </a:cubicBezTo>
                  <a:cubicBezTo>
                    <a:pt x="32019" y="17430"/>
                    <a:pt x="32193" y="17403"/>
                    <a:pt x="32357" y="17346"/>
                  </a:cubicBezTo>
                  <a:cubicBezTo>
                    <a:pt x="35226" y="16278"/>
                    <a:pt x="26019" y="667"/>
                    <a:pt x="22850" y="100"/>
                  </a:cubicBezTo>
                  <a:cubicBezTo>
                    <a:pt x="22447" y="32"/>
                    <a:pt x="21970" y="0"/>
                    <a:pt x="21437" y="0"/>
                  </a:cubicBezTo>
                  <a:close/>
                </a:path>
              </a:pathLst>
            </a:custGeom>
            <a:solidFill>
              <a:srgbClr val="2C1F27"/>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4" name="Google Shape;1169;p41">
              <a:extLst>
                <a:ext uri="{FF2B5EF4-FFF2-40B4-BE49-F238E27FC236}">
                  <a16:creationId xmlns:a16="http://schemas.microsoft.com/office/drawing/2014/main" id="{22A1346D-D64E-49BB-901B-9E7FBE565A2F}"/>
                </a:ext>
              </a:extLst>
            </p:cNvPr>
            <p:cNvSpPr/>
            <p:nvPr/>
          </p:nvSpPr>
          <p:spPr>
            <a:xfrm>
              <a:off x="6977873" y="3860408"/>
              <a:ext cx="432548" cy="335900"/>
            </a:xfrm>
            <a:custGeom>
              <a:avLst/>
              <a:gdLst/>
              <a:ahLst/>
              <a:cxnLst/>
              <a:rect l="l" t="t" r="r" b="b"/>
              <a:pathLst>
                <a:path w="16170" h="12557" extrusionOk="0">
                  <a:moveTo>
                    <a:pt x="9189" y="0"/>
                  </a:moveTo>
                  <a:cubicBezTo>
                    <a:pt x="8260" y="0"/>
                    <a:pt x="7378" y="77"/>
                    <a:pt x="6672" y="115"/>
                  </a:cubicBezTo>
                  <a:cubicBezTo>
                    <a:pt x="4171" y="248"/>
                    <a:pt x="1" y="7587"/>
                    <a:pt x="1" y="7587"/>
                  </a:cubicBezTo>
                  <a:lnTo>
                    <a:pt x="4938" y="12557"/>
                  </a:lnTo>
                  <a:cubicBezTo>
                    <a:pt x="5521" y="11586"/>
                    <a:pt x="6881" y="10791"/>
                    <a:pt x="8917" y="10791"/>
                  </a:cubicBezTo>
                  <a:cubicBezTo>
                    <a:pt x="9678" y="10791"/>
                    <a:pt x="10532" y="10902"/>
                    <a:pt x="11476" y="11156"/>
                  </a:cubicBezTo>
                  <a:cubicBezTo>
                    <a:pt x="11777" y="11243"/>
                    <a:pt x="12063" y="11284"/>
                    <a:pt x="12332" y="11284"/>
                  </a:cubicBezTo>
                  <a:cubicBezTo>
                    <a:pt x="15157" y="11284"/>
                    <a:pt x="16169" y="6750"/>
                    <a:pt x="15012" y="3217"/>
                  </a:cubicBezTo>
                  <a:cubicBezTo>
                    <a:pt x="14130" y="477"/>
                    <a:pt x="11513" y="0"/>
                    <a:pt x="9189" y="0"/>
                  </a:cubicBezTo>
                  <a:close/>
                </a:path>
              </a:pathLst>
            </a:cu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5" name="Google Shape;1170;p41">
              <a:extLst>
                <a:ext uri="{FF2B5EF4-FFF2-40B4-BE49-F238E27FC236}">
                  <a16:creationId xmlns:a16="http://schemas.microsoft.com/office/drawing/2014/main" id="{E6A9E3E0-0781-4F66-869B-70116B4EE468}"/>
                </a:ext>
              </a:extLst>
            </p:cNvPr>
            <p:cNvSpPr/>
            <p:nvPr/>
          </p:nvSpPr>
          <p:spPr>
            <a:xfrm>
              <a:off x="6337175" y="3959843"/>
              <a:ext cx="787921" cy="875875"/>
            </a:xfrm>
            <a:custGeom>
              <a:avLst/>
              <a:gdLst/>
              <a:ahLst/>
              <a:cxnLst/>
              <a:rect l="l" t="t" r="r" b="b"/>
              <a:pathLst>
                <a:path w="29455" h="32743" extrusionOk="0">
                  <a:moveTo>
                    <a:pt x="25585" y="0"/>
                  </a:moveTo>
                  <a:cubicBezTo>
                    <a:pt x="25585" y="0"/>
                    <a:pt x="4771" y="19614"/>
                    <a:pt x="3770" y="21516"/>
                  </a:cubicBezTo>
                  <a:cubicBezTo>
                    <a:pt x="2769" y="23384"/>
                    <a:pt x="1" y="31923"/>
                    <a:pt x="9541" y="32724"/>
                  </a:cubicBezTo>
                  <a:cubicBezTo>
                    <a:pt x="9689" y="32736"/>
                    <a:pt x="9838" y="32742"/>
                    <a:pt x="9987" y="32742"/>
                  </a:cubicBezTo>
                  <a:cubicBezTo>
                    <a:pt x="19402" y="32742"/>
                    <a:pt x="29455" y="8240"/>
                    <a:pt x="29455" y="8240"/>
                  </a:cubicBezTo>
                  <a:lnTo>
                    <a:pt x="25585" y="0"/>
                  </a:ln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6" name="Google Shape;1171;p41">
              <a:extLst>
                <a:ext uri="{FF2B5EF4-FFF2-40B4-BE49-F238E27FC236}">
                  <a16:creationId xmlns:a16="http://schemas.microsoft.com/office/drawing/2014/main" id="{5056587A-6C8A-41A3-AF16-D586EFED76DB}"/>
                </a:ext>
              </a:extLst>
            </p:cNvPr>
            <p:cNvSpPr/>
            <p:nvPr/>
          </p:nvSpPr>
          <p:spPr>
            <a:xfrm>
              <a:off x="6633448" y="3243116"/>
              <a:ext cx="427438" cy="392797"/>
            </a:xfrm>
            <a:custGeom>
              <a:avLst/>
              <a:gdLst/>
              <a:ahLst/>
              <a:cxnLst/>
              <a:rect l="l" t="t" r="r" b="b"/>
              <a:pathLst>
                <a:path w="15979" h="14684" extrusionOk="0">
                  <a:moveTo>
                    <a:pt x="7759" y="1"/>
                  </a:moveTo>
                  <a:cubicBezTo>
                    <a:pt x="6918" y="1"/>
                    <a:pt x="6058" y="250"/>
                    <a:pt x="5204" y="874"/>
                  </a:cubicBezTo>
                  <a:cubicBezTo>
                    <a:pt x="1868" y="3342"/>
                    <a:pt x="0" y="8379"/>
                    <a:pt x="3436" y="9647"/>
                  </a:cubicBezTo>
                  <a:cubicBezTo>
                    <a:pt x="6872" y="10881"/>
                    <a:pt x="8173" y="13049"/>
                    <a:pt x="8039" y="14684"/>
                  </a:cubicBezTo>
                  <a:lnTo>
                    <a:pt x="15111" y="13383"/>
                  </a:lnTo>
                  <a:cubicBezTo>
                    <a:pt x="15111" y="13383"/>
                    <a:pt x="15978" y="4810"/>
                    <a:pt x="13977" y="3276"/>
                  </a:cubicBezTo>
                  <a:cubicBezTo>
                    <a:pt x="12488" y="2109"/>
                    <a:pt x="10205" y="1"/>
                    <a:pt x="7759" y="1"/>
                  </a:cubicBez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7" name="Google Shape;1172;p41">
              <a:extLst>
                <a:ext uri="{FF2B5EF4-FFF2-40B4-BE49-F238E27FC236}">
                  <a16:creationId xmlns:a16="http://schemas.microsoft.com/office/drawing/2014/main" id="{947D8DFC-0E82-458A-A9C2-85CDB3FD29F2}"/>
                </a:ext>
              </a:extLst>
            </p:cNvPr>
            <p:cNvSpPr/>
            <p:nvPr/>
          </p:nvSpPr>
          <p:spPr>
            <a:xfrm>
              <a:off x="6815466" y="3585937"/>
              <a:ext cx="1041352" cy="1326292"/>
            </a:xfrm>
            <a:custGeom>
              <a:avLst/>
              <a:gdLst/>
              <a:ahLst/>
              <a:cxnLst/>
              <a:rect l="l" t="t" r="r" b="b"/>
              <a:pathLst>
                <a:path w="38929" h="49581" extrusionOk="0">
                  <a:moveTo>
                    <a:pt x="8574" y="1"/>
                  </a:moveTo>
                  <a:lnTo>
                    <a:pt x="1" y="1402"/>
                  </a:lnTo>
                  <a:cubicBezTo>
                    <a:pt x="1" y="1402"/>
                    <a:pt x="15309" y="49580"/>
                    <a:pt x="32208" y="49580"/>
                  </a:cubicBezTo>
                  <a:cubicBezTo>
                    <a:pt x="32502" y="49580"/>
                    <a:pt x="32796" y="49566"/>
                    <a:pt x="33091" y="49536"/>
                  </a:cubicBezTo>
                  <a:cubicBezTo>
                    <a:pt x="38929" y="48469"/>
                    <a:pt x="38862" y="41931"/>
                    <a:pt x="33859" y="34125"/>
                  </a:cubicBezTo>
                  <a:cubicBezTo>
                    <a:pt x="28822" y="26353"/>
                    <a:pt x="8574" y="1"/>
                    <a:pt x="8574" y="1"/>
                  </a:cubicBezTo>
                  <a:close/>
                </a:path>
              </a:pathLst>
            </a:cu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150" name="Google Shape;1128;p40">
            <a:extLst>
              <a:ext uri="{FF2B5EF4-FFF2-40B4-BE49-F238E27FC236}">
                <a16:creationId xmlns:a16="http://schemas.microsoft.com/office/drawing/2014/main" id="{4790AE96-9A9E-4E41-967A-5174F72943E5}"/>
              </a:ext>
            </a:extLst>
          </p:cNvPr>
          <p:cNvSpPr/>
          <p:nvPr/>
        </p:nvSpPr>
        <p:spPr>
          <a:xfrm>
            <a:off x="8132168" y="1815690"/>
            <a:ext cx="620501" cy="1130709"/>
          </a:xfrm>
          <a:custGeom>
            <a:avLst/>
            <a:gdLst/>
            <a:ahLst/>
            <a:cxnLst/>
            <a:rect l="l" t="t" r="r" b="b"/>
            <a:pathLst>
              <a:path w="58676" h="110500" extrusionOk="0">
                <a:moveTo>
                  <a:pt x="38191" y="0"/>
                </a:moveTo>
                <a:cubicBezTo>
                  <a:pt x="37398" y="0"/>
                  <a:pt x="36608" y="47"/>
                  <a:pt x="35826" y="156"/>
                </a:cubicBezTo>
                <a:cubicBezTo>
                  <a:pt x="32724" y="557"/>
                  <a:pt x="29855" y="1924"/>
                  <a:pt x="27020" y="3259"/>
                </a:cubicBezTo>
                <a:cubicBezTo>
                  <a:pt x="24151" y="4660"/>
                  <a:pt x="21249" y="6061"/>
                  <a:pt x="18380" y="7528"/>
                </a:cubicBezTo>
                <a:cubicBezTo>
                  <a:pt x="16245" y="8596"/>
                  <a:pt x="14077" y="9763"/>
                  <a:pt x="12509" y="11565"/>
                </a:cubicBezTo>
                <a:cubicBezTo>
                  <a:pt x="9474" y="15034"/>
                  <a:pt x="9240" y="20037"/>
                  <a:pt x="9340" y="24607"/>
                </a:cubicBezTo>
                <a:cubicBezTo>
                  <a:pt x="9374" y="27543"/>
                  <a:pt x="9507" y="30545"/>
                  <a:pt x="10341" y="33347"/>
                </a:cubicBezTo>
                <a:cubicBezTo>
                  <a:pt x="11142" y="36082"/>
                  <a:pt x="12643" y="38617"/>
                  <a:pt x="13743" y="41286"/>
                </a:cubicBezTo>
                <a:cubicBezTo>
                  <a:pt x="17546" y="50126"/>
                  <a:pt x="17179" y="61133"/>
                  <a:pt x="11075" y="68572"/>
                </a:cubicBezTo>
                <a:cubicBezTo>
                  <a:pt x="8707" y="71441"/>
                  <a:pt x="5638" y="73709"/>
                  <a:pt x="3536" y="76778"/>
                </a:cubicBezTo>
                <a:cubicBezTo>
                  <a:pt x="634" y="81048"/>
                  <a:pt x="0" y="86718"/>
                  <a:pt x="1868" y="91488"/>
                </a:cubicBezTo>
                <a:cubicBezTo>
                  <a:pt x="2969" y="94290"/>
                  <a:pt x="4804" y="96659"/>
                  <a:pt x="6205" y="99294"/>
                </a:cubicBezTo>
                <a:cubicBezTo>
                  <a:pt x="7439" y="101496"/>
                  <a:pt x="8206" y="103797"/>
                  <a:pt x="8306" y="106266"/>
                </a:cubicBezTo>
                <a:cubicBezTo>
                  <a:pt x="8306" y="107066"/>
                  <a:pt x="7672" y="108234"/>
                  <a:pt x="7973" y="108968"/>
                </a:cubicBezTo>
                <a:cubicBezTo>
                  <a:pt x="8034" y="109152"/>
                  <a:pt x="9145" y="110499"/>
                  <a:pt x="9344" y="110499"/>
                </a:cubicBezTo>
                <a:cubicBezTo>
                  <a:pt x="9361" y="110499"/>
                  <a:pt x="9371" y="110490"/>
                  <a:pt x="9374" y="110469"/>
                </a:cubicBezTo>
                <a:cubicBezTo>
                  <a:pt x="10508" y="103397"/>
                  <a:pt x="12142" y="95458"/>
                  <a:pt x="18080" y="91455"/>
                </a:cubicBezTo>
                <a:cubicBezTo>
                  <a:pt x="20515" y="89821"/>
                  <a:pt x="23384" y="89053"/>
                  <a:pt x="26019" y="87786"/>
                </a:cubicBezTo>
                <a:cubicBezTo>
                  <a:pt x="32757" y="84550"/>
                  <a:pt x="37727" y="77912"/>
                  <a:pt x="38995" y="70573"/>
                </a:cubicBezTo>
                <a:cubicBezTo>
                  <a:pt x="39829" y="65603"/>
                  <a:pt x="39028" y="60533"/>
                  <a:pt x="39362" y="55463"/>
                </a:cubicBezTo>
                <a:cubicBezTo>
                  <a:pt x="40029" y="45456"/>
                  <a:pt x="45233" y="36182"/>
                  <a:pt x="52238" y="29044"/>
                </a:cubicBezTo>
                <a:cubicBezTo>
                  <a:pt x="54473" y="26775"/>
                  <a:pt x="57008" y="24541"/>
                  <a:pt x="57875" y="21438"/>
                </a:cubicBezTo>
                <a:cubicBezTo>
                  <a:pt x="58676" y="18603"/>
                  <a:pt x="57908" y="15567"/>
                  <a:pt x="57108" y="12732"/>
                </a:cubicBezTo>
                <a:cubicBezTo>
                  <a:pt x="56240" y="9563"/>
                  <a:pt x="55340" y="6261"/>
                  <a:pt x="52905" y="4059"/>
                </a:cubicBezTo>
                <a:cubicBezTo>
                  <a:pt x="50670" y="2024"/>
                  <a:pt x="47534" y="1257"/>
                  <a:pt x="44532" y="723"/>
                </a:cubicBezTo>
                <a:cubicBezTo>
                  <a:pt x="42446" y="335"/>
                  <a:pt x="40306" y="0"/>
                  <a:pt x="38191" y="0"/>
                </a:cubicBezTo>
                <a:close/>
              </a:path>
            </a:pathLst>
          </a:custGeom>
          <a:solidFill>
            <a:srgbClr val="FFD173">
              <a:alpha val="780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2"/>
          <p:cNvSpPr txBox="1">
            <a:spLocks noGrp="1"/>
          </p:cNvSpPr>
          <p:nvPr>
            <p:ph type="ctrTitle"/>
          </p:nvPr>
        </p:nvSpPr>
        <p:spPr>
          <a:xfrm>
            <a:off x="306760" y="577912"/>
            <a:ext cx="4471735" cy="2743256"/>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sz="4000" b="1" dirty="0"/>
              <a:t>Statistical Analysis of the Factors attributing AQI Values of Major Cities in India</a:t>
            </a:r>
            <a:endParaRPr sz="4000" b="1" dirty="0"/>
          </a:p>
        </p:txBody>
      </p:sp>
      <p:sp>
        <p:nvSpPr>
          <p:cNvPr id="102" name="Google Shape;323;p32">
            <a:extLst>
              <a:ext uri="{FF2B5EF4-FFF2-40B4-BE49-F238E27FC236}">
                <a16:creationId xmlns:a16="http://schemas.microsoft.com/office/drawing/2014/main" id="{C85B9278-5D1E-4BA8-A357-A6C56A930F1D}"/>
              </a:ext>
            </a:extLst>
          </p:cNvPr>
          <p:cNvSpPr txBox="1">
            <a:spLocks/>
          </p:cNvSpPr>
          <p:nvPr/>
        </p:nvSpPr>
        <p:spPr>
          <a:xfrm>
            <a:off x="454195" y="3355223"/>
            <a:ext cx="4344141" cy="12749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rgbClr val="053B5C"/>
              </a:buClr>
              <a:buSzPts val="1700"/>
              <a:buFont typeface="Open Sans"/>
              <a:buNone/>
              <a:defRPr sz="1600" b="0" i="0" u="none" strike="noStrike" cap="none">
                <a:solidFill>
                  <a:srgbClr val="053B5C"/>
                </a:solidFill>
                <a:latin typeface="Open Sans"/>
                <a:ea typeface="Open Sans"/>
                <a:cs typeface="Open Sans"/>
                <a:sym typeface="Open Sans"/>
              </a:defRPr>
            </a:lvl1pPr>
            <a:lvl2pPr marL="914400" marR="0" lvl="1" indent="-317500" algn="l" rtl="0">
              <a:lnSpc>
                <a:spcPct val="100000"/>
              </a:lnSpc>
              <a:spcBef>
                <a:spcPts val="0"/>
              </a:spcBef>
              <a:spcAft>
                <a:spcPts val="0"/>
              </a:spcAft>
              <a:buClr>
                <a:srgbClr val="053B5C"/>
              </a:buClr>
              <a:buSzPts val="1700"/>
              <a:buFont typeface="Open Sans"/>
              <a:buNone/>
              <a:defRPr sz="1700" b="0" i="0" u="none" strike="noStrike" cap="none">
                <a:solidFill>
                  <a:srgbClr val="053B5C"/>
                </a:solidFill>
                <a:latin typeface="Open Sans"/>
                <a:ea typeface="Open Sans"/>
                <a:cs typeface="Open Sans"/>
                <a:sym typeface="Open Sans"/>
              </a:defRPr>
            </a:lvl2pPr>
            <a:lvl3pPr marL="1371600" marR="0" lvl="2" indent="-317500" algn="l" rtl="0">
              <a:lnSpc>
                <a:spcPct val="100000"/>
              </a:lnSpc>
              <a:spcBef>
                <a:spcPts val="0"/>
              </a:spcBef>
              <a:spcAft>
                <a:spcPts val="0"/>
              </a:spcAft>
              <a:buClr>
                <a:srgbClr val="053B5C"/>
              </a:buClr>
              <a:buSzPts val="1700"/>
              <a:buFont typeface="Open Sans"/>
              <a:buNone/>
              <a:defRPr sz="1700" b="0" i="0" u="none" strike="noStrike" cap="none">
                <a:solidFill>
                  <a:srgbClr val="053B5C"/>
                </a:solidFill>
                <a:latin typeface="Open Sans"/>
                <a:ea typeface="Open Sans"/>
                <a:cs typeface="Open Sans"/>
                <a:sym typeface="Open Sans"/>
              </a:defRPr>
            </a:lvl3pPr>
            <a:lvl4pPr marL="1828800" marR="0" lvl="3" indent="-317500" algn="l" rtl="0">
              <a:lnSpc>
                <a:spcPct val="100000"/>
              </a:lnSpc>
              <a:spcBef>
                <a:spcPts val="0"/>
              </a:spcBef>
              <a:spcAft>
                <a:spcPts val="0"/>
              </a:spcAft>
              <a:buClr>
                <a:srgbClr val="053B5C"/>
              </a:buClr>
              <a:buSzPts val="1700"/>
              <a:buFont typeface="Open Sans"/>
              <a:buNone/>
              <a:defRPr sz="1700" b="0" i="0" u="none" strike="noStrike" cap="none">
                <a:solidFill>
                  <a:srgbClr val="053B5C"/>
                </a:solidFill>
                <a:latin typeface="Open Sans"/>
                <a:ea typeface="Open Sans"/>
                <a:cs typeface="Open Sans"/>
                <a:sym typeface="Open Sans"/>
              </a:defRPr>
            </a:lvl4pPr>
            <a:lvl5pPr marL="2286000" marR="0" lvl="4" indent="-317500" algn="l" rtl="0">
              <a:lnSpc>
                <a:spcPct val="100000"/>
              </a:lnSpc>
              <a:spcBef>
                <a:spcPts val="0"/>
              </a:spcBef>
              <a:spcAft>
                <a:spcPts val="0"/>
              </a:spcAft>
              <a:buClr>
                <a:srgbClr val="053B5C"/>
              </a:buClr>
              <a:buSzPts val="1700"/>
              <a:buFont typeface="Open Sans"/>
              <a:buNone/>
              <a:defRPr sz="1700" b="0" i="0" u="none" strike="noStrike" cap="none">
                <a:solidFill>
                  <a:srgbClr val="053B5C"/>
                </a:solidFill>
                <a:latin typeface="Open Sans"/>
                <a:ea typeface="Open Sans"/>
                <a:cs typeface="Open Sans"/>
                <a:sym typeface="Open Sans"/>
              </a:defRPr>
            </a:lvl5pPr>
            <a:lvl6pPr marL="2743200" marR="0" lvl="5" indent="-317500" algn="l" rtl="0">
              <a:lnSpc>
                <a:spcPct val="100000"/>
              </a:lnSpc>
              <a:spcBef>
                <a:spcPts val="0"/>
              </a:spcBef>
              <a:spcAft>
                <a:spcPts val="0"/>
              </a:spcAft>
              <a:buClr>
                <a:srgbClr val="053B5C"/>
              </a:buClr>
              <a:buSzPts val="1700"/>
              <a:buFont typeface="Open Sans"/>
              <a:buNone/>
              <a:defRPr sz="1700" b="0" i="0" u="none" strike="noStrike" cap="none">
                <a:solidFill>
                  <a:srgbClr val="053B5C"/>
                </a:solidFill>
                <a:latin typeface="Open Sans"/>
                <a:ea typeface="Open Sans"/>
                <a:cs typeface="Open Sans"/>
                <a:sym typeface="Open Sans"/>
              </a:defRPr>
            </a:lvl6pPr>
            <a:lvl7pPr marL="3200400" marR="0" lvl="6" indent="-317500" algn="l" rtl="0">
              <a:lnSpc>
                <a:spcPct val="100000"/>
              </a:lnSpc>
              <a:spcBef>
                <a:spcPts val="0"/>
              </a:spcBef>
              <a:spcAft>
                <a:spcPts val="0"/>
              </a:spcAft>
              <a:buClr>
                <a:srgbClr val="053B5C"/>
              </a:buClr>
              <a:buSzPts val="1700"/>
              <a:buFont typeface="Open Sans"/>
              <a:buNone/>
              <a:defRPr sz="1700" b="0" i="0" u="none" strike="noStrike" cap="none">
                <a:solidFill>
                  <a:srgbClr val="053B5C"/>
                </a:solidFill>
                <a:latin typeface="Open Sans"/>
                <a:ea typeface="Open Sans"/>
                <a:cs typeface="Open Sans"/>
                <a:sym typeface="Open Sans"/>
              </a:defRPr>
            </a:lvl7pPr>
            <a:lvl8pPr marL="3657600" marR="0" lvl="7" indent="-317500" algn="l" rtl="0">
              <a:lnSpc>
                <a:spcPct val="100000"/>
              </a:lnSpc>
              <a:spcBef>
                <a:spcPts val="0"/>
              </a:spcBef>
              <a:spcAft>
                <a:spcPts val="0"/>
              </a:spcAft>
              <a:buClr>
                <a:srgbClr val="053B5C"/>
              </a:buClr>
              <a:buSzPts val="1700"/>
              <a:buFont typeface="Open Sans"/>
              <a:buNone/>
              <a:defRPr sz="1700" b="0" i="0" u="none" strike="noStrike" cap="none">
                <a:solidFill>
                  <a:srgbClr val="053B5C"/>
                </a:solidFill>
                <a:latin typeface="Open Sans"/>
                <a:ea typeface="Open Sans"/>
                <a:cs typeface="Open Sans"/>
                <a:sym typeface="Open Sans"/>
              </a:defRPr>
            </a:lvl8pPr>
            <a:lvl9pPr marL="4114800" marR="0" lvl="8" indent="-317500" algn="l" rtl="0">
              <a:lnSpc>
                <a:spcPct val="100000"/>
              </a:lnSpc>
              <a:spcBef>
                <a:spcPts val="0"/>
              </a:spcBef>
              <a:spcAft>
                <a:spcPts val="0"/>
              </a:spcAft>
              <a:buClr>
                <a:srgbClr val="053B5C"/>
              </a:buClr>
              <a:buSzPts val="1700"/>
              <a:buFont typeface="Open Sans"/>
              <a:buNone/>
              <a:defRPr sz="1700" b="0" i="0" u="none" strike="noStrike" cap="none">
                <a:solidFill>
                  <a:srgbClr val="053B5C"/>
                </a:solidFill>
                <a:latin typeface="Open Sans"/>
                <a:ea typeface="Open Sans"/>
                <a:cs typeface="Open Sans"/>
                <a:sym typeface="Open Sans"/>
              </a:defRPr>
            </a:lvl9pPr>
          </a:lstStyle>
          <a:p>
            <a:pPr marL="0" indent="0"/>
            <a:r>
              <a:rPr lang="en-US" sz="1800" dirty="0"/>
              <a:t>Team Members:</a:t>
            </a:r>
          </a:p>
          <a:p>
            <a:pPr marL="0" indent="0"/>
            <a:r>
              <a:rPr lang="en-US" sz="1800" b="1" dirty="0"/>
              <a:t>Hrishita Bapuram </a:t>
            </a:r>
            <a:r>
              <a:rPr lang="en-US" sz="1800" dirty="0"/>
              <a:t>(75252019004)</a:t>
            </a:r>
          </a:p>
          <a:p>
            <a:pPr marL="0" indent="0"/>
            <a:r>
              <a:rPr lang="en-US" sz="1800" b="1" dirty="0"/>
              <a:t>Maryam Amir Ahmad </a:t>
            </a:r>
            <a:r>
              <a:rPr lang="en-US" sz="1800" dirty="0"/>
              <a:t>(75252019003)</a:t>
            </a:r>
          </a:p>
          <a:p>
            <a:pPr marL="0" indent="0"/>
            <a:r>
              <a:rPr lang="en-US" sz="1800" b="1" dirty="0"/>
              <a:t>Shraddha Kodavade </a:t>
            </a:r>
            <a:r>
              <a:rPr lang="en-US" sz="1800" dirty="0"/>
              <a:t>(75252019011)</a:t>
            </a:r>
          </a:p>
          <a:p>
            <a:pPr marL="0" indent="0"/>
            <a:endParaRPr lang="en-US" sz="1800" dirty="0"/>
          </a:p>
          <a:p>
            <a:pPr marL="0" indent="0" algn="ctr"/>
            <a:endParaRPr lang="en-US" sz="1800" dirty="0"/>
          </a:p>
          <a:p>
            <a:pPr marL="0" indent="0"/>
            <a:endParaRPr lang="en-US" dirty="0"/>
          </a:p>
          <a:p>
            <a:pPr marL="0" indent="0"/>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717525" y="548746"/>
            <a:ext cx="46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b="1" dirty="0">
                <a:solidFill>
                  <a:srgbClr val="053B5C"/>
                </a:solidFill>
              </a:rPr>
              <a:t>INTRODUCTION</a:t>
            </a:r>
            <a:endParaRPr sz="3200" b="1" dirty="0">
              <a:solidFill>
                <a:srgbClr val="053B5C"/>
              </a:solidFill>
            </a:endParaRPr>
          </a:p>
          <a:p>
            <a:pPr marL="0" lvl="0" indent="0" algn="l" rtl="0">
              <a:spcBef>
                <a:spcPts val="0"/>
              </a:spcBef>
              <a:spcAft>
                <a:spcPts val="0"/>
              </a:spcAft>
              <a:buNone/>
            </a:pPr>
            <a:endParaRPr dirty="0"/>
          </a:p>
        </p:txBody>
      </p:sp>
      <p:sp>
        <p:nvSpPr>
          <p:cNvPr id="457" name="Google Shape;457;p33"/>
          <p:cNvSpPr txBox="1">
            <a:spLocks noGrp="1"/>
          </p:cNvSpPr>
          <p:nvPr>
            <p:ph type="body" idx="1"/>
          </p:nvPr>
        </p:nvSpPr>
        <p:spPr>
          <a:xfrm>
            <a:off x="717450" y="1481774"/>
            <a:ext cx="4846140" cy="3121200"/>
          </a:xfrm>
          <a:prstGeom prst="rect">
            <a:avLst/>
          </a:prstGeom>
        </p:spPr>
        <p:txBody>
          <a:bodyPr spcFirstLastPara="1" wrap="square" lIns="91425" tIns="91425" rIns="91425" bIns="91425" anchor="t" anchorCtr="0">
            <a:noAutofit/>
          </a:bodyPr>
          <a:lstStyle/>
          <a:p>
            <a:pPr marL="342900" indent="-342900">
              <a:buClr>
                <a:srgbClr val="000000"/>
              </a:buClr>
            </a:pPr>
            <a:r>
              <a:rPr lang="en-US" sz="1800" b="0" i="0" dirty="0">
                <a:solidFill>
                  <a:srgbClr val="002060"/>
                </a:solidFill>
                <a:effectLst/>
                <a:latin typeface="Open Sans" panose="020B0604020202020204" charset="0"/>
                <a:ea typeface="Open Sans" panose="020B0604020202020204" charset="0"/>
                <a:cs typeface="Open Sans" panose="020B0604020202020204" charset="0"/>
              </a:rPr>
              <a:t>Air pollution is a burgeoning environmental problem with potential for climate change. </a:t>
            </a:r>
          </a:p>
          <a:p>
            <a:pPr marL="0" indent="0">
              <a:buClr>
                <a:srgbClr val="000000"/>
              </a:buClr>
              <a:buNone/>
            </a:pPr>
            <a:endParaRPr lang="en-US" sz="1800" b="0" i="0" dirty="0">
              <a:solidFill>
                <a:schemeClr val="accent6"/>
              </a:solidFill>
              <a:effectLst/>
              <a:latin typeface="Open Sans" panose="020B0604020202020204" charset="0"/>
              <a:ea typeface="Open Sans" panose="020B0604020202020204" charset="0"/>
              <a:cs typeface="Open Sans" panose="020B0604020202020204" charset="0"/>
            </a:endParaRPr>
          </a:p>
          <a:p>
            <a:pPr marL="342900" indent="-342900">
              <a:buClr>
                <a:srgbClr val="000000"/>
              </a:buClr>
            </a:pPr>
            <a:r>
              <a:rPr lang="en-US" sz="1800" b="0" i="0" dirty="0">
                <a:solidFill>
                  <a:srgbClr val="002060"/>
                </a:solidFill>
                <a:effectLst/>
                <a:latin typeface="Open Sans" panose="020B0604020202020204" charset="0"/>
                <a:ea typeface="Open Sans" panose="020B0604020202020204" charset="0"/>
                <a:cs typeface="Open Sans" panose="020B0604020202020204" charset="0"/>
              </a:rPr>
              <a:t>Introspection into the various causes and mechanisms responsible for this sorry state of affairs, its impact on human health, and possible solutions to the problem is being </a:t>
            </a:r>
            <a:r>
              <a:rPr lang="en-US" sz="1800" dirty="0">
                <a:solidFill>
                  <a:srgbClr val="002060"/>
                </a:solidFill>
                <a:latin typeface="Open Sans" panose="020B0604020202020204" charset="0"/>
                <a:ea typeface="Open Sans" panose="020B0604020202020204" charset="0"/>
                <a:cs typeface="Open Sans" panose="020B0604020202020204" charset="0"/>
              </a:rPr>
              <a:t>studied in this project.</a:t>
            </a:r>
            <a:endParaRPr sz="1000" dirty="0">
              <a:solidFill>
                <a:srgbClr val="002060"/>
              </a:solidFill>
              <a:latin typeface="Open Sans" panose="020B0604020202020204" charset="0"/>
              <a:ea typeface="Open Sans" panose="020B0604020202020204" charset="0"/>
              <a:cs typeface="Open Sans" panose="020B0604020202020204" charset="0"/>
            </a:endParaRPr>
          </a:p>
        </p:txBody>
      </p:sp>
      <p:grpSp>
        <p:nvGrpSpPr>
          <p:cNvPr id="458" name="Google Shape;458;p33"/>
          <p:cNvGrpSpPr/>
          <p:nvPr/>
        </p:nvGrpSpPr>
        <p:grpSpPr>
          <a:xfrm flipH="1">
            <a:off x="809989" y="1172656"/>
            <a:ext cx="446222" cy="77476"/>
            <a:chOff x="6146875" y="1767300"/>
            <a:chExt cx="331025" cy="57475"/>
          </a:xfrm>
        </p:grpSpPr>
        <p:sp>
          <p:nvSpPr>
            <p:cNvPr id="459" name="Google Shape;459;p33"/>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 name="Picture 7">
            <a:extLst>
              <a:ext uri="{FF2B5EF4-FFF2-40B4-BE49-F238E27FC236}">
                <a16:creationId xmlns:a16="http://schemas.microsoft.com/office/drawing/2014/main" id="{81E71444-BCDD-48DC-A98E-8143D46224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4191" y="1250132"/>
            <a:ext cx="3121200" cy="3121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46AD-93D9-4803-98F6-0740F605CF27}"/>
              </a:ext>
            </a:extLst>
          </p:cNvPr>
          <p:cNvSpPr>
            <a:spLocks noGrp="1"/>
          </p:cNvSpPr>
          <p:nvPr>
            <p:ph type="title"/>
          </p:nvPr>
        </p:nvSpPr>
        <p:spPr>
          <a:xfrm>
            <a:off x="275323" y="102630"/>
            <a:ext cx="5307124" cy="572700"/>
          </a:xfrm>
        </p:spPr>
        <p:txBody>
          <a:bodyPr/>
          <a:lstStyle/>
          <a:p>
            <a:r>
              <a:rPr lang="en-GB" sz="3000" b="1" dirty="0"/>
              <a:t>What is AQI (Air Quality Index)?</a:t>
            </a:r>
          </a:p>
        </p:txBody>
      </p:sp>
      <p:sp>
        <p:nvSpPr>
          <p:cNvPr id="3" name="Text Placeholder 2">
            <a:extLst>
              <a:ext uri="{FF2B5EF4-FFF2-40B4-BE49-F238E27FC236}">
                <a16:creationId xmlns:a16="http://schemas.microsoft.com/office/drawing/2014/main" id="{629A0733-FAC5-4E0D-92B0-E44E48E5C3F7}"/>
              </a:ext>
            </a:extLst>
          </p:cNvPr>
          <p:cNvSpPr>
            <a:spLocks noGrp="1"/>
          </p:cNvSpPr>
          <p:nvPr>
            <p:ph type="body" idx="1"/>
          </p:nvPr>
        </p:nvSpPr>
        <p:spPr>
          <a:xfrm>
            <a:off x="275323" y="702960"/>
            <a:ext cx="3955129" cy="3406411"/>
          </a:xfrm>
        </p:spPr>
        <p:txBody>
          <a:bodyPr/>
          <a:lstStyle/>
          <a:p>
            <a:r>
              <a:rPr lang="en-US" sz="1300" b="0" i="0" dirty="0">
                <a:solidFill>
                  <a:srgbClr val="002060"/>
                </a:solidFill>
                <a:effectLst/>
                <a:latin typeface="Open Sans"/>
              </a:rPr>
              <a:t>Air Quality Index (AQI) is a tool to showcase air quality status. </a:t>
            </a:r>
          </a:p>
          <a:p>
            <a:endParaRPr lang="en-US" sz="1300" b="0" i="0" dirty="0">
              <a:solidFill>
                <a:srgbClr val="002060"/>
              </a:solidFill>
              <a:effectLst/>
              <a:latin typeface="Open Sans"/>
            </a:endParaRPr>
          </a:p>
          <a:p>
            <a:r>
              <a:rPr lang="en-US" sz="1300" b="0" i="0" dirty="0">
                <a:solidFill>
                  <a:srgbClr val="002060"/>
                </a:solidFill>
                <a:effectLst/>
                <a:latin typeface="Open Sans"/>
              </a:rPr>
              <a:t>It transforms complex air quality data of various pollutants into a single number and color.</a:t>
            </a:r>
          </a:p>
          <a:p>
            <a:endParaRPr lang="en-US" sz="1300" b="0" i="0" dirty="0">
              <a:solidFill>
                <a:srgbClr val="002060"/>
              </a:solidFill>
              <a:effectLst/>
              <a:latin typeface="Open Sans"/>
            </a:endParaRPr>
          </a:p>
          <a:p>
            <a:pPr algn="l">
              <a:lnSpc>
                <a:spcPct val="120000"/>
              </a:lnSpc>
            </a:pPr>
            <a:r>
              <a:rPr lang="en-US" sz="1300" b="0" i="0" dirty="0">
                <a:solidFill>
                  <a:srgbClr val="002060"/>
                </a:solidFill>
                <a:effectLst/>
                <a:latin typeface="Open Sans"/>
              </a:rPr>
              <a:t>The Environmental Protection Agency (EPA) calculates the AQI for five major air pollutants, for which national air quality standards have been established to safeguard public health. </a:t>
            </a:r>
          </a:p>
          <a:p>
            <a:pPr algn="l">
              <a:lnSpc>
                <a:spcPct val="120000"/>
              </a:lnSpc>
            </a:pPr>
            <a:endParaRPr lang="en-US" sz="1300" b="0" i="0" dirty="0">
              <a:solidFill>
                <a:srgbClr val="002060"/>
              </a:solidFill>
              <a:effectLst/>
              <a:latin typeface="Open Sans"/>
            </a:endParaRPr>
          </a:p>
          <a:p>
            <a:pPr lvl="1">
              <a:lnSpc>
                <a:spcPct val="120000"/>
              </a:lnSpc>
            </a:pPr>
            <a:r>
              <a:rPr lang="en-US" sz="1300" b="0" i="0" dirty="0">
                <a:solidFill>
                  <a:srgbClr val="002060"/>
                </a:solidFill>
                <a:effectLst/>
                <a:latin typeface="Open Sans"/>
              </a:rPr>
              <a:t>Ground-level ozone</a:t>
            </a:r>
          </a:p>
          <a:p>
            <a:pPr lvl="1">
              <a:lnSpc>
                <a:spcPct val="120000"/>
              </a:lnSpc>
            </a:pPr>
            <a:r>
              <a:rPr lang="en-US" sz="1300" b="0" i="0" dirty="0">
                <a:solidFill>
                  <a:srgbClr val="002060"/>
                </a:solidFill>
                <a:effectLst/>
                <a:latin typeface="Open Sans"/>
              </a:rPr>
              <a:t>Particle pollution/particulate matter (PM2.5/pm 10)</a:t>
            </a:r>
          </a:p>
          <a:p>
            <a:pPr lvl="1">
              <a:lnSpc>
                <a:spcPct val="120000"/>
              </a:lnSpc>
            </a:pPr>
            <a:r>
              <a:rPr lang="en-US" sz="1300" b="0" i="0" dirty="0">
                <a:solidFill>
                  <a:srgbClr val="002060"/>
                </a:solidFill>
                <a:effectLst/>
                <a:latin typeface="Open Sans"/>
              </a:rPr>
              <a:t>Carbon Monoxide</a:t>
            </a:r>
          </a:p>
          <a:p>
            <a:pPr lvl="1">
              <a:lnSpc>
                <a:spcPct val="120000"/>
              </a:lnSpc>
            </a:pPr>
            <a:r>
              <a:rPr lang="en-US" sz="1300" b="0" i="0" dirty="0">
                <a:solidFill>
                  <a:srgbClr val="002060"/>
                </a:solidFill>
                <a:effectLst/>
                <a:latin typeface="Open Sans"/>
              </a:rPr>
              <a:t>Sulfur dioxide</a:t>
            </a:r>
          </a:p>
          <a:p>
            <a:pPr lvl="1">
              <a:lnSpc>
                <a:spcPct val="120000"/>
              </a:lnSpc>
            </a:pPr>
            <a:r>
              <a:rPr lang="en-US" sz="1300" b="0" i="0" dirty="0">
                <a:solidFill>
                  <a:srgbClr val="002060"/>
                </a:solidFill>
                <a:effectLst/>
                <a:latin typeface="Open Sans"/>
              </a:rPr>
              <a:t>Nitrogen dioxide</a:t>
            </a:r>
          </a:p>
          <a:p>
            <a:endParaRPr lang="en-GB" sz="1300" dirty="0"/>
          </a:p>
        </p:txBody>
      </p:sp>
      <p:pic>
        <p:nvPicPr>
          <p:cNvPr id="4" name="Content Placeholder 4">
            <a:extLst>
              <a:ext uri="{FF2B5EF4-FFF2-40B4-BE49-F238E27FC236}">
                <a16:creationId xmlns:a16="http://schemas.microsoft.com/office/drawing/2014/main" id="{17E5E1A5-AC79-4FAF-8C8B-B422C917D6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9101" y="1249021"/>
            <a:ext cx="4914899" cy="2948940"/>
          </a:xfrm>
          <a:prstGeom prst="rect">
            <a:avLst/>
          </a:prstGeom>
          <a:noFill/>
          <a:ln>
            <a:noFill/>
          </a:ln>
        </p:spPr>
      </p:pic>
    </p:spTree>
    <p:extLst>
      <p:ext uri="{BB962C8B-B14F-4D97-AF65-F5344CB8AC3E}">
        <p14:creationId xmlns:p14="http://schemas.microsoft.com/office/powerpoint/2010/main" val="507237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4"/>
          <p:cNvSpPr txBox="1">
            <a:spLocks noGrp="1"/>
          </p:cNvSpPr>
          <p:nvPr>
            <p:ph type="title"/>
          </p:nvPr>
        </p:nvSpPr>
        <p:spPr>
          <a:xfrm>
            <a:off x="2611740" y="679260"/>
            <a:ext cx="3798900" cy="72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t>OBJECTIVES</a:t>
            </a:r>
            <a:endParaRPr b="1" dirty="0"/>
          </a:p>
        </p:txBody>
      </p:sp>
      <p:sp>
        <p:nvSpPr>
          <p:cNvPr id="467" name="Google Shape;467;p34"/>
          <p:cNvSpPr txBox="1">
            <a:spLocks noGrp="1"/>
          </p:cNvSpPr>
          <p:nvPr>
            <p:ph type="subTitle" idx="1"/>
          </p:nvPr>
        </p:nvSpPr>
        <p:spPr>
          <a:xfrm>
            <a:off x="716280" y="1493520"/>
            <a:ext cx="7962899" cy="1996130"/>
          </a:xfrm>
          <a:prstGeom prst="rect">
            <a:avLst/>
          </a:prstGeom>
        </p:spPr>
        <p:txBody>
          <a:bodyPr spcFirstLastPara="1" wrap="square" lIns="91425" tIns="91425" rIns="91425" bIns="91425" anchor="t" anchorCtr="0">
            <a:noAutofit/>
          </a:bodyPr>
          <a:lstStyle/>
          <a:p>
            <a:pPr marL="482600" indent="-342900" algn="l">
              <a:buFont typeface="+mj-lt"/>
              <a:buAutoNum type="arabicPeriod"/>
            </a:pPr>
            <a:r>
              <a:rPr lang="en-US" dirty="0"/>
              <a:t>To test the effect of </a:t>
            </a:r>
            <a:r>
              <a:rPr lang="en-US" b="1" dirty="0"/>
              <a:t>rainfall</a:t>
            </a:r>
            <a:r>
              <a:rPr lang="en-US" dirty="0"/>
              <a:t> and </a:t>
            </a:r>
            <a:r>
              <a:rPr lang="en-US" b="1" dirty="0"/>
              <a:t>temperature</a:t>
            </a:r>
            <a:r>
              <a:rPr lang="en-US" dirty="0"/>
              <a:t> on the AQI values of the cities studied</a:t>
            </a:r>
          </a:p>
          <a:p>
            <a:pPr marL="482600" indent="-342900" algn="l">
              <a:buFont typeface="+mj-lt"/>
              <a:buAutoNum type="arabicPeriod"/>
            </a:pPr>
            <a:r>
              <a:rPr lang="en-US" dirty="0"/>
              <a:t>To test the effect of </a:t>
            </a:r>
            <a:r>
              <a:rPr lang="en-US" b="1" dirty="0"/>
              <a:t>Forest Area</a:t>
            </a:r>
            <a:r>
              <a:rPr lang="en-US" dirty="0"/>
              <a:t> and </a:t>
            </a:r>
            <a:r>
              <a:rPr lang="en-US" b="1" dirty="0"/>
              <a:t>Region (N/S)</a:t>
            </a:r>
            <a:r>
              <a:rPr lang="en-US" dirty="0"/>
              <a:t> on the AQI values of the cities studied</a:t>
            </a:r>
          </a:p>
          <a:p>
            <a:pPr marL="482600" indent="-342900" algn="l">
              <a:buFont typeface="+mj-lt"/>
              <a:buAutoNum type="arabicPeriod"/>
            </a:pPr>
            <a:r>
              <a:rPr lang="en-US" dirty="0"/>
              <a:t>To test the effect of </a:t>
            </a:r>
            <a:r>
              <a:rPr lang="en-US" b="1" dirty="0"/>
              <a:t>Car density </a:t>
            </a:r>
            <a:r>
              <a:rPr lang="en-US" dirty="0"/>
              <a:t>and </a:t>
            </a:r>
            <a:r>
              <a:rPr lang="en-US" b="1" dirty="0"/>
              <a:t>Tier wise distribution of cities</a:t>
            </a:r>
            <a:r>
              <a:rPr lang="en-US" dirty="0"/>
              <a:t> on the AQI values of the cities studied</a:t>
            </a:r>
          </a:p>
          <a:p>
            <a:pPr marL="482600" indent="-342900" algn="l">
              <a:buFont typeface="+mj-lt"/>
              <a:buAutoNum type="arabicPeriod"/>
            </a:pPr>
            <a:r>
              <a:rPr lang="en-IN" dirty="0"/>
              <a:t>To study the choice of cities for individuals before and after informing them about the respective city’s AQI levels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7" name="Google Shape;507;p36"/>
          <p:cNvSpPr txBox="1">
            <a:spLocks noGrp="1"/>
          </p:cNvSpPr>
          <p:nvPr>
            <p:ph type="title"/>
          </p:nvPr>
        </p:nvSpPr>
        <p:spPr>
          <a:xfrm>
            <a:off x="866402" y="910034"/>
            <a:ext cx="3063756" cy="77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4400" b="1" dirty="0"/>
              <a:t>1.</a:t>
            </a:r>
            <a:endParaRPr sz="4400" b="1" dirty="0"/>
          </a:p>
        </p:txBody>
      </p:sp>
      <p:sp>
        <p:nvSpPr>
          <p:cNvPr id="508" name="Google Shape;508;p36"/>
          <p:cNvSpPr txBox="1">
            <a:spLocks noGrp="1"/>
          </p:cNvSpPr>
          <p:nvPr>
            <p:ph type="subTitle" idx="1"/>
          </p:nvPr>
        </p:nvSpPr>
        <p:spPr>
          <a:xfrm>
            <a:off x="866402" y="1824681"/>
            <a:ext cx="3063756" cy="2069137"/>
          </a:xfrm>
          <a:prstGeom prst="rect">
            <a:avLst/>
          </a:prstGeom>
        </p:spPr>
        <p:txBody>
          <a:bodyPr spcFirstLastPara="1" wrap="square" lIns="91425" tIns="91425" rIns="91425" bIns="91425" anchor="t" anchorCtr="0">
            <a:noAutofit/>
          </a:bodyPr>
          <a:lstStyle/>
          <a:p>
            <a:pPr marL="0" lvl="0" indent="0" algn="l" rtl="0">
              <a:spcBef>
                <a:spcPts val="1600"/>
              </a:spcBef>
              <a:spcAft>
                <a:spcPts val="1600"/>
              </a:spcAft>
              <a:buNone/>
            </a:pPr>
            <a:r>
              <a:rPr lang="en-US" sz="2400" dirty="0"/>
              <a:t>To test the effect of </a:t>
            </a:r>
            <a:r>
              <a:rPr lang="en-US" sz="2400" b="1" dirty="0"/>
              <a:t>rainfall</a:t>
            </a:r>
            <a:r>
              <a:rPr lang="en-US" sz="2400" dirty="0"/>
              <a:t> and </a:t>
            </a:r>
            <a:r>
              <a:rPr lang="en-US" sz="2400" b="1" dirty="0"/>
              <a:t>temperature</a:t>
            </a:r>
            <a:r>
              <a:rPr lang="en-US" sz="2400" dirty="0"/>
              <a:t> on the AQI values of the cities studied</a:t>
            </a:r>
            <a:endParaRPr sz="2400" dirty="0"/>
          </a:p>
        </p:txBody>
      </p:sp>
      <p:grpSp>
        <p:nvGrpSpPr>
          <p:cNvPr id="543" name="Google Shape;543;p36"/>
          <p:cNvGrpSpPr/>
          <p:nvPr/>
        </p:nvGrpSpPr>
        <p:grpSpPr>
          <a:xfrm flipH="1">
            <a:off x="977669" y="1781217"/>
            <a:ext cx="446222" cy="77476"/>
            <a:chOff x="6146875" y="1767300"/>
            <a:chExt cx="331025" cy="57475"/>
          </a:xfrm>
        </p:grpSpPr>
        <p:sp>
          <p:nvSpPr>
            <p:cNvPr id="544" name="Google Shape;544;p36"/>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6"/>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6" name="Picture 2" descr="Diagram showing warm air rising to disperse pollutants from near the surface (top) and warm air inhibited from rising due to a layer of cold air above it, trapping pollutants in a layer of cold, dense air close to the ground (bottom).">
            <a:extLst>
              <a:ext uri="{FF2B5EF4-FFF2-40B4-BE49-F238E27FC236}">
                <a16:creationId xmlns:a16="http://schemas.microsoft.com/office/drawing/2014/main" id="{FD5BF4BF-8BD5-4162-A9EB-2AE8E83EB1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0845" y="0"/>
            <a:ext cx="4177333"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507985" y="245379"/>
            <a:ext cx="46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t>HYPOTHESES</a:t>
            </a:r>
            <a:endParaRPr sz="3600" b="1" dirty="0"/>
          </a:p>
        </p:txBody>
      </p:sp>
      <p:sp>
        <p:nvSpPr>
          <p:cNvPr id="457" name="Google Shape;457;p33"/>
          <p:cNvSpPr txBox="1">
            <a:spLocks noGrp="1"/>
          </p:cNvSpPr>
          <p:nvPr>
            <p:ph type="body" idx="1"/>
          </p:nvPr>
        </p:nvSpPr>
        <p:spPr>
          <a:xfrm>
            <a:off x="279386" y="1141467"/>
            <a:ext cx="4581538" cy="3679965"/>
          </a:xfrm>
          <a:prstGeom prst="rect">
            <a:avLst/>
          </a:prstGeom>
        </p:spPr>
        <p:txBody>
          <a:bodyPr spcFirstLastPara="1" wrap="square" lIns="91425" tIns="91425" rIns="91425" bIns="91425" anchor="t" anchorCtr="0">
            <a:noAutofit/>
          </a:bodyPr>
          <a:lstStyle/>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NULL HYPOTHESES:</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00</a:t>
            </a:r>
            <a:r>
              <a:rPr lang="en-US" sz="1400" dirty="0">
                <a:solidFill>
                  <a:schemeClr val="accent6"/>
                </a:solidFill>
                <a:latin typeface="Open Sans" panose="020B0604020202020204" charset="0"/>
                <a:ea typeface="Open Sans" panose="020B0604020202020204" charset="0"/>
                <a:cs typeface="Open Sans" panose="020B0604020202020204" charset="0"/>
              </a:rPr>
              <a:t> : Air Quality is not significantly affected by changes in temperature conditions</a:t>
            </a: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r>
              <a:rPr lang="en-US" sz="1400" dirty="0">
                <a:solidFill>
                  <a:schemeClr val="accent6"/>
                </a:solidFill>
                <a:latin typeface="Open Sans" panose="020B0604020202020204" charset="0"/>
                <a:ea typeface="Open Sans" panose="020B0604020202020204" charset="0"/>
                <a:cs typeface="Open Sans" panose="020B0604020202020204" charset="0"/>
              </a:rPr>
              <a:t> : Air Quality is not significantly affected by changes in rainfall </a:t>
            </a:r>
          </a:p>
          <a:p>
            <a:pPr marL="0" indent="0">
              <a:buClr>
                <a:srgbClr val="000000"/>
              </a:buClr>
              <a:buNone/>
            </a:pP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ALTERNATE HYPOTHESES:</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10</a:t>
            </a:r>
            <a:r>
              <a:rPr lang="en-US" sz="1400" dirty="0">
                <a:solidFill>
                  <a:schemeClr val="accent6"/>
                </a:solidFill>
                <a:latin typeface="Open Sans" panose="020B0604020202020204" charset="0"/>
                <a:ea typeface="Open Sans" panose="020B0604020202020204" charset="0"/>
                <a:cs typeface="Open Sans" panose="020B0604020202020204" charset="0"/>
              </a:rPr>
              <a:t> : Air Quality differs significantly due to temperature</a:t>
            </a: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11</a:t>
            </a:r>
            <a:r>
              <a:rPr lang="en-US" sz="1400" dirty="0">
                <a:solidFill>
                  <a:schemeClr val="accent6"/>
                </a:solidFill>
                <a:latin typeface="Open Sans" panose="020B0604020202020204" charset="0"/>
                <a:ea typeface="Open Sans" panose="020B0604020202020204" charset="0"/>
                <a:cs typeface="Open Sans" panose="020B0604020202020204" charset="0"/>
              </a:rPr>
              <a:t> : Air Quality differs significantly due to rainfall</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TEST USED:</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dirty="0">
                <a:solidFill>
                  <a:schemeClr val="accent6"/>
                </a:solidFill>
                <a:latin typeface="Open Sans" panose="020B0604020202020204" charset="0"/>
                <a:ea typeface="Open Sans" panose="020B0604020202020204" charset="0"/>
                <a:cs typeface="Open Sans" panose="020B0604020202020204" charset="0"/>
              </a:rPr>
              <a:t>Two Way ANOVA (Two Way Analysis of Variance)</a:t>
            </a:r>
          </a:p>
          <a:p>
            <a:pPr marL="0" indent="0">
              <a:buClr>
                <a:srgbClr val="000000"/>
              </a:buClr>
              <a:buNone/>
            </a:pPr>
            <a:endParaRPr lang="en-US" sz="1500" dirty="0">
              <a:solidFill>
                <a:schemeClr val="accent6"/>
              </a:solidFill>
              <a:latin typeface="Open Sans" panose="020B0604020202020204" charset="0"/>
              <a:ea typeface="Open Sans" panose="020B0604020202020204" charset="0"/>
              <a:cs typeface="Open Sans" panose="020B0604020202020204" charset="0"/>
            </a:endParaRPr>
          </a:p>
        </p:txBody>
      </p:sp>
      <p:grpSp>
        <p:nvGrpSpPr>
          <p:cNvPr id="458" name="Google Shape;458;p33"/>
          <p:cNvGrpSpPr/>
          <p:nvPr/>
        </p:nvGrpSpPr>
        <p:grpSpPr>
          <a:xfrm flipH="1">
            <a:off x="608653" y="971515"/>
            <a:ext cx="446222" cy="77476"/>
            <a:chOff x="6146875" y="1767300"/>
            <a:chExt cx="331025" cy="57475"/>
          </a:xfrm>
        </p:grpSpPr>
        <p:sp>
          <p:nvSpPr>
            <p:cNvPr id="459" name="Google Shape;459;p33"/>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8" name="Chart 7">
            <a:extLst>
              <a:ext uri="{FF2B5EF4-FFF2-40B4-BE49-F238E27FC236}">
                <a16:creationId xmlns:a16="http://schemas.microsoft.com/office/drawing/2014/main" id="{37988CA2-B167-4486-9A19-D09AC1B78B99}"/>
              </a:ext>
            </a:extLst>
          </p:cNvPr>
          <p:cNvGraphicFramePr>
            <a:graphicFrameLocks/>
          </p:cNvGraphicFramePr>
          <p:nvPr>
            <p:extLst>
              <p:ext uri="{D42A27DB-BD31-4B8C-83A1-F6EECF244321}">
                <p14:modId xmlns:p14="http://schemas.microsoft.com/office/powerpoint/2010/main" val="510811058"/>
              </p:ext>
            </p:extLst>
          </p:nvPr>
        </p:nvGraphicFramePr>
        <p:xfrm>
          <a:off x="4743565" y="1141467"/>
          <a:ext cx="3003551" cy="17748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C4E3335C-5917-4B84-8FF5-76329D401A1F}"/>
              </a:ext>
            </a:extLst>
          </p:cNvPr>
          <p:cNvGraphicFramePr>
            <a:graphicFrameLocks/>
          </p:cNvGraphicFramePr>
          <p:nvPr>
            <p:extLst>
              <p:ext uri="{D42A27DB-BD31-4B8C-83A1-F6EECF244321}">
                <p14:modId xmlns:p14="http://schemas.microsoft.com/office/powerpoint/2010/main" val="2239732395"/>
              </p:ext>
            </p:extLst>
          </p:nvPr>
        </p:nvGraphicFramePr>
        <p:xfrm>
          <a:off x="4802245" y="3008767"/>
          <a:ext cx="3003551" cy="155035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29450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717525" y="548746"/>
            <a:ext cx="46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b="1" dirty="0"/>
              <a:t>DATA</a:t>
            </a:r>
            <a:endParaRPr sz="3200" b="1" dirty="0"/>
          </a:p>
        </p:txBody>
      </p:sp>
      <p:grpSp>
        <p:nvGrpSpPr>
          <p:cNvPr id="458" name="Google Shape;458;p33"/>
          <p:cNvGrpSpPr/>
          <p:nvPr/>
        </p:nvGrpSpPr>
        <p:grpSpPr>
          <a:xfrm flipH="1">
            <a:off x="809989" y="1172656"/>
            <a:ext cx="446222" cy="77476"/>
            <a:chOff x="6146875" y="1767300"/>
            <a:chExt cx="331025" cy="57475"/>
          </a:xfrm>
        </p:grpSpPr>
        <p:sp>
          <p:nvSpPr>
            <p:cNvPr id="459" name="Google Shape;459;p33"/>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le 1">
            <a:extLst>
              <a:ext uri="{FF2B5EF4-FFF2-40B4-BE49-F238E27FC236}">
                <a16:creationId xmlns:a16="http://schemas.microsoft.com/office/drawing/2014/main" id="{90EFE805-5C23-4754-B8B5-D8EA7CE83E35}"/>
              </a:ext>
            </a:extLst>
          </p:cNvPr>
          <p:cNvGraphicFramePr>
            <a:graphicFrameLocks noGrp="1"/>
          </p:cNvGraphicFramePr>
          <p:nvPr>
            <p:extLst>
              <p:ext uri="{D42A27DB-BD31-4B8C-83A1-F6EECF244321}">
                <p14:modId xmlns:p14="http://schemas.microsoft.com/office/powerpoint/2010/main" val="2851193969"/>
              </p:ext>
            </p:extLst>
          </p:nvPr>
        </p:nvGraphicFramePr>
        <p:xfrm>
          <a:off x="809989" y="1594450"/>
          <a:ext cx="2795451" cy="872490"/>
        </p:xfrm>
        <a:graphic>
          <a:graphicData uri="http://schemas.openxmlformats.org/drawingml/2006/table">
            <a:tbl>
              <a:tblPr>
                <a:tableStyleId>{8FD4443E-F989-4FC4-A0C8-D5A2AF1F390B}</a:tableStyleId>
              </a:tblPr>
              <a:tblGrid>
                <a:gridCol w="1505244">
                  <a:extLst>
                    <a:ext uri="{9D8B030D-6E8A-4147-A177-3AD203B41FA5}">
                      <a16:colId xmlns:a16="http://schemas.microsoft.com/office/drawing/2014/main" val="1364698109"/>
                    </a:ext>
                  </a:extLst>
                </a:gridCol>
                <a:gridCol w="1290207">
                  <a:extLst>
                    <a:ext uri="{9D8B030D-6E8A-4147-A177-3AD203B41FA5}">
                      <a16:colId xmlns:a16="http://schemas.microsoft.com/office/drawing/2014/main" val="1221540374"/>
                    </a:ext>
                  </a:extLst>
                </a:gridCol>
              </a:tblGrid>
              <a:tr h="278674">
                <a:tc gridSpan="2">
                  <a:txBody>
                    <a:bodyPr/>
                    <a:lstStyle/>
                    <a:p>
                      <a:pPr algn="ctr" fontAlgn="b"/>
                      <a:r>
                        <a:rPr lang="en-US" sz="2000" b="1" u="none" strike="noStrike" dirty="0">
                          <a:effectLst/>
                        </a:rPr>
                        <a:t>MEAN TEMPERATURE</a:t>
                      </a:r>
                      <a:endParaRPr lang="en-US" sz="2000" b="1"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GB"/>
                    </a:p>
                  </a:txBody>
                  <a:tcPr/>
                </a:tc>
                <a:extLst>
                  <a:ext uri="{0D108BD9-81ED-4DB2-BD59-A6C34878D82A}">
                    <a16:rowId xmlns:a16="http://schemas.microsoft.com/office/drawing/2014/main" val="3956775362"/>
                  </a:ext>
                </a:extLst>
              </a:tr>
              <a:tr h="278674">
                <a:tc>
                  <a:txBody>
                    <a:bodyPr/>
                    <a:lstStyle/>
                    <a:p>
                      <a:pPr algn="ctr" fontAlgn="b"/>
                      <a:r>
                        <a:rPr lang="en-US" sz="1800" b="0" u="none" strike="noStrike" dirty="0">
                          <a:effectLst/>
                        </a:rPr>
                        <a:t>28-32</a:t>
                      </a:r>
                      <a:endParaRPr lang="en-U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b="0" u="none" strike="noStrike" dirty="0">
                          <a:effectLst/>
                        </a:rPr>
                        <a:t>A</a:t>
                      </a:r>
                      <a:endParaRPr lang="en-US"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48253415"/>
                  </a:ext>
                </a:extLst>
              </a:tr>
              <a:tr h="278674">
                <a:tc>
                  <a:txBody>
                    <a:bodyPr/>
                    <a:lstStyle/>
                    <a:p>
                      <a:pPr algn="ctr" fontAlgn="b"/>
                      <a:r>
                        <a:rPr lang="en-US" sz="1800" b="0" u="none" strike="noStrike" dirty="0">
                          <a:effectLst/>
                        </a:rPr>
                        <a:t>32-35</a:t>
                      </a:r>
                      <a:endParaRPr lang="en-U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b="0" u="none" strike="noStrike" dirty="0">
                          <a:effectLst/>
                        </a:rPr>
                        <a:t>B</a:t>
                      </a:r>
                      <a:endParaRPr lang="en-US"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43195664"/>
                  </a:ext>
                </a:extLst>
              </a:tr>
            </a:tbl>
          </a:graphicData>
        </a:graphic>
      </p:graphicFrame>
      <p:graphicFrame>
        <p:nvGraphicFramePr>
          <p:cNvPr id="3" name="Table 2">
            <a:extLst>
              <a:ext uri="{FF2B5EF4-FFF2-40B4-BE49-F238E27FC236}">
                <a16:creationId xmlns:a16="http://schemas.microsoft.com/office/drawing/2014/main" id="{FE640A01-95DE-4C14-8D0D-EBC7165CB037}"/>
              </a:ext>
            </a:extLst>
          </p:cNvPr>
          <p:cNvGraphicFramePr>
            <a:graphicFrameLocks noGrp="1"/>
          </p:cNvGraphicFramePr>
          <p:nvPr>
            <p:extLst>
              <p:ext uri="{D42A27DB-BD31-4B8C-83A1-F6EECF244321}">
                <p14:modId xmlns:p14="http://schemas.microsoft.com/office/powerpoint/2010/main" val="4256483352"/>
              </p:ext>
            </p:extLst>
          </p:nvPr>
        </p:nvGraphicFramePr>
        <p:xfrm>
          <a:off x="809988" y="2811258"/>
          <a:ext cx="2795451" cy="1288828"/>
        </p:xfrm>
        <a:graphic>
          <a:graphicData uri="http://schemas.openxmlformats.org/drawingml/2006/table">
            <a:tbl>
              <a:tblPr>
                <a:tableStyleId>{AF606853-7671-496A-8E4F-DF71F8EC918B}</a:tableStyleId>
              </a:tblPr>
              <a:tblGrid>
                <a:gridCol w="1355370">
                  <a:extLst>
                    <a:ext uri="{9D8B030D-6E8A-4147-A177-3AD203B41FA5}">
                      <a16:colId xmlns:a16="http://schemas.microsoft.com/office/drawing/2014/main" val="628464708"/>
                    </a:ext>
                  </a:extLst>
                </a:gridCol>
                <a:gridCol w="1440081">
                  <a:extLst>
                    <a:ext uri="{9D8B030D-6E8A-4147-A177-3AD203B41FA5}">
                      <a16:colId xmlns:a16="http://schemas.microsoft.com/office/drawing/2014/main" val="4014051213"/>
                    </a:ext>
                  </a:extLst>
                </a:gridCol>
              </a:tblGrid>
              <a:tr h="322207">
                <a:tc gridSpan="2">
                  <a:txBody>
                    <a:bodyPr/>
                    <a:lstStyle/>
                    <a:p>
                      <a:pPr algn="ctr" fontAlgn="b"/>
                      <a:r>
                        <a:rPr lang="en-US" sz="2000" b="1" u="none" strike="noStrike" dirty="0">
                          <a:effectLst/>
                        </a:rPr>
                        <a:t>MAX RAINFALL</a:t>
                      </a:r>
                      <a:endParaRPr lang="en-US" sz="2000" b="1"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GB"/>
                    </a:p>
                  </a:txBody>
                  <a:tcPr/>
                </a:tc>
                <a:extLst>
                  <a:ext uri="{0D108BD9-81ED-4DB2-BD59-A6C34878D82A}">
                    <a16:rowId xmlns:a16="http://schemas.microsoft.com/office/drawing/2014/main" val="2179656195"/>
                  </a:ext>
                </a:extLst>
              </a:tr>
              <a:tr h="322207">
                <a:tc>
                  <a:txBody>
                    <a:bodyPr/>
                    <a:lstStyle/>
                    <a:p>
                      <a:pPr algn="ctr" fontAlgn="b"/>
                      <a:r>
                        <a:rPr lang="en-US" sz="1800" u="none" strike="noStrike" dirty="0">
                          <a:effectLst/>
                        </a:rPr>
                        <a:t>1-10</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u="none" strike="noStrike" dirty="0">
                          <a:effectLst/>
                        </a:rPr>
                        <a:t>Low</a:t>
                      </a:r>
                      <a:endParaRPr lang="en-US" sz="18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4272213"/>
                  </a:ext>
                </a:extLst>
              </a:tr>
              <a:tr h="322207">
                <a:tc>
                  <a:txBody>
                    <a:bodyPr/>
                    <a:lstStyle/>
                    <a:p>
                      <a:pPr algn="ctr" fontAlgn="b"/>
                      <a:r>
                        <a:rPr lang="en-US" sz="1800" u="none" strike="noStrike" dirty="0">
                          <a:effectLst/>
                        </a:rPr>
                        <a:t>10-15</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u="none" strike="noStrike" dirty="0">
                          <a:effectLst/>
                        </a:rPr>
                        <a:t>Moderate</a:t>
                      </a:r>
                      <a:endParaRPr lang="en-US" sz="18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90256318"/>
                  </a:ext>
                </a:extLst>
              </a:tr>
              <a:tr h="322207">
                <a:tc>
                  <a:txBody>
                    <a:bodyPr/>
                    <a:lstStyle/>
                    <a:p>
                      <a:pPr algn="ctr" fontAlgn="b"/>
                      <a:r>
                        <a:rPr lang="en-US" sz="1800" u="none" strike="noStrike" dirty="0">
                          <a:effectLst/>
                        </a:rPr>
                        <a:t>15-25</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u="none" strike="noStrike" dirty="0">
                          <a:effectLst/>
                        </a:rPr>
                        <a:t>High</a:t>
                      </a:r>
                      <a:endParaRPr lang="en-US" sz="18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07544089"/>
                  </a:ext>
                </a:extLst>
              </a:tr>
            </a:tbl>
          </a:graphicData>
        </a:graphic>
      </p:graphicFrame>
      <p:graphicFrame>
        <p:nvGraphicFramePr>
          <p:cNvPr id="11" name="Chart 10">
            <a:extLst>
              <a:ext uri="{FF2B5EF4-FFF2-40B4-BE49-F238E27FC236}">
                <a16:creationId xmlns:a16="http://schemas.microsoft.com/office/drawing/2014/main" id="{23549853-885A-43BD-A186-028DA14BEEC7}"/>
              </a:ext>
            </a:extLst>
          </p:cNvPr>
          <p:cNvGraphicFramePr>
            <a:graphicFrameLocks/>
          </p:cNvGraphicFramePr>
          <p:nvPr>
            <p:extLst>
              <p:ext uri="{D42A27DB-BD31-4B8C-83A1-F6EECF244321}">
                <p14:modId xmlns:p14="http://schemas.microsoft.com/office/powerpoint/2010/main" val="3805853635"/>
              </p:ext>
            </p:extLst>
          </p:nvPr>
        </p:nvGraphicFramePr>
        <p:xfrm>
          <a:off x="4023361" y="1594450"/>
          <a:ext cx="4454341" cy="27823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73237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325639" y="389806"/>
            <a:ext cx="46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b="1" dirty="0"/>
              <a:t>DATA DISTRIBUTION</a:t>
            </a:r>
            <a:endParaRPr sz="3200" b="1" dirty="0"/>
          </a:p>
        </p:txBody>
      </p:sp>
      <p:sp>
        <p:nvSpPr>
          <p:cNvPr id="457" name="Google Shape;457;p33"/>
          <p:cNvSpPr txBox="1">
            <a:spLocks noGrp="1"/>
          </p:cNvSpPr>
          <p:nvPr>
            <p:ph type="body" idx="1"/>
          </p:nvPr>
        </p:nvSpPr>
        <p:spPr>
          <a:xfrm>
            <a:off x="717449" y="1481774"/>
            <a:ext cx="7587651" cy="3121200"/>
          </a:xfrm>
          <a:prstGeom prst="rect">
            <a:avLst/>
          </a:prstGeom>
        </p:spPr>
        <p:txBody>
          <a:bodyPr spcFirstLastPara="1" wrap="square" lIns="91425" tIns="91425" rIns="91425" bIns="91425" anchor="t" anchorCtr="0">
            <a:noAutofit/>
          </a:bodyPr>
          <a:lstStyle/>
          <a:p>
            <a:pPr marL="0" indent="0">
              <a:buClr>
                <a:srgbClr val="000000"/>
              </a:buClr>
              <a:buNone/>
            </a:pPr>
            <a:r>
              <a:rPr lang="en-US" sz="1400" b="0" i="0" dirty="0">
                <a:solidFill>
                  <a:schemeClr val="accent6"/>
                </a:solidFill>
                <a:effectLst/>
                <a:latin typeface="Open Sans" panose="020B0604020202020204" charset="0"/>
                <a:ea typeface="Open Sans" panose="020B0604020202020204" charset="0"/>
                <a:cs typeface="Open Sans" panose="020B0604020202020204" charset="0"/>
              </a:rPr>
              <a:t> </a:t>
            </a:r>
            <a:endParaRPr sz="1000" dirty="0">
              <a:solidFill>
                <a:schemeClr val="accent6"/>
              </a:solidFill>
              <a:latin typeface="Open Sans" panose="020B0604020202020204" charset="0"/>
              <a:ea typeface="Open Sans" panose="020B0604020202020204" charset="0"/>
              <a:cs typeface="Open Sans" panose="020B0604020202020204" charset="0"/>
            </a:endParaRPr>
          </a:p>
        </p:txBody>
      </p:sp>
      <p:grpSp>
        <p:nvGrpSpPr>
          <p:cNvPr id="458" name="Google Shape;458;p33"/>
          <p:cNvGrpSpPr/>
          <p:nvPr/>
        </p:nvGrpSpPr>
        <p:grpSpPr>
          <a:xfrm flipH="1">
            <a:off x="437188" y="1047896"/>
            <a:ext cx="446222" cy="77476"/>
            <a:chOff x="6146875" y="1767300"/>
            <a:chExt cx="331025" cy="57475"/>
          </a:xfrm>
        </p:grpSpPr>
        <p:sp>
          <p:nvSpPr>
            <p:cNvPr id="459" name="Google Shape;459;p33"/>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4" name="Table 3">
            <a:extLst>
              <a:ext uri="{FF2B5EF4-FFF2-40B4-BE49-F238E27FC236}">
                <a16:creationId xmlns:a16="http://schemas.microsoft.com/office/drawing/2014/main" id="{D64891C8-FD21-49F9-88F7-508E26383A58}"/>
              </a:ext>
            </a:extLst>
          </p:cNvPr>
          <p:cNvGraphicFramePr>
            <a:graphicFrameLocks noGrp="1"/>
          </p:cNvGraphicFramePr>
          <p:nvPr>
            <p:extLst>
              <p:ext uri="{D42A27DB-BD31-4B8C-83A1-F6EECF244321}">
                <p14:modId xmlns:p14="http://schemas.microsoft.com/office/powerpoint/2010/main" val="3125617665"/>
              </p:ext>
            </p:extLst>
          </p:nvPr>
        </p:nvGraphicFramePr>
        <p:xfrm>
          <a:off x="487148" y="1162050"/>
          <a:ext cx="7716212" cy="1409700"/>
        </p:xfrm>
        <a:graphic>
          <a:graphicData uri="http://schemas.openxmlformats.org/drawingml/2006/table">
            <a:tbl>
              <a:tblPr>
                <a:tableStyleId>{EB74EF8F-9165-4742-970A-F2D2CCFD133E}</a:tableStyleId>
              </a:tblPr>
              <a:tblGrid>
                <a:gridCol w="1266841">
                  <a:extLst>
                    <a:ext uri="{9D8B030D-6E8A-4147-A177-3AD203B41FA5}">
                      <a16:colId xmlns:a16="http://schemas.microsoft.com/office/drawing/2014/main" val="345222639"/>
                    </a:ext>
                  </a:extLst>
                </a:gridCol>
                <a:gridCol w="1373865">
                  <a:extLst>
                    <a:ext uri="{9D8B030D-6E8A-4147-A177-3AD203B41FA5}">
                      <a16:colId xmlns:a16="http://schemas.microsoft.com/office/drawing/2014/main" val="825800543"/>
                    </a:ext>
                  </a:extLst>
                </a:gridCol>
                <a:gridCol w="1394805">
                  <a:extLst>
                    <a:ext uri="{9D8B030D-6E8A-4147-A177-3AD203B41FA5}">
                      <a16:colId xmlns:a16="http://schemas.microsoft.com/office/drawing/2014/main" val="3531422617"/>
                    </a:ext>
                  </a:extLst>
                </a:gridCol>
                <a:gridCol w="1382008">
                  <a:extLst>
                    <a:ext uri="{9D8B030D-6E8A-4147-A177-3AD203B41FA5}">
                      <a16:colId xmlns:a16="http://schemas.microsoft.com/office/drawing/2014/main" val="3170273325"/>
                    </a:ext>
                  </a:extLst>
                </a:gridCol>
                <a:gridCol w="1318025">
                  <a:extLst>
                    <a:ext uri="{9D8B030D-6E8A-4147-A177-3AD203B41FA5}">
                      <a16:colId xmlns:a16="http://schemas.microsoft.com/office/drawing/2014/main" val="2858121802"/>
                    </a:ext>
                  </a:extLst>
                </a:gridCol>
                <a:gridCol w="980668">
                  <a:extLst>
                    <a:ext uri="{9D8B030D-6E8A-4147-A177-3AD203B41FA5}">
                      <a16:colId xmlns:a16="http://schemas.microsoft.com/office/drawing/2014/main" val="2066272389"/>
                    </a:ext>
                  </a:extLst>
                </a:gridCol>
              </a:tblGrid>
              <a:tr h="304800">
                <a:tc>
                  <a:txBody>
                    <a:bodyPr/>
                    <a:lstStyle/>
                    <a:p>
                      <a:pPr algn="ct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6350" marR="6350" marT="635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solidFill>
                            <a:schemeClr val="bg1"/>
                          </a:solidFill>
                          <a:effectLst/>
                        </a:rPr>
                        <a:t>Low</a:t>
                      </a:r>
                      <a:endParaRPr lang="en-US" sz="16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r>
                        <a:rPr lang="en-US" sz="1600" b="1" u="none" strike="noStrike" dirty="0">
                          <a:solidFill>
                            <a:schemeClr val="bg1"/>
                          </a:solidFill>
                          <a:effectLst/>
                        </a:rPr>
                        <a:t>Moderate</a:t>
                      </a:r>
                      <a:endParaRPr lang="en-US" sz="16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r>
                        <a:rPr lang="en-US" sz="1600" b="1" u="none" strike="noStrike" dirty="0">
                          <a:solidFill>
                            <a:schemeClr val="bg1"/>
                          </a:solidFill>
                          <a:effectLst/>
                        </a:rPr>
                        <a:t>High</a:t>
                      </a:r>
                      <a:endParaRPr lang="en-US" sz="16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en-US" sz="1600" b="1" u="none" strike="noStrike" dirty="0">
                          <a:solidFill>
                            <a:srgbClr val="002060"/>
                          </a:solidFill>
                          <a:effectLst/>
                        </a:rPr>
                        <a:t>T</a:t>
                      </a:r>
                      <a:r>
                        <a:rPr lang="en-US" sz="1600" b="1" u="none" strike="noStrike" baseline="-25000" dirty="0">
                          <a:solidFill>
                            <a:srgbClr val="002060"/>
                          </a:solidFill>
                          <a:effectLst/>
                        </a:rPr>
                        <a:t>i.</a:t>
                      </a:r>
                      <a:endParaRPr lang="en-US" sz="16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err="1">
                          <a:solidFill>
                            <a:srgbClr val="002060"/>
                          </a:solidFill>
                          <a:effectLst/>
                        </a:rPr>
                        <a:t>n</a:t>
                      </a:r>
                      <a:r>
                        <a:rPr lang="en-US" sz="1600" b="1" u="none" strike="noStrike" baseline="-25000" dirty="0" err="1">
                          <a:solidFill>
                            <a:srgbClr val="002060"/>
                          </a:solidFill>
                          <a:effectLst/>
                        </a:rPr>
                        <a:t>i</a:t>
                      </a:r>
                      <a:r>
                        <a:rPr lang="en-US" sz="1600" b="1" u="none" strike="noStrike" baseline="-25000" dirty="0">
                          <a:solidFill>
                            <a:srgbClr val="002060"/>
                          </a:solidFill>
                          <a:effectLst/>
                        </a:rPr>
                        <a:t>.</a:t>
                      </a:r>
                      <a:endParaRPr lang="en-US" sz="16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060817"/>
                  </a:ext>
                </a:extLst>
              </a:tr>
              <a:tr h="266700">
                <a:tc>
                  <a:txBody>
                    <a:bodyPr/>
                    <a:lstStyle/>
                    <a:p>
                      <a:pPr algn="ctr" fontAlgn="b"/>
                      <a:r>
                        <a:rPr lang="en-US" sz="1600" b="1" u="none" strike="noStrike" dirty="0">
                          <a:solidFill>
                            <a:schemeClr val="bg1"/>
                          </a:solidFill>
                          <a:effectLst/>
                        </a:rPr>
                        <a:t>A</a:t>
                      </a:r>
                      <a:endParaRPr lang="en-US" sz="16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500" u="none" strike="noStrike" dirty="0">
                          <a:solidFill>
                            <a:srgbClr val="002060"/>
                          </a:solidFill>
                          <a:effectLst/>
                        </a:rPr>
                        <a:t>104.8398</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500" u="none" strike="noStrike">
                          <a:solidFill>
                            <a:srgbClr val="002060"/>
                          </a:solidFill>
                          <a:effectLst/>
                        </a:rPr>
                        <a:t>82.4177</a:t>
                      </a:r>
                      <a:endParaRPr lang="en-US" sz="1500" b="0" i="0" u="none" strike="noStrike">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500" u="none" strike="noStrike">
                          <a:solidFill>
                            <a:srgbClr val="002060"/>
                          </a:solidFill>
                          <a:effectLst/>
                        </a:rPr>
                        <a:t>117.7744</a:t>
                      </a:r>
                      <a:endParaRPr lang="en-US" sz="1500" b="0" i="0" u="none" strike="noStrike">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500" u="none" strike="noStrike">
                          <a:solidFill>
                            <a:srgbClr val="002060"/>
                          </a:solidFill>
                          <a:effectLst/>
                        </a:rPr>
                        <a:t>305.0319</a:t>
                      </a:r>
                      <a:endParaRPr lang="en-US" sz="1500" b="0" i="0" u="none" strike="noStrike">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u="none" strike="noStrike" dirty="0">
                          <a:solidFill>
                            <a:srgbClr val="002060"/>
                          </a:solidFill>
                          <a:effectLst/>
                        </a:rPr>
                        <a:t>3</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3414002"/>
                  </a:ext>
                </a:extLst>
              </a:tr>
              <a:tr h="266700">
                <a:tc>
                  <a:txBody>
                    <a:bodyPr/>
                    <a:lstStyle/>
                    <a:p>
                      <a:pPr algn="ctr" fontAlgn="b"/>
                      <a:r>
                        <a:rPr lang="en-US" sz="1600" b="1" u="none" strike="noStrike" dirty="0">
                          <a:solidFill>
                            <a:schemeClr val="bg1"/>
                          </a:solidFill>
                          <a:effectLst/>
                        </a:rPr>
                        <a:t>B</a:t>
                      </a:r>
                      <a:endParaRPr lang="en-US" sz="16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500" u="none" strike="noStrike" dirty="0">
                          <a:solidFill>
                            <a:srgbClr val="002060"/>
                          </a:solidFill>
                          <a:effectLst/>
                        </a:rPr>
                        <a:t>219.7202</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500" u="none" strike="noStrike">
                          <a:solidFill>
                            <a:srgbClr val="002060"/>
                          </a:solidFill>
                          <a:effectLst/>
                        </a:rPr>
                        <a:t>180.5513</a:t>
                      </a:r>
                      <a:endParaRPr lang="en-US" sz="1500" b="0" i="0" u="none" strike="noStrike">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500" u="none" strike="noStrike">
                          <a:solidFill>
                            <a:srgbClr val="002060"/>
                          </a:solidFill>
                          <a:effectLst/>
                        </a:rPr>
                        <a:t>131.2134</a:t>
                      </a:r>
                      <a:endParaRPr lang="en-US" sz="1500" b="0" i="0" u="none" strike="noStrike">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500" u="none" strike="noStrike">
                          <a:solidFill>
                            <a:srgbClr val="002060"/>
                          </a:solidFill>
                          <a:effectLst/>
                        </a:rPr>
                        <a:t>531.4849</a:t>
                      </a:r>
                      <a:endParaRPr lang="en-US" sz="1500" b="0" i="0" u="none" strike="noStrike">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u="none" strike="noStrike" dirty="0">
                          <a:solidFill>
                            <a:srgbClr val="002060"/>
                          </a:solidFill>
                          <a:effectLst/>
                        </a:rPr>
                        <a:t>3</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9497107"/>
                  </a:ext>
                </a:extLst>
              </a:tr>
              <a:tr h="304800">
                <a:tc>
                  <a:txBody>
                    <a:bodyPr/>
                    <a:lstStyle/>
                    <a:p>
                      <a:pPr algn="ctr" fontAlgn="b"/>
                      <a:r>
                        <a:rPr lang="en-US" sz="1600" b="1" u="none" strike="noStrike" dirty="0">
                          <a:solidFill>
                            <a:srgbClr val="002060"/>
                          </a:solidFill>
                          <a:effectLst/>
                        </a:rPr>
                        <a:t>T</a:t>
                      </a:r>
                      <a:r>
                        <a:rPr lang="en-US" sz="1600" b="1" u="none" strike="noStrike" baseline="-25000" dirty="0">
                          <a:solidFill>
                            <a:srgbClr val="002060"/>
                          </a:solidFill>
                          <a:effectLst/>
                        </a:rPr>
                        <a:t>.j</a:t>
                      </a:r>
                      <a:endParaRPr lang="en-US" sz="16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u="none" strike="noStrike" dirty="0">
                          <a:solidFill>
                            <a:srgbClr val="002060"/>
                          </a:solidFill>
                          <a:effectLst/>
                        </a:rPr>
                        <a:t>324.5600</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500" u="none" strike="noStrike">
                          <a:solidFill>
                            <a:srgbClr val="002060"/>
                          </a:solidFill>
                          <a:effectLst/>
                        </a:rPr>
                        <a:t>262.9690</a:t>
                      </a:r>
                      <a:endParaRPr lang="en-US" sz="1500" b="0" i="0" u="none" strike="noStrike">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500" u="none" strike="noStrike">
                          <a:solidFill>
                            <a:srgbClr val="002060"/>
                          </a:solidFill>
                          <a:effectLst/>
                        </a:rPr>
                        <a:t>248.9878</a:t>
                      </a:r>
                      <a:endParaRPr lang="en-US" sz="1500" b="0" i="0" u="none" strike="noStrike">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gridSpan="2">
                  <a:txBody>
                    <a:bodyPr/>
                    <a:lstStyle/>
                    <a:p>
                      <a:pPr algn="ctr" fontAlgn="ct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tcPr>
                </a:tc>
                <a:tc rowSpan="2" hMerge="1">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39798320"/>
                  </a:ext>
                </a:extLst>
              </a:tr>
              <a:tr h="266700">
                <a:tc>
                  <a:txBody>
                    <a:bodyPr/>
                    <a:lstStyle/>
                    <a:p>
                      <a:pPr algn="ctr" fontAlgn="b"/>
                      <a:r>
                        <a:rPr lang="en-US" sz="1600" b="1" u="none" strike="noStrike" dirty="0" err="1">
                          <a:solidFill>
                            <a:srgbClr val="002060"/>
                          </a:solidFill>
                          <a:effectLst/>
                        </a:rPr>
                        <a:t>n</a:t>
                      </a:r>
                      <a:r>
                        <a:rPr lang="en-US" sz="1600" b="1" u="none" strike="noStrike" baseline="-25000" dirty="0" err="1">
                          <a:solidFill>
                            <a:srgbClr val="002060"/>
                          </a:solidFill>
                          <a:effectLst/>
                        </a:rPr>
                        <a:t>.i</a:t>
                      </a:r>
                      <a:endParaRPr lang="en-US" sz="16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u="none" strike="noStrike" dirty="0">
                          <a:solidFill>
                            <a:srgbClr val="002060"/>
                          </a:solidFill>
                          <a:effectLst/>
                        </a:rPr>
                        <a:t>2</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500" u="none" strike="noStrike" dirty="0">
                          <a:solidFill>
                            <a:srgbClr val="002060"/>
                          </a:solidFill>
                          <a:effectLst/>
                        </a:rPr>
                        <a:t>2</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500" u="none" strike="noStrike" dirty="0">
                          <a:solidFill>
                            <a:srgbClr val="002060"/>
                          </a:solidFill>
                          <a:effectLst/>
                        </a:rPr>
                        <a:t>2</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vMerge="1">
                  <a:txBody>
                    <a:bodyPr/>
                    <a:lstStyle/>
                    <a:p>
                      <a:pPr algn="ctr" fontAlgn="b"/>
                      <a:endParaRPr lang="en-US" sz="11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tcPr>
                </a:tc>
                <a:tc hMerge="1"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87589248"/>
                  </a:ext>
                </a:extLst>
              </a:tr>
            </a:tbl>
          </a:graphicData>
        </a:graphic>
      </p:graphicFrame>
      <p:graphicFrame>
        <p:nvGraphicFramePr>
          <p:cNvPr id="5" name="Table 4">
            <a:extLst>
              <a:ext uri="{FF2B5EF4-FFF2-40B4-BE49-F238E27FC236}">
                <a16:creationId xmlns:a16="http://schemas.microsoft.com/office/drawing/2014/main" id="{867000B3-46CD-486E-B480-0D162BF932D2}"/>
              </a:ext>
            </a:extLst>
          </p:cNvPr>
          <p:cNvGraphicFramePr>
            <a:graphicFrameLocks noGrp="1"/>
          </p:cNvGraphicFramePr>
          <p:nvPr>
            <p:extLst>
              <p:ext uri="{D42A27DB-BD31-4B8C-83A1-F6EECF244321}">
                <p14:modId xmlns:p14="http://schemas.microsoft.com/office/powerpoint/2010/main" val="1862642568"/>
              </p:ext>
            </p:extLst>
          </p:nvPr>
        </p:nvGraphicFramePr>
        <p:xfrm>
          <a:off x="5679117" y="3187573"/>
          <a:ext cx="2095602" cy="751544"/>
        </p:xfrm>
        <a:graphic>
          <a:graphicData uri="http://schemas.openxmlformats.org/drawingml/2006/table">
            <a:tbl>
              <a:tblPr>
                <a:tableStyleId>{EB74EF8F-9165-4742-970A-F2D2CCFD133E}</a:tableStyleId>
              </a:tblPr>
              <a:tblGrid>
                <a:gridCol w="874285">
                  <a:extLst>
                    <a:ext uri="{9D8B030D-6E8A-4147-A177-3AD203B41FA5}">
                      <a16:colId xmlns:a16="http://schemas.microsoft.com/office/drawing/2014/main" val="3296045859"/>
                    </a:ext>
                  </a:extLst>
                </a:gridCol>
                <a:gridCol w="1221317">
                  <a:extLst>
                    <a:ext uri="{9D8B030D-6E8A-4147-A177-3AD203B41FA5}">
                      <a16:colId xmlns:a16="http://schemas.microsoft.com/office/drawing/2014/main" val="1624795692"/>
                    </a:ext>
                  </a:extLst>
                </a:gridCol>
              </a:tblGrid>
              <a:tr h="184150">
                <a:tc>
                  <a:txBody>
                    <a:bodyPr/>
                    <a:lstStyle/>
                    <a:p>
                      <a:pPr algn="ctr" fontAlgn="b"/>
                      <a:r>
                        <a:rPr lang="en-US" sz="1500" b="1" u="none" strike="noStrike" dirty="0">
                          <a:solidFill>
                            <a:srgbClr val="002060"/>
                          </a:solidFill>
                          <a:effectLst/>
                        </a:rPr>
                        <a:t>N</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500" u="none" strike="noStrike" dirty="0">
                          <a:solidFill>
                            <a:srgbClr val="002060"/>
                          </a:solidFill>
                          <a:effectLst/>
                        </a:rPr>
                        <a:t>6</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094475"/>
                  </a:ext>
                </a:extLst>
              </a:tr>
              <a:tr h="281644">
                <a:tc>
                  <a:txBody>
                    <a:bodyPr/>
                    <a:lstStyle/>
                    <a:p>
                      <a:pPr algn="ctr" fontAlgn="b"/>
                      <a:r>
                        <a:rPr lang="en-US" sz="1500" b="1" u="none" strike="noStrike" dirty="0">
                          <a:solidFill>
                            <a:srgbClr val="002060"/>
                          </a:solidFill>
                          <a:effectLst/>
                        </a:rPr>
                        <a:t>∑y</a:t>
                      </a:r>
                      <a:r>
                        <a:rPr lang="en-US" sz="1500" b="1" u="none" strike="noStrike" baseline="-25000" dirty="0">
                          <a:solidFill>
                            <a:srgbClr val="002060"/>
                          </a:solidFill>
                          <a:effectLst/>
                        </a:rPr>
                        <a:t>ijk</a:t>
                      </a:r>
                      <a:r>
                        <a:rPr lang="en-US" sz="1500" b="1" u="none" strike="noStrike" baseline="30000" dirty="0">
                          <a:solidFill>
                            <a:srgbClr val="002060"/>
                          </a:solidFill>
                          <a:effectLst/>
                        </a:rPr>
                        <a:t>2</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500" u="none" strike="noStrike" dirty="0">
                          <a:solidFill>
                            <a:srgbClr val="002060"/>
                          </a:solidFill>
                          <a:effectLst/>
                        </a:rPr>
                        <a:t>129747.5729</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0494463"/>
                  </a:ext>
                </a:extLst>
              </a:tr>
              <a:tr h="209550">
                <a:tc>
                  <a:txBody>
                    <a:bodyPr/>
                    <a:lstStyle/>
                    <a:p>
                      <a:pPr algn="ctr" fontAlgn="b"/>
                      <a:r>
                        <a:rPr lang="en-US" sz="1500" b="1" u="none" strike="noStrike" dirty="0">
                          <a:solidFill>
                            <a:srgbClr val="002060"/>
                          </a:solidFill>
                          <a:effectLst/>
                        </a:rPr>
                        <a:t>G</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500" u="none" strike="noStrike" dirty="0">
                          <a:solidFill>
                            <a:srgbClr val="002060"/>
                          </a:solidFill>
                          <a:effectLst/>
                        </a:rPr>
                        <a:t>836.5168</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8452561"/>
                  </a:ext>
                </a:extLst>
              </a:tr>
            </a:tbl>
          </a:graphicData>
        </a:graphic>
      </p:graphicFrame>
      <p:graphicFrame>
        <p:nvGraphicFramePr>
          <p:cNvPr id="8" name="Table 7">
            <a:extLst>
              <a:ext uri="{FF2B5EF4-FFF2-40B4-BE49-F238E27FC236}">
                <a16:creationId xmlns:a16="http://schemas.microsoft.com/office/drawing/2014/main" id="{9AFF0CA3-143D-4D5A-AF04-1191DB6B476B}"/>
              </a:ext>
            </a:extLst>
          </p:cNvPr>
          <p:cNvGraphicFramePr>
            <a:graphicFrameLocks noGrp="1"/>
          </p:cNvGraphicFramePr>
          <p:nvPr>
            <p:extLst>
              <p:ext uri="{D42A27DB-BD31-4B8C-83A1-F6EECF244321}">
                <p14:modId xmlns:p14="http://schemas.microsoft.com/office/powerpoint/2010/main" val="1186044629"/>
              </p:ext>
            </p:extLst>
          </p:nvPr>
        </p:nvGraphicFramePr>
        <p:xfrm>
          <a:off x="833433" y="3187573"/>
          <a:ext cx="2441113" cy="947908"/>
        </p:xfrm>
        <a:graphic>
          <a:graphicData uri="http://schemas.openxmlformats.org/drawingml/2006/table">
            <a:tbl>
              <a:tblPr>
                <a:tableStyleId>{EB74EF8F-9165-4742-970A-F2D2CCFD133E}</a:tableStyleId>
              </a:tblPr>
              <a:tblGrid>
                <a:gridCol w="1229873">
                  <a:extLst>
                    <a:ext uri="{9D8B030D-6E8A-4147-A177-3AD203B41FA5}">
                      <a16:colId xmlns:a16="http://schemas.microsoft.com/office/drawing/2014/main" val="3105331922"/>
                    </a:ext>
                  </a:extLst>
                </a:gridCol>
                <a:gridCol w="1211240">
                  <a:extLst>
                    <a:ext uri="{9D8B030D-6E8A-4147-A177-3AD203B41FA5}">
                      <a16:colId xmlns:a16="http://schemas.microsoft.com/office/drawing/2014/main" val="200640735"/>
                    </a:ext>
                  </a:extLst>
                </a:gridCol>
              </a:tblGrid>
              <a:tr h="277346">
                <a:tc>
                  <a:txBody>
                    <a:bodyPr/>
                    <a:lstStyle/>
                    <a:p>
                      <a:pPr algn="ctr" fontAlgn="b"/>
                      <a:r>
                        <a:rPr lang="en-US" sz="1500" b="1" u="none" strike="noStrike" dirty="0">
                          <a:solidFill>
                            <a:srgbClr val="002060"/>
                          </a:solidFill>
                          <a:effectLst/>
                        </a:rPr>
                        <a:t>G</a:t>
                      </a:r>
                      <a:r>
                        <a:rPr lang="en-US" sz="1500" b="1" u="none" strike="noStrike" baseline="30000" dirty="0">
                          <a:solidFill>
                            <a:srgbClr val="002060"/>
                          </a:solidFill>
                          <a:effectLst/>
                        </a:rPr>
                        <a:t>2</a:t>
                      </a:r>
                      <a:r>
                        <a:rPr lang="en-US" sz="1500" b="1" u="none" strike="noStrike" dirty="0">
                          <a:solidFill>
                            <a:srgbClr val="002060"/>
                          </a:solidFill>
                          <a:effectLst/>
                        </a:rPr>
                        <a:t>/N</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500" u="none" strike="noStrike" dirty="0">
                          <a:solidFill>
                            <a:srgbClr val="002060"/>
                          </a:solidFill>
                          <a:effectLst/>
                        </a:rPr>
                        <a:t>116626.732</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4080317"/>
                  </a:ext>
                </a:extLst>
              </a:tr>
              <a:tr h="335281">
                <a:tc>
                  <a:txBody>
                    <a:bodyPr/>
                    <a:lstStyle/>
                    <a:p>
                      <a:pPr algn="ctr" fontAlgn="b"/>
                      <a:r>
                        <a:rPr lang="en-US" sz="1500" b="1" u="none" strike="noStrike" dirty="0">
                          <a:solidFill>
                            <a:srgbClr val="002060"/>
                          </a:solidFill>
                          <a:effectLst/>
                        </a:rPr>
                        <a:t>∑T</a:t>
                      </a:r>
                      <a:r>
                        <a:rPr lang="en-US" sz="1500" b="1" u="none" strike="noStrike" baseline="-25000" dirty="0">
                          <a:solidFill>
                            <a:srgbClr val="002060"/>
                          </a:solidFill>
                          <a:effectLst/>
                        </a:rPr>
                        <a:t>i.</a:t>
                      </a:r>
                      <a:r>
                        <a:rPr lang="en-US" sz="1500" b="1" u="none" strike="noStrike" baseline="30000" dirty="0">
                          <a:solidFill>
                            <a:srgbClr val="002060"/>
                          </a:solidFill>
                          <a:effectLst/>
                        </a:rPr>
                        <a:t>2 </a:t>
                      </a:r>
                      <a:r>
                        <a:rPr lang="en-US" sz="1500" b="1" u="none" strike="noStrike" dirty="0">
                          <a:solidFill>
                            <a:srgbClr val="002060"/>
                          </a:solidFill>
                          <a:effectLst/>
                        </a:rPr>
                        <a:t>/ m</a:t>
                      </a:r>
                      <a:r>
                        <a:rPr lang="en-US" sz="1500" b="1" u="none" strike="noStrike" baseline="-25000" dirty="0">
                          <a:solidFill>
                            <a:srgbClr val="002060"/>
                          </a:solidFill>
                          <a:effectLst/>
                        </a:rPr>
                        <a:t>i.</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500" u="none" strike="noStrike" dirty="0">
                          <a:solidFill>
                            <a:srgbClr val="002060"/>
                          </a:solidFill>
                          <a:effectLst/>
                        </a:rPr>
                        <a:t>125173.5542</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2140483"/>
                  </a:ext>
                </a:extLst>
              </a:tr>
              <a:tr h="335281">
                <a:tc>
                  <a:txBody>
                    <a:bodyPr/>
                    <a:lstStyle/>
                    <a:p>
                      <a:pPr algn="ctr" fontAlgn="b"/>
                      <a:r>
                        <a:rPr lang="en-US" sz="1500" b="1" u="none" strike="noStrike" dirty="0">
                          <a:solidFill>
                            <a:srgbClr val="002060"/>
                          </a:solidFill>
                          <a:effectLst/>
                        </a:rPr>
                        <a:t>∑T</a:t>
                      </a:r>
                      <a:r>
                        <a:rPr lang="en-US" sz="1500" b="1" u="none" strike="noStrike" baseline="-25000" dirty="0">
                          <a:solidFill>
                            <a:srgbClr val="002060"/>
                          </a:solidFill>
                          <a:effectLst/>
                        </a:rPr>
                        <a:t>.j</a:t>
                      </a:r>
                      <a:r>
                        <a:rPr lang="en-US" sz="1500" b="1" u="none" strike="noStrike" baseline="30000" dirty="0">
                          <a:solidFill>
                            <a:srgbClr val="002060"/>
                          </a:solidFill>
                          <a:effectLst/>
                        </a:rPr>
                        <a:t>2 </a:t>
                      </a:r>
                      <a:r>
                        <a:rPr lang="en-US" sz="1500" b="1" u="none" strike="noStrike" dirty="0">
                          <a:solidFill>
                            <a:srgbClr val="002060"/>
                          </a:solidFill>
                          <a:effectLst/>
                        </a:rPr>
                        <a:t>/ </a:t>
                      </a:r>
                      <a:r>
                        <a:rPr lang="en-US" sz="1500" b="1" u="none" strike="noStrike" dirty="0" err="1">
                          <a:solidFill>
                            <a:srgbClr val="002060"/>
                          </a:solidFill>
                          <a:effectLst/>
                        </a:rPr>
                        <a:t>m</a:t>
                      </a:r>
                      <a:r>
                        <a:rPr lang="en-US" sz="1500" b="1" u="none" strike="noStrike" baseline="-25000" dirty="0" err="1">
                          <a:solidFill>
                            <a:srgbClr val="002060"/>
                          </a:solidFill>
                          <a:effectLst/>
                        </a:rPr>
                        <a:t>.j</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500" u="none" strike="noStrike" dirty="0">
                          <a:solidFill>
                            <a:srgbClr val="002060"/>
                          </a:solidFill>
                          <a:effectLst/>
                        </a:rPr>
                        <a:t>118243.4145</a:t>
                      </a:r>
                      <a:endParaRPr lang="en-US" sz="1500" b="0"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470259"/>
                  </a:ext>
                </a:extLst>
              </a:tr>
            </a:tbl>
          </a:graphicData>
        </a:graphic>
      </p:graphicFrame>
      <p:graphicFrame>
        <p:nvGraphicFramePr>
          <p:cNvPr id="9" name="Table 8">
            <a:extLst>
              <a:ext uri="{FF2B5EF4-FFF2-40B4-BE49-F238E27FC236}">
                <a16:creationId xmlns:a16="http://schemas.microsoft.com/office/drawing/2014/main" id="{AF68DAEE-10C3-44B0-827D-28BA57708BD6}"/>
              </a:ext>
            </a:extLst>
          </p:cNvPr>
          <p:cNvGraphicFramePr>
            <a:graphicFrameLocks noGrp="1"/>
          </p:cNvGraphicFramePr>
          <p:nvPr>
            <p:extLst>
              <p:ext uri="{D42A27DB-BD31-4B8C-83A1-F6EECF244321}">
                <p14:modId xmlns:p14="http://schemas.microsoft.com/office/powerpoint/2010/main" val="1236337568"/>
              </p:ext>
            </p:extLst>
          </p:nvPr>
        </p:nvGraphicFramePr>
        <p:xfrm>
          <a:off x="3545497" y="3187573"/>
          <a:ext cx="1931554" cy="1022280"/>
        </p:xfrm>
        <a:graphic>
          <a:graphicData uri="http://schemas.openxmlformats.org/drawingml/2006/table">
            <a:tbl>
              <a:tblPr>
                <a:tableStyleId>{EB74EF8F-9165-4742-970A-F2D2CCFD133E}</a:tableStyleId>
              </a:tblPr>
              <a:tblGrid>
                <a:gridCol w="668090">
                  <a:extLst>
                    <a:ext uri="{9D8B030D-6E8A-4147-A177-3AD203B41FA5}">
                      <a16:colId xmlns:a16="http://schemas.microsoft.com/office/drawing/2014/main" val="316010449"/>
                    </a:ext>
                  </a:extLst>
                </a:gridCol>
                <a:gridCol w="1263464">
                  <a:extLst>
                    <a:ext uri="{9D8B030D-6E8A-4147-A177-3AD203B41FA5}">
                      <a16:colId xmlns:a16="http://schemas.microsoft.com/office/drawing/2014/main" val="1824277409"/>
                    </a:ext>
                  </a:extLst>
                </a:gridCol>
              </a:tblGrid>
              <a:tr h="255570">
                <a:tc>
                  <a:txBody>
                    <a:bodyPr/>
                    <a:lstStyle/>
                    <a:p>
                      <a:pPr algn="ctr" fontAlgn="b"/>
                      <a:r>
                        <a:rPr lang="en-US" sz="1500" b="1" u="none" strike="noStrike" dirty="0">
                          <a:solidFill>
                            <a:srgbClr val="002060"/>
                          </a:solidFill>
                          <a:effectLst/>
                        </a:rPr>
                        <a:t>TSS</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500" u="none" strike="noStrike" dirty="0">
                          <a:solidFill>
                            <a:srgbClr val="002060"/>
                          </a:solidFill>
                          <a:effectLst/>
                        </a:rPr>
                        <a:t>13120.84094</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6404107"/>
                  </a:ext>
                </a:extLst>
              </a:tr>
              <a:tr h="255570">
                <a:tc>
                  <a:txBody>
                    <a:bodyPr/>
                    <a:lstStyle/>
                    <a:p>
                      <a:pPr algn="ctr" fontAlgn="b"/>
                      <a:r>
                        <a:rPr lang="en-US" sz="1500" b="1" u="none" strike="noStrike" dirty="0">
                          <a:solidFill>
                            <a:srgbClr val="002060"/>
                          </a:solidFill>
                          <a:effectLst/>
                        </a:rPr>
                        <a:t>SST</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500" u="none" strike="noStrike" dirty="0">
                          <a:solidFill>
                            <a:srgbClr val="002060"/>
                          </a:solidFill>
                          <a:effectLst/>
                        </a:rPr>
                        <a:t>8546.822189</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6108340"/>
                  </a:ext>
                </a:extLst>
              </a:tr>
              <a:tr h="255570">
                <a:tc>
                  <a:txBody>
                    <a:bodyPr/>
                    <a:lstStyle/>
                    <a:p>
                      <a:pPr algn="ctr" fontAlgn="b"/>
                      <a:r>
                        <a:rPr lang="en-US" sz="1500" b="1" u="none" strike="noStrike" dirty="0">
                          <a:solidFill>
                            <a:srgbClr val="002060"/>
                          </a:solidFill>
                          <a:effectLst/>
                        </a:rPr>
                        <a:t>SSB</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500" u="none" strike="noStrike" dirty="0">
                          <a:solidFill>
                            <a:srgbClr val="002060"/>
                          </a:solidFill>
                          <a:effectLst/>
                        </a:rPr>
                        <a:t>1616.682518</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843288"/>
                  </a:ext>
                </a:extLst>
              </a:tr>
              <a:tr h="255570">
                <a:tc>
                  <a:txBody>
                    <a:bodyPr/>
                    <a:lstStyle/>
                    <a:p>
                      <a:pPr algn="ctr" fontAlgn="b"/>
                      <a:r>
                        <a:rPr lang="en-US" sz="1500" b="1" u="none" strike="noStrike" dirty="0">
                          <a:solidFill>
                            <a:srgbClr val="002060"/>
                          </a:solidFill>
                          <a:effectLst/>
                        </a:rPr>
                        <a:t>SSE</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500" u="none" strike="noStrike" dirty="0">
                          <a:solidFill>
                            <a:srgbClr val="002060"/>
                          </a:solidFill>
                          <a:effectLst/>
                        </a:rPr>
                        <a:t>2957.336237</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3588323"/>
                  </a:ext>
                </a:extLst>
              </a:tr>
            </a:tbl>
          </a:graphicData>
        </a:graphic>
      </p:graphicFrame>
      <p:graphicFrame>
        <p:nvGraphicFramePr>
          <p:cNvPr id="17" name="Table 16">
            <a:extLst>
              <a:ext uri="{FF2B5EF4-FFF2-40B4-BE49-F238E27FC236}">
                <a16:creationId xmlns:a16="http://schemas.microsoft.com/office/drawing/2014/main" id="{F591218F-DA35-4B3C-B0D1-D9FCF9657D3E}"/>
              </a:ext>
            </a:extLst>
          </p:cNvPr>
          <p:cNvGraphicFramePr>
            <a:graphicFrameLocks noGrp="1"/>
          </p:cNvGraphicFramePr>
          <p:nvPr>
            <p:extLst>
              <p:ext uri="{D42A27DB-BD31-4B8C-83A1-F6EECF244321}">
                <p14:modId xmlns:p14="http://schemas.microsoft.com/office/powerpoint/2010/main" val="4268029154"/>
              </p:ext>
            </p:extLst>
          </p:nvPr>
        </p:nvGraphicFramePr>
        <p:xfrm>
          <a:off x="5679117" y="3939117"/>
          <a:ext cx="2095601" cy="490780"/>
        </p:xfrm>
        <a:graphic>
          <a:graphicData uri="http://schemas.openxmlformats.org/drawingml/2006/table">
            <a:tbl>
              <a:tblPr>
                <a:tableStyleId>{EB74EF8F-9165-4742-970A-F2D2CCFD133E}</a:tableStyleId>
              </a:tblPr>
              <a:tblGrid>
                <a:gridCol w="874286">
                  <a:extLst>
                    <a:ext uri="{9D8B030D-6E8A-4147-A177-3AD203B41FA5}">
                      <a16:colId xmlns:a16="http://schemas.microsoft.com/office/drawing/2014/main" val="2094426909"/>
                    </a:ext>
                  </a:extLst>
                </a:gridCol>
                <a:gridCol w="1221315">
                  <a:extLst>
                    <a:ext uri="{9D8B030D-6E8A-4147-A177-3AD203B41FA5}">
                      <a16:colId xmlns:a16="http://schemas.microsoft.com/office/drawing/2014/main" val="1888660631"/>
                    </a:ext>
                  </a:extLst>
                </a:gridCol>
              </a:tblGrid>
              <a:tr h="245390">
                <a:tc>
                  <a:txBody>
                    <a:bodyPr/>
                    <a:lstStyle/>
                    <a:p>
                      <a:pPr algn="ctr" fontAlgn="b"/>
                      <a:r>
                        <a:rPr lang="en-US" sz="1400" b="1" u="none" strike="noStrike" dirty="0">
                          <a:solidFill>
                            <a:srgbClr val="002060"/>
                          </a:solidFill>
                          <a:effectLst/>
                        </a:rPr>
                        <a:t>h</a:t>
                      </a:r>
                      <a:endParaRPr lang="en-US" sz="1400" b="1" i="0" u="none" strike="noStrike" dirty="0">
                        <a:solidFill>
                          <a:srgbClr val="00206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400" u="none" strike="noStrike" dirty="0">
                          <a:solidFill>
                            <a:srgbClr val="002060"/>
                          </a:solidFill>
                          <a:effectLst/>
                        </a:rPr>
                        <a:t>3</a:t>
                      </a:r>
                      <a:endParaRPr lang="en-US" sz="1400" b="0" i="0" u="none" strike="noStrike" dirty="0">
                        <a:solidFill>
                          <a:srgbClr val="00206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4645281"/>
                  </a:ext>
                </a:extLst>
              </a:tr>
              <a:tr h="245390">
                <a:tc>
                  <a:txBody>
                    <a:bodyPr/>
                    <a:lstStyle/>
                    <a:p>
                      <a:pPr algn="ctr" fontAlgn="b"/>
                      <a:r>
                        <a:rPr lang="en-US" sz="1400" b="1" u="none" strike="noStrike" dirty="0">
                          <a:solidFill>
                            <a:srgbClr val="002060"/>
                          </a:solidFill>
                          <a:effectLst/>
                        </a:rPr>
                        <a:t>k</a:t>
                      </a:r>
                      <a:endParaRPr lang="en-US" sz="1400" b="1" i="0" u="none" strike="noStrike" dirty="0">
                        <a:solidFill>
                          <a:srgbClr val="00206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400" u="none" strike="noStrike" dirty="0">
                          <a:solidFill>
                            <a:srgbClr val="002060"/>
                          </a:solidFill>
                          <a:effectLst/>
                        </a:rPr>
                        <a:t>2</a:t>
                      </a:r>
                      <a:endParaRPr lang="en-US" sz="1400" b="0" i="0" u="none" strike="noStrike" dirty="0">
                        <a:solidFill>
                          <a:srgbClr val="00206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565245"/>
                  </a:ext>
                </a:extLst>
              </a:tr>
            </a:tbl>
          </a:graphicData>
        </a:graphic>
      </p:graphicFrame>
    </p:spTree>
    <p:extLst>
      <p:ext uri="{BB962C8B-B14F-4D97-AF65-F5344CB8AC3E}">
        <p14:creationId xmlns:p14="http://schemas.microsoft.com/office/powerpoint/2010/main" val="2068076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3130405" y="479456"/>
            <a:ext cx="317740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b="1" dirty="0"/>
              <a:t>ANOVA TABLE</a:t>
            </a:r>
            <a:endParaRPr sz="4000" b="1" dirty="0"/>
          </a:p>
        </p:txBody>
      </p:sp>
      <p:graphicFrame>
        <p:nvGraphicFramePr>
          <p:cNvPr id="6" name="Table 5">
            <a:extLst>
              <a:ext uri="{FF2B5EF4-FFF2-40B4-BE49-F238E27FC236}">
                <a16:creationId xmlns:a16="http://schemas.microsoft.com/office/drawing/2014/main" id="{CFA31BCB-F5C4-4836-8FEF-1BBA804B3923}"/>
              </a:ext>
            </a:extLst>
          </p:cNvPr>
          <p:cNvGraphicFramePr>
            <a:graphicFrameLocks noGrp="1"/>
          </p:cNvGraphicFramePr>
          <p:nvPr>
            <p:extLst>
              <p:ext uri="{D42A27DB-BD31-4B8C-83A1-F6EECF244321}">
                <p14:modId xmlns:p14="http://schemas.microsoft.com/office/powerpoint/2010/main" val="3774859765"/>
              </p:ext>
            </p:extLst>
          </p:nvPr>
        </p:nvGraphicFramePr>
        <p:xfrm>
          <a:off x="794563" y="1560879"/>
          <a:ext cx="6002477" cy="1317980"/>
        </p:xfrm>
        <a:graphic>
          <a:graphicData uri="http://schemas.openxmlformats.org/drawingml/2006/table">
            <a:tbl>
              <a:tblPr>
                <a:tableStyleId>{EB74EF8F-9165-4742-970A-F2D2CCFD133E}</a:tableStyleId>
              </a:tblPr>
              <a:tblGrid>
                <a:gridCol w="1402038">
                  <a:extLst>
                    <a:ext uri="{9D8B030D-6E8A-4147-A177-3AD203B41FA5}">
                      <a16:colId xmlns:a16="http://schemas.microsoft.com/office/drawing/2014/main" val="547674528"/>
                    </a:ext>
                  </a:extLst>
                </a:gridCol>
                <a:gridCol w="1288638">
                  <a:extLst>
                    <a:ext uri="{9D8B030D-6E8A-4147-A177-3AD203B41FA5}">
                      <a16:colId xmlns:a16="http://schemas.microsoft.com/office/drawing/2014/main" val="1159699060"/>
                    </a:ext>
                  </a:extLst>
                </a:gridCol>
                <a:gridCol w="907203">
                  <a:extLst>
                    <a:ext uri="{9D8B030D-6E8A-4147-A177-3AD203B41FA5}">
                      <a16:colId xmlns:a16="http://schemas.microsoft.com/office/drawing/2014/main" val="1691157374"/>
                    </a:ext>
                  </a:extLst>
                </a:gridCol>
                <a:gridCol w="1216474">
                  <a:extLst>
                    <a:ext uri="{9D8B030D-6E8A-4147-A177-3AD203B41FA5}">
                      <a16:colId xmlns:a16="http://schemas.microsoft.com/office/drawing/2014/main" val="2157199767"/>
                    </a:ext>
                  </a:extLst>
                </a:gridCol>
                <a:gridCol w="1188124">
                  <a:extLst>
                    <a:ext uri="{9D8B030D-6E8A-4147-A177-3AD203B41FA5}">
                      <a16:colId xmlns:a16="http://schemas.microsoft.com/office/drawing/2014/main" val="2906470366"/>
                    </a:ext>
                  </a:extLst>
                </a:gridCol>
              </a:tblGrid>
              <a:tr h="435857">
                <a:tc>
                  <a:txBody>
                    <a:bodyPr/>
                    <a:lstStyle/>
                    <a:p>
                      <a:pPr algn="ctr" fontAlgn="ctr"/>
                      <a:r>
                        <a:rPr lang="en-US" sz="1400" b="1" u="none" strike="noStrike" dirty="0">
                          <a:solidFill>
                            <a:schemeClr val="bg1"/>
                          </a:solidFill>
                          <a:effectLst/>
                        </a:rPr>
                        <a:t>SOURCE OF VARIATION</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SUM OF </a:t>
                      </a:r>
                      <a:br>
                        <a:rPr lang="en-US" sz="1400" b="1" u="none" strike="noStrike" dirty="0">
                          <a:solidFill>
                            <a:schemeClr val="bg1"/>
                          </a:solidFill>
                          <a:effectLst/>
                        </a:rPr>
                      </a:br>
                      <a:r>
                        <a:rPr lang="en-US" sz="1400" b="1" u="none" strike="noStrike" dirty="0">
                          <a:solidFill>
                            <a:schemeClr val="bg1"/>
                          </a:solidFill>
                          <a:effectLst/>
                        </a:rPr>
                        <a:t>SQUARES</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DF</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MS</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F VALUE</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814561048"/>
                  </a:ext>
                </a:extLst>
              </a:tr>
              <a:tr h="217929">
                <a:tc>
                  <a:txBody>
                    <a:bodyPr/>
                    <a:lstStyle/>
                    <a:p>
                      <a:pPr algn="ctr" fontAlgn="ctr"/>
                      <a:r>
                        <a:rPr lang="en-US" sz="1400" u="none" strike="noStrike" dirty="0">
                          <a:solidFill>
                            <a:schemeClr val="bg2">
                              <a:lumMod val="10000"/>
                            </a:schemeClr>
                          </a:solidFill>
                          <a:effectLst/>
                        </a:rPr>
                        <a:t>Treatment</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a:solidFill>
                            <a:schemeClr val="bg2">
                              <a:lumMod val="10000"/>
                            </a:schemeClr>
                          </a:solidFill>
                          <a:effectLst/>
                        </a:rPr>
                        <a:t>8546.822189</a:t>
                      </a:r>
                      <a:endParaRPr lang="en-US" sz="1400" b="0" i="0" u="none" strike="noStrike">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a:solidFill>
                            <a:schemeClr val="bg2">
                              <a:lumMod val="10000"/>
                            </a:schemeClr>
                          </a:solidFill>
                          <a:effectLst/>
                        </a:rPr>
                        <a:t>1</a:t>
                      </a:r>
                      <a:endParaRPr lang="en-US" sz="1400" b="0" i="0" u="none" strike="noStrike">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dirty="0">
                          <a:solidFill>
                            <a:schemeClr val="bg2">
                              <a:lumMod val="10000"/>
                            </a:schemeClr>
                          </a:solidFill>
                          <a:effectLst/>
                        </a:rPr>
                        <a:t>8546.822189</a:t>
                      </a:r>
                      <a:endParaRPr lang="en-US" sz="1400" b="0"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dirty="0">
                          <a:solidFill>
                            <a:schemeClr val="bg2">
                              <a:lumMod val="10000"/>
                            </a:schemeClr>
                          </a:solidFill>
                          <a:effectLst/>
                        </a:rPr>
                        <a:t>5.780081469</a:t>
                      </a:r>
                      <a:endParaRPr lang="en-US" sz="1400" b="0"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0752646"/>
                  </a:ext>
                </a:extLst>
              </a:tr>
              <a:tr h="217929">
                <a:tc>
                  <a:txBody>
                    <a:bodyPr/>
                    <a:lstStyle/>
                    <a:p>
                      <a:pPr algn="ctr" fontAlgn="ctr"/>
                      <a:r>
                        <a:rPr lang="en-US" sz="1400" u="none" strike="noStrike" dirty="0">
                          <a:solidFill>
                            <a:schemeClr val="bg2">
                              <a:lumMod val="10000"/>
                            </a:schemeClr>
                          </a:solidFill>
                          <a:effectLst/>
                        </a:rPr>
                        <a:t>Block</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a:solidFill>
                            <a:schemeClr val="bg2">
                              <a:lumMod val="10000"/>
                            </a:schemeClr>
                          </a:solidFill>
                          <a:effectLst/>
                        </a:rPr>
                        <a:t>1616.682518</a:t>
                      </a:r>
                      <a:endParaRPr lang="en-US" sz="1400" b="0" i="0" u="none" strike="noStrike">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a:solidFill>
                            <a:schemeClr val="bg2">
                              <a:lumMod val="10000"/>
                            </a:schemeClr>
                          </a:solidFill>
                          <a:effectLst/>
                        </a:rPr>
                        <a:t>2</a:t>
                      </a:r>
                      <a:endParaRPr lang="en-US" sz="1400" b="0" i="0" u="none" strike="noStrike">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dirty="0">
                          <a:solidFill>
                            <a:schemeClr val="bg2">
                              <a:lumMod val="10000"/>
                            </a:schemeClr>
                          </a:solidFill>
                          <a:effectLst/>
                        </a:rPr>
                        <a:t>808.3412591</a:t>
                      </a:r>
                      <a:endParaRPr lang="en-US" sz="1400" b="0"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a:solidFill>
                            <a:schemeClr val="bg2">
                              <a:lumMod val="10000"/>
                            </a:schemeClr>
                          </a:solidFill>
                          <a:effectLst/>
                        </a:rPr>
                        <a:t>0.546668484</a:t>
                      </a:r>
                      <a:endParaRPr lang="en-US" sz="1400" b="0" i="0" u="none" strike="noStrike">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0771401"/>
                  </a:ext>
                </a:extLst>
              </a:tr>
              <a:tr h="217929">
                <a:tc>
                  <a:txBody>
                    <a:bodyPr/>
                    <a:lstStyle/>
                    <a:p>
                      <a:pPr algn="ctr" fontAlgn="ctr"/>
                      <a:r>
                        <a:rPr lang="en-US" sz="1400" u="none" strike="noStrike" dirty="0">
                          <a:solidFill>
                            <a:schemeClr val="bg2">
                              <a:lumMod val="10000"/>
                            </a:schemeClr>
                          </a:solidFill>
                          <a:effectLst/>
                        </a:rPr>
                        <a:t>Error</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a:solidFill>
                            <a:schemeClr val="bg2">
                              <a:lumMod val="10000"/>
                            </a:schemeClr>
                          </a:solidFill>
                          <a:effectLst/>
                        </a:rPr>
                        <a:t>2957.336237</a:t>
                      </a:r>
                      <a:endParaRPr lang="en-US" sz="1400" b="0" i="0" u="none" strike="noStrike">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a:solidFill>
                            <a:schemeClr val="bg2">
                              <a:lumMod val="10000"/>
                            </a:schemeClr>
                          </a:solidFill>
                          <a:effectLst/>
                        </a:rPr>
                        <a:t>2</a:t>
                      </a:r>
                      <a:endParaRPr lang="en-US" sz="1400" b="0" i="0" u="none" strike="noStrike">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a:solidFill>
                            <a:schemeClr val="bg2">
                              <a:lumMod val="10000"/>
                            </a:schemeClr>
                          </a:solidFill>
                          <a:effectLst/>
                        </a:rPr>
                        <a:t>1478.668118</a:t>
                      </a:r>
                      <a:endParaRPr lang="en-US" sz="1400" b="0" i="0" u="none" strike="noStrike">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a:solidFill>
                            <a:schemeClr val="bg2">
                              <a:lumMod val="10000"/>
                            </a:schemeClr>
                          </a:solidFill>
                          <a:effectLst/>
                        </a:rPr>
                        <a:t> </a:t>
                      </a:r>
                      <a:endParaRPr lang="en-US" sz="1400" b="0" i="0" u="none" strike="noStrike">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1377121"/>
                  </a:ext>
                </a:extLst>
              </a:tr>
              <a:tr h="222993">
                <a:tc>
                  <a:txBody>
                    <a:bodyPr/>
                    <a:lstStyle/>
                    <a:p>
                      <a:pPr algn="ctr" fontAlgn="ctr"/>
                      <a:r>
                        <a:rPr lang="en-US" sz="1400" u="none" strike="noStrike" dirty="0">
                          <a:solidFill>
                            <a:schemeClr val="bg2">
                              <a:lumMod val="10000"/>
                            </a:schemeClr>
                          </a:solidFill>
                          <a:effectLst/>
                        </a:rPr>
                        <a:t>Total</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dirty="0">
                          <a:solidFill>
                            <a:schemeClr val="bg2">
                              <a:lumMod val="10000"/>
                            </a:schemeClr>
                          </a:solidFill>
                          <a:effectLst/>
                        </a:rPr>
                        <a:t>13120.84094</a:t>
                      </a:r>
                      <a:endParaRPr lang="en-US" sz="1400" b="0"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dirty="0">
                          <a:solidFill>
                            <a:schemeClr val="bg2">
                              <a:lumMod val="10000"/>
                            </a:schemeClr>
                          </a:solidFill>
                          <a:effectLst/>
                        </a:rPr>
                        <a:t>5</a:t>
                      </a:r>
                      <a:endParaRPr lang="en-US" sz="1400" b="0"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dirty="0">
                          <a:solidFill>
                            <a:schemeClr val="bg2">
                              <a:lumMod val="10000"/>
                            </a:schemeClr>
                          </a:solidFill>
                          <a:effectLst/>
                        </a:rPr>
                        <a:t> </a:t>
                      </a:r>
                      <a:endParaRPr lang="en-US" sz="1400" b="0"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u="none" strike="noStrike" dirty="0">
                          <a:solidFill>
                            <a:schemeClr val="bg2">
                              <a:lumMod val="10000"/>
                            </a:schemeClr>
                          </a:solidFill>
                          <a:effectLst/>
                        </a:rPr>
                        <a:t> </a:t>
                      </a:r>
                      <a:endParaRPr lang="en-US" sz="1400" b="0"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2390382"/>
                  </a:ext>
                </a:extLst>
              </a:tr>
            </a:tbl>
          </a:graphicData>
        </a:graphic>
      </p:graphicFrame>
      <p:graphicFrame>
        <p:nvGraphicFramePr>
          <p:cNvPr id="7" name="Table 6">
            <a:extLst>
              <a:ext uri="{FF2B5EF4-FFF2-40B4-BE49-F238E27FC236}">
                <a16:creationId xmlns:a16="http://schemas.microsoft.com/office/drawing/2014/main" id="{1BE18520-6E3C-4175-8271-54D8E4A07EF5}"/>
              </a:ext>
            </a:extLst>
          </p:cNvPr>
          <p:cNvGraphicFramePr>
            <a:graphicFrameLocks noGrp="1"/>
          </p:cNvGraphicFramePr>
          <p:nvPr>
            <p:extLst>
              <p:ext uri="{D42A27DB-BD31-4B8C-83A1-F6EECF244321}">
                <p14:modId xmlns:p14="http://schemas.microsoft.com/office/powerpoint/2010/main" val="2473746357"/>
              </p:ext>
            </p:extLst>
          </p:nvPr>
        </p:nvGraphicFramePr>
        <p:xfrm>
          <a:off x="6797040" y="1559098"/>
          <a:ext cx="1524000" cy="1319761"/>
        </p:xfrm>
        <a:graphic>
          <a:graphicData uri="http://schemas.openxmlformats.org/drawingml/2006/table">
            <a:tbl>
              <a:tblPr>
                <a:tableStyleId>{EB74EF8F-9165-4742-970A-F2D2CCFD133E}</a:tableStyleId>
              </a:tblPr>
              <a:tblGrid>
                <a:gridCol w="1524000">
                  <a:extLst>
                    <a:ext uri="{9D8B030D-6E8A-4147-A177-3AD203B41FA5}">
                      <a16:colId xmlns:a16="http://schemas.microsoft.com/office/drawing/2014/main" val="494171698"/>
                    </a:ext>
                  </a:extLst>
                </a:gridCol>
              </a:tblGrid>
              <a:tr h="435841">
                <a:tc>
                  <a:txBody>
                    <a:bodyPr/>
                    <a:lstStyle/>
                    <a:p>
                      <a:pPr marR="0" algn="ctr" rtl="0" fontAlgn="ctr">
                        <a:lnSpc>
                          <a:spcPct val="100000"/>
                        </a:lnSpc>
                        <a:spcBef>
                          <a:spcPts val="0"/>
                        </a:spcBef>
                        <a:spcAft>
                          <a:spcPts val="0"/>
                        </a:spcAft>
                        <a:buClr>
                          <a:srgbClr val="000000"/>
                        </a:buClr>
                        <a:buFont typeface="Arial"/>
                      </a:pPr>
                      <a:r>
                        <a:rPr lang="en-US" sz="1400" b="1" i="0" u="none" strike="noStrike" cap="none" dirty="0">
                          <a:solidFill>
                            <a:schemeClr val="bg1"/>
                          </a:solidFill>
                          <a:effectLst/>
                          <a:latin typeface="Arial"/>
                          <a:cs typeface="Arial"/>
                          <a:sym typeface="Arial"/>
                        </a:rPr>
                        <a:t>F TABULATED</a:t>
                      </a:r>
                      <a:br>
                        <a:rPr lang="en-US" sz="1400" b="1" i="0" u="none" strike="noStrike" cap="none" dirty="0">
                          <a:solidFill>
                            <a:schemeClr val="bg1"/>
                          </a:solidFill>
                          <a:effectLst/>
                          <a:latin typeface="Arial"/>
                          <a:cs typeface="Arial"/>
                          <a:sym typeface="Arial"/>
                        </a:rPr>
                      </a:br>
                      <a:r>
                        <a:rPr lang="en-US" sz="1400" b="1" i="0" u="none" strike="noStrike" cap="none" dirty="0">
                          <a:solidFill>
                            <a:schemeClr val="bg1"/>
                          </a:solidFill>
                          <a:effectLst/>
                          <a:latin typeface="Arial"/>
                          <a:cs typeface="Arial"/>
                          <a:sym typeface="Arial"/>
                        </a:rPr>
                        <a:t>(</a:t>
                      </a:r>
                      <a:r>
                        <a:rPr lang="el-GR" sz="1400" b="1" i="0" u="none" strike="noStrike" cap="none" dirty="0">
                          <a:solidFill>
                            <a:schemeClr val="bg1"/>
                          </a:solidFill>
                          <a:effectLst/>
                          <a:latin typeface="Arial"/>
                          <a:cs typeface="Arial"/>
                          <a:sym typeface="Arial"/>
                        </a:rPr>
                        <a:t>α = 0.1)</a:t>
                      </a: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702304144"/>
                  </a:ext>
                </a:extLst>
              </a:tr>
              <a:tr h="220980">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8.53</a:t>
                      </a: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7796"/>
                  </a:ext>
                </a:extLst>
              </a:tr>
              <a:tr h="220980">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9</a:t>
                      </a: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5920355"/>
                  </a:ext>
                </a:extLst>
              </a:tr>
              <a:tr h="220980">
                <a:tc>
                  <a:txBody>
                    <a:bodyPr/>
                    <a:lstStyle/>
                    <a:p>
                      <a:pPr algn="ctr" fontAlgn="ctr"/>
                      <a:r>
                        <a:rPr lang="en-US" sz="1200" u="none" strike="noStrike" dirty="0">
                          <a:effectLst/>
                        </a:rPr>
                        <a:t> </a:t>
                      </a:r>
                      <a:endParaRPr lang="en-US" sz="1200" b="0" i="0" u="none" strike="noStrike" dirty="0">
                        <a:solidFill>
                          <a:srgbClr val="000000"/>
                        </a:solidFill>
                        <a:effectLst/>
                        <a:latin typeface="Calibri" panose="020F0502020204030204" pitchFamily="34" charset="0"/>
                      </a:endParaRP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7905712"/>
                  </a:ext>
                </a:extLst>
              </a:tr>
              <a:tr h="220980">
                <a:tc>
                  <a:txBody>
                    <a:bodyPr/>
                    <a:lstStyle/>
                    <a:p>
                      <a:pPr algn="ctr" fontAlgn="ctr"/>
                      <a:r>
                        <a:rPr lang="en-US" sz="1200" u="none" strike="noStrike" dirty="0">
                          <a:effectLst/>
                        </a:rPr>
                        <a:t> </a:t>
                      </a:r>
                      <a:endParaRPr lang="en-US" sz="1200" b="0" i="0" u="none" strike="noStrike" dirty="0">
                        <a:solidFill>
                          <a:srgbClr val="000000"/>
                        </a:solidFill>
                        <a:effectLst/>
                        <a:latin typeface="Calibri" panose="020F0502020204030204" pitchFamily="34" charset="0"/>
                      </a:endParaRP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7923995"/>
                  </a:ext>
                </a:extLst>
              </a:tr>
            </a:tbl>
          </a:graphicData>
        </a:graphic>
      </p:graphicFrame>
      <p:sp>
        <p:nvSpPr>
          <p:cNvPr id="5" name="Google Shape;457;p33">
            <a:extLst>
              <a:ext uri="{FF2B5EF4-FFF2-40B4-BE49-F238E27FC236}">
                <a16:creationId xmlns:a16="http://schemas.microsoft.com/office/drawing/2014/main" id="{7D43A73F-5F4E-4B90-85A0-2775731185AA}"/>
              </a:ext>
            </a:extLst>
          </p:cNvPr>
          <p:cNvSpPr txBox="1">
            <a:spLocks noGrp="1"/>
          </p:cNvSpPr>
          <p:nvPr>
            <p:ph type="body" idx="1"/>
          </p:nvPr>
        </p:nvSpPr>
        <p:spPr>
          <a:xfrm>
            <a:off x="794563" y="3101340"/>
            <a:ext cx="7526477" cy="1720092"/>
          </a:xfrm>
          <a:prstGeom prst="rect">
            <a:avLst/>
          </a:prstGeom>
        </p:spPr>
        <p:txBody>
          <a:bodyPr spcFirstLastPara="1" wrap="square" lIns="91425" tIns="91425" rIns="91425" bIns="91425" anchor="t" anchorCtr="0">
            <a:noAutofit/>
          </a:bodyPr>
          <a:lstStyle/>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CONCLUSION:</a:t>
            </a:r>
          </a:p>
          <a:p>
            <a:pPr marL="0" indent="0">
              <a:buClr>
                <a:srgbClr val="000000"/>
              </a:buClr>
              <a:buNone/>
            </a:pP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dirty="0">
                <a:solidFill>
                  <a:schemeClr val="accent6"/>
                </a:solidFill>
                <a:latin typeface="Open Sans" panose="020B0604020202020204" charset="0"/>
                <a:ea typeface="Open Sans" panose="020B0604020202020204" charset="0"/>
                <a:cs typeface="Open Sans" panose="020B0604020202020204" charset="0"/>
              </a:rPr>
              <a:t>Since</a:t>
            </a:r>
            <a:r>
              <a:rPr lang="en-US" sz="1400" b="1" dirty="0">
                <a:solidFill>
                  <a:schemeClr val="accent6"/>
                </a:solidFill>
                <a:latin typeface="Open Sans" panose="020B0604020202020204" charset="0"/>
                <a:ea typeface="Open Sans" panose="020B0604020202020204" charset="0"/>
                <a:cs typeface="Open Sans" panose="020B0604020202020204" charset="0"/>
              </a:rPr>
              <a: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1</a:t>
            </a:r>
            <a:r>
              <a:rPr lang="en-US" sz="1400" b="1" dirty="0">
                <a:solidFill>
                  <a:schemeClr val="accent6"/>
                </a:solidFill>
                <a:latin typeface="Open Sans" panose="020B0604020202020204" charset="0"/>
                <a:ea typeface="Open Sans" panose="020B0604020202020204" charset="0"/>
                <a:cs typeface="Open Sans" panose="020B0604020202020204" charset="0"/>
              </a:rPr>
              <a:t> &lt;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r>
              <a:rPr lang="en-US" sz="1400" b="1" dirty="0">
                <a:solidFill>
                  <a:schemeClr val="accent6"/>
                </a:solidFill>
                <a:latin typeface="Open Sans" panose="020B0604020202020204" charset="0"/>
                <a:ea typeface="Open Sans" panose="020B0604020202020204" charset="0"/>
                <a:cs typeface="Open Sans" panose="020B0604020202020204" charset="0"/>
              </a:rPr>
              <a:t>(1,2) </a:t>
            </a:r>
            <a:r>
              <a:rPr lang="en-US" sz="1400" dirty="0">
                <a:solidFill>
                  <a:schemeClr val="accent6"/>
                </a:solidFill>
                <a:latin typeface="Open Sans" panose="020B0604020202020204" charset="0"/>
                <a:ea typeface="Open Sans" panose="020B0604020202020204" charset="0"/>
                <a:cs typeface="Open Sans" panose="020B0604020202020204" charset="0"/>
              </a:rPr>
              <a:t>and</a:t>
            </a:r>
            <a:r>
              <a:rPr lang="en-US" sz="1400" b="1" dirty="0">
                <a:solidFill>
                  <a:schemeClr val="accent6"/>
                </a:solidFill>
                <a:latin typeface="Open Sans" panose="020B0604020202020204" charset="0"/>
                <a:ea typeface="Open Sans" panose="020B0604020202020204" charset="0"/>
                <a:cs typeface="Open Sans" panose="020B0604020202020204" charset="0"/>
              </a:rPr>
              <a: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2</a:t>
            </a:r>
            <a:r>
              <a:rPr lang="en-US" sz="1400" b="1" dirty="0">
                <a:solidFill>
                  <a:schemeClr val="accent6"/>
                </a:solidFill>
                <a:latin typeface="Open Sans" panose="020B0604020202020204" charset="0"/>
                <a:ea typeface="Open Sans" panose="020B0604020202020204" charset="0"/>
                <a:cs typeface="Open Sans" panose="020B0604020202020204" charset="0"/>
              </a:rPr>
              <a:t> &lt;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r>
              <a:rPr lang="en-US" sz="1400" b="1" dirty="0">
                <a:solidFill>
                  <a:schemeClr val="accent6"/>
                </a:solidFill>
                <a:latin typeface="Open Sans" panose="020B0604020202020204" charset="0"/>
                <a:ea typeface="Open Sans" panose="020B0604020202020204" charset="0"/>
                <a:cs typeface="Open Sans" panose="020B0604020202020204" charset="0"/>
              </a:rPr>
              <a:t>(2,2), </a:t>
            </a:r>
            <a:r>
              <a:rPr lang="en-US" sz="1400" dirty="0">
                <a:solidFill>
                  <a:schemeClr val="accent6"/>
                </a:solidFill>
                <a:latin typeface="Open Sans" panose="020B0604020202020204" charset="0"/>
                <a:ea typeface="Open Sans" panose="020B0604020202020204" charset="0"/>
                <a:cs typeface="Open Sans" panose="020B0604020202020204" charset="0"/>
              </a:rPr>
              <a:t>we</a:t>
            </a:r>
            <a:r>
              <a:rPr lang="en-US" sz="1400" b="1" dirty="0">
                <a:solidFill>
                  <a:schemeClr val="accent6"/>
                </a:solidFill>
                <a:latin typeface="Open Sans" panose="020B0604020202020204" charset="0"/>
                <a:ea typeface="Open Sans" panose="020B0604020202020204" charset="0"/>
                <a:cs typeface="Open Sans" panose="020B0604020202020204" charset="0"/>
              </a:rPr>
              <a:t> fail to reject 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00  </a:t>
            </a:r>
            <a:r>
              <a:rPr lang="en-US" sz="1400" dirty="0">
                <a:solidFill>
                  <a:schemeClr val="accent6"/>
                </a:solidFill>
                <a:latin typeface="Open Sans" panose="020B0604020202020204" charset="0"/>
                <a:ea typeface="Open Sans" panose="020B0604020202020204" charset="0"/>
                <a:cs typeface="Open Sans" panose="020B0604020202020204" charset="0"/>
              </a:rPr>
              <a:t>and</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  </a:t>
            </a: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dirty="0">
                <a:solidFill>
                  <a:schemeClr val="accent6"/>
                </a:solidFill>
                <a:latin typeface="Open Sans" panose="020B0604020202020204" charset="0"/>
                <a:ea typeface="Open Sans" panose="020B0604020202020204" charset="0"/>
                <a:cs typeface="Open Sans" panose="020B0604020202020204" charset="0"/>
              </a:rPr>
              <a:t>Therefore, the data indicates that </a:t>
            </a:r>
            <a:r>
              <a:rPr lang="en-US" sz="1400" u="sng" dirty="0">
                <a:solidFill>
                  <a:schemeClr val="accent6"/>
                </a:solidFill>
                <a:latin typeface="Open Sans" panose="020B0604020202020204" charset="0"/>
                <a:ea typeface="Open Sans" panose="020B0604020202020204" charset="0"/>
                <a:cs typeface="Open Sans" panose="020B0604020202020204" charset="0"/>
              </a:rPr>
              <a:t>Temperature</a:t>
            </a:r>
            <a:r>
              <a:rPr lang="en-US" sz="1400" dirty="0">
                <a:solidFill>
                  <a:schemeClr val="accent6"/>
                </a:solidFill>
                <a:latin typeface="Open Sans" panose="020B0604020202020204" charset="0"/>
                <a:ea typeface="Open Sans" panose="020B0604020202020204" charset="0"/>
                <a:cs typeface="Open Sans" panose="020B0604020202020204" charset="0"/>
              </a:rPr>
              <a:t> and </a:t>
            </a:r>
            <a:r>
              <a:rPr lang="en-US" sz="1400" u="sng" dirty="0">
                <a:solidFill>
                  <a:schemeClr val="accent6"/>
                </a:solidFill>
                <a:latin typeface="Open Sans" panose="020B0604020202020204" charset="0"/>
                <a:ea typeface="Open Sans" panose="020B0604020202020204" charset="0"/>
                <a:cs typeface="Open Sans" panose="020B0604020202020204" charset="0"/>
              </a:rPr>
              <a:t>Rainfall</a:t>
            </a:r>
            <a:r>
              <a:rPr lang="en-US" sz="1400" dirty="0">
                <a:solidFill>
                  <a:schemeClr val="accent6"/>
                </a:solidFill>
                <a:latin typeface="Open Sans" panose="020B0604020202020204" charset="0"/>
                <a:ea typeface="Open Sans" panose="020B0604020202020204" charset="0"/>
                <a:cs typeface="Open Sans" panose="020B0604020202020204" charset="0"/>
              </a:rPr>
              <a:t> </a:t>
            </a:r>
            <a:r>
              <a:rPr lang="en-US" sz="1400" b="1" dirty="0">
                <a:solidFill>
                  <a:schemeClr val="accent6"/>
                </a:solidFill>
                <a:latin typeface="Open Sans" panose="020B0604020202020204" charset="0"/>
                <a:ea typeface="Open Sans" panose="020B0604020202020204" charset="0"/>
                <a:cs typeface="Open Sans" panose="020B0604020202020204" charset="0"/>
              </a:rPr>
              <a:t>do not affect</a:t>
            </a:r>
            <a:r>
              <a:rPr lang="en-US" sz="1400" dirty="0">
                <a:solidFill>
                  <a:schemeClr val="accent6"/>
                </a:solidFill>
                <a:latin typeface="Open Sans" panose="020B0604020202020204" charset="0"/>
                <a:ea typeface="Open Sans" panose="020B0604020202020204" charset="0"/>
                <a:cs typeface="Open Sans" panose="020B0604020202020204" charset="0"/>
              </a:rPr>
              <a:t> Air Quality Index at 10% level of significance.</a:t>
            </a:r>
          </a:p>
          <a:p>
            <a:pPr marL="0" indent="0">
              <a:buClr>
                <a:srgbClr val="000000"/>
              </a:buClr>
              <a:buNone/>
            </a:pP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endParaRPr lang="en-US" sz="1500" dirty="0">
              <a:solidFill>
                <a:schemeClr val="accent6"/>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1905605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7" name="Google Shape;507;p36"/>
          <p:cNvSpPr txBox="1">
            <a:spLocks noGrp="1"/>
          </p:cNvSpPr>
          <p:nvPr>
            <p:ph type="title"/>
          </p:nvPr>
        </p:nvSpPr>
        <p:spPr>
          <a:xfrm>
            <a:off x="866402" y="910034"/>
            <a:ext cx="3063756" cy="77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4400" b="1" dirty="0"/>
              <a:t>2.</a:t>
            </a:r>
            <a:endParaRPr sz="4400" b="1" dirty="0"/>
          </a:p>
        </p:txBody>
      </p:sp>
      <p:sp>
        <p:nvSpPr>
          <p:cNvPr id="508" name="Google Shape;508;p36"/>
          <p:cNvSpPr txBox="1">
            <a:spLocks noGrp="1"/>
          </p:cNvSpPr>
          <p:nvPr>
            <p:ph type="subTitle" idx="1"/>
          </p:nvPr>
        </p:nvSpPr>
        <p:spPr>
          <a:xfrm>
            <a:off x="866402" y="1824681"/>
            <a:ext cx="3063756" cy="2069137"/>
          </a:xfrm>
          <a:prstGeom prst="rect">
            <a:avLst/>
          </a:prstGeom>
        </p:spPr>
        <p:txBody>
          <a:bodyPr spcFirstLastPara="1" wrap="square" lIns="91425" tIns="91425" rIns="91425" bIns="91425" anchor="t" anchorCtr="0">
            <a:noAutofit/>
          </a:bodyPr>
          <a:lstStyle/>
          <a:p>
            <a:pPr marL="0" lvl="0" indent="0" algn="l" rtl="0">
              <a:spcBef>
                <a:spcPts val="1600"/>
              </a:spcBef>
              <a:spcAft>
                <a:spcPts val="1600"/>
              </a:spcAft>
              <a:buNone/>
            </a:pPr>
            <a:r>
              <a:rPr lang="en-US" sz="2400" dirty="0"/>
              <a:t>To test the effect of </a:t>
            </a:r>
            <a:r>
              <a:rPr lang="en-US" sz="2400" b="1" dirty="0"/>
              <a:t>Forest Area</a:t>
            </a:r>
            <a:r>
              <a:rPr lang="en-US" sz="2400" dirty="0"/>
              <a:t> and </a:t>
            </a:r>
            <a:r>
              <a:rPr lang="en-US" sz="2400" b="1" dirty="0"/>
              <a:t>Region (N/S)</a:t>
            </a:r>
            <a:r>
              <a:rPr lang="en-US" sz="2400" dirty="0"/>
              <a:t> on the AQI values of the cities studied</a:t>
            </a:r>
            <a:endParaRPr sz="2400" dirty="0"/>
          </a:p>
        </p:txBody>
      </p:sp>
      <p:grpSp>
        <p:nvGrpSpPr>
          <p:cNvPr id="543" name="Google Shape;543;p36"/>
          <p:cNvGrpSpPr/>
          <p:nvPr/>
        </p:nvGrpSpPr>
        <p:grpSpPr>
          <a:xfrm flipH="1">
            <a:off x="977669" y="1781217"/>
            <a:ext cx="446222" cy="77476"/>
            <a:chOff x="6146875" y="1767300"/>
            <a:chExt cx="331025" cy="57475"/>
          </a:xfrm>
        </p:grpSpPr>
        <p:sp>
          <p:nvSpPr>
            <p:cNvPr id="544" name="Google Shape;544;p36"/>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6"/>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194" name="Picture 2">
            <a:extLst>
              <a:ext uri="{FF2B5EF4-FFF2-40B4-BE49-F238E27FC236}">
                <a16:creationId xmlns:a16="http://schemas.microsoft.com/office/drawing/2014/main" id="{9038EC3C-07BA-439E-A209-049B427333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9467" y="0"/>
            <a:ext cx="4116387"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4661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507985" y="245379"/>
            <a:ext cx="46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t>HYPOTHESIS</a:t>
            </a:r>
            <a:endParaRPr sz="3600" b="1" dirty="0"/>
          </a:p>
        </p:txBody>
      </p:sp>
      <p:sp>
        <p:nvSpPr>
          <p:cNvPr id="457" name="Google Shape;457;p33"/>
          <p:cNvSpPr txBox="1">
            <a:spLocks noGrp="1"/>
          </p:cNvSpPr>
          <p:nvPr>
            <p:ph type="body" idx="1"/>
          </p:nvPr>
        </p:nvSpPr>
        <p:spPr>
          <a:xfrm>
            <a:off x="507986" y="1202427"/>
            <a:ext cx="4604100" cy="3679965"/>
          </a:xfrm>
          <a:prstGeom prst="rect">
            <a:avLst/>
          </a:prstGeom>
        </p:spPr>
        <p:txBody>
          <a:bodyPr spcFirstLastPara="1" wrap="square" lIns="91425" tIns="91425" rIns="91425" bIns="91425" anchor="t" anchorCtr="0">
            <a:noAutofit/>
          </a:bodyPr>
          <a:lstStyle/>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NULL HYPOTHESIS:</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00</a:t>
            </a:r>
            <a:r>
              <a:rPr lang="en-US" sz="1400" dirty="0">
                <a:solidFill>
                  <a:schemeClr val="accent6"/>
                </a:solidFill>
                <a:latin typeface="Open Sans" panose="020B0604020202020204" charset="0"/>
                <a:ea typeface="Open Sans" panose="020B0604020202020204" charset="0"/>
                <a:cs typeface="Open Sans" panose="020B0604020202020204" charset="0"/>
              </a:rPr>
              <a:t> : Air Quality is not significantly affected by changes in Green Area</a:t>
            </a: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r>
              <a:rPr lang="en-US" sz="1400" dirty="0">
                <a:solidFill>
                  <a:schemeClr val="accent6"/>
                </a:solidFill>
                <a:latin typeface="Open Sans" panose="020B0604020202020204" charset="0"/>
                <a:ea typeface="Open Sans" panose="020B0604020202020204" charset="0"/>
                <a:cs typeface="Open Sans" panose="020B0604020202020204" charset="0"/>
              </a:rPr>
              <a:t> : Air Quality is not significantly affected by different regional differences</a:t>
            </a:r>
          </a:p>
          <a:p>
            <a:pPr marL="0" indent="0">
              <a:buClr>
                <a:srgbClr val="000000"/>
              </a:buClr>
              <a:buNone/>
            </a:pP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ALTERNATE HYPOTHESES:</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10</a:t>
            </a:r>
            <a:r>
              <a:rPr lang="en-US" sz="1400" dirty="0">
                <a:solidFill>
                  <a:schemeClr val="accent6"/>
                </a:solidFill>
                <a:latin typeface="Open Sans" panose="020B0604020202020204" charset="0"/>
                <a:ea typeface="Open Sans" panose="020B0604020202020204" charset="0"/>
                <a:cs typeface="Open Sans" panose="020B0604020202020204" charset="0"/>
              </a:rPr>
              <a:t> : Air Quality differs significantly due to proportion of green area in the city</a:t>
            </a: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11</a:t>
            </a:r>
            <a:r>
              <a:rPr lang="en-US" sz="1400" dirty="0">
                <a:solidFill>
                  <a:schemeClr val="accent6"/>
                </a:solidFill>
                <a:latin typeface="Open Sans" panose="020B0604020202020204" charset="0"/>
                <a:ea typeface="Open Sans" panose="020B0604020202020204" charset="0"/>
                <a:cs typeface="Open Sans" panose="020B0604020202020204" charset="0"/>
              </a:rPr>
              <a:t> : Air Quality differs significantly due to the presence of city in either North or South of India</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TEST USED:</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dirty="0">
                <a:solidFill>
                  <a:schemeClr val="accent6"/>
                </a:solidFill>
                <a:latin typeface="Open Sans" panose="020B0604020202020204" charset="0"/>
                <a:ea typeface="Open Sans" panose="020B0604020202020204" charset="0"/>
                <a:cs typeface="Open Sans" panose="020B0604020202020204" charset="0"/>
              </a:rPr>
              <a:t>Two Way ANOVA (Two Way Analysis of Variance)</a:t>
            </a:r>
          </a:p>
        </p:txBody>
      </p:sp>
      <p:grpSp>
        <p:nvGrpSpPr>
          <p:cNvPr id="458" name="Google Shape;458;p33"/>
          <p:cNvGrpSpPr/>
          <p:nvPr/>
        </p:nvGrpSpPr>
        <p:grpSpPr>
          <a:xfrm flipH="1">
            <a:off x="608653" y="971515"/>
            <a:ext cx="446222" cy="77476"/>
            <a:chOff x="6146875" y="1767300"/>
            <a:chExt cx="331025" cy="57475"/>
          </a:xfrm>
        </p:grpSpPr>
        <p:sp>
          <p:nvSpPr>
            <p:cNvPr id="459" name="Google Shape;459;p33"/>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8" name="Chart 7">
            <a:extLst>
              <a:ext uri="{FF2B5EF4-FFF2-40B4-BE49-F238E27FC236}">
                <a16:creationId xmlns:a16="http://schemas.microsoft.com/office/drawing/2014/main" id="{B6464D86-5989-4526-8DD2-1EBF90B50F27}"/>
              </a:ext>
            </a:extLst>
          </p:cNvPr>
          <p:cNvGraphicFramePr>
            <a:graphicFrameLocks/>
          </p:cNvGraphicFramePr>
          <p:nvPr>
            <p:extLst>
              <p:ext uri="{D42A27DB-BD31-4B8C-83A1-F6EECF244321}">
                <p14:modId xmlns:p14="http://schemas.microsoft.com/office/powerpoint/2010/main" val="1191726144"/>
              </p:ext>
            </p:extLst>
          </p:nvPr>
        </p:nvGraphicFramePr>
        <p:xfrm>
          <a:off x="5211145" y="1202427"/>
          <a:ext cx="2965115" cy="16129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A6FFF55C-4DED-4807-B0DD-285F1084CC79}"/>
              </a:ext>
            </a:extLst>
          </p:cNvPr>
          <p:cNvGraphicFramePr>
            <a:graphicFrameLocks/>
          </p:cNvGraphicFramePr>
          <p:nvPr>
            <p:extLst>
              <p:ext uri="{D42A27DB-BD31-4B8C-83A1-F6EECF244321}">
                <p14:modId xmlns:p14="http://schemas.microsoft.com/office/powerpoint/2010/main" val="1686812638"/>
              </p:ext>
            </p:extLst>
          </p:nvPr>
        </p:nvGraphicFramePr>
        <p:xfrm>
          <a:off x="5318760" y="3015422"/>
          <a:ext cx="2766060" cy="16668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2884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717525" y="548746"/>
            <a:ext cx="46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b="1" dirty="0"/>
              <a:t>DATA</a:t>
            </a:r>
            <a:endParaRPr sz="3200" b="1" dirty="0"/>
          </a:p>
        </p:txBody>
      </p:sp>
      <p:grpSp>
        <p:nvGrpSpPr>
          <p:cNvPr id="458" name="Google Shape;458;p33"/>
          <p:cNvGrpSpPr/>
          <p:nvPr/>
        </p:nvGrpSpPr>
        <p:grpSpPr>
          <a:xfrm flipH="1">
            <a:off x="809989" y="1172656"/>
            <a:ext cx="446222" cy="77476"/>
            <a:chOff x="6146875" y="1767300"/>
            <a:chExt cx="331025" cy="57475"/>
          </a:xfrm>
        </p:grpSpPr>
        <p:sp>
          <p:nvSpPr>
            <p:cNvPr id="459" name="Google Shape;459;p33"/>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le 1">
            <a:extLst>
              <a:ext uri="{FF2B5EF4-FFF2-40B4-BE49-F238E27FC236}">
                <a16:creationId xmlns:a16="http://schemas.microsoft.com/office/drawing/2014/main" id="{90EFE805-5C23-4754-B8B5-D8EA7CE83E35}"/>
              </a:ext>
            </a:extLst>
          </p:cNvPr>
          <p:cNvGraphicFramePr>
            <a:graphicFrameLocks noGrp="1"/>
          </p:cNvGraphicFramePr>
          <p:nvPr>
            <p:extLst>
              <p:ext uri="{D42A27DB-BD31-4B8C-83A1-F6EECF244321}">
                <p14:modId xmlns:p14="http://schemas.microsoft.com/office/powerpoint/2010/main" val="2142665301"/>
              </p:ext>
            </p:extLst>
          </p:nvPr>
        </p:nvGraphicFramePr>
        <p:xfrm>
          <a:off x="819412" y="1691955"/>
          <a:ext cx="1983545" cy="872490"/>
        </p:xfrm>
        <a:graphic>
          <a:graphicData uri="http://schemas.openxmlformats.org/drawingml/2006/table">
            <a:tbl>
              <a:tblPr>
                <a:tableStyleId>{8FD4443E-F989-4FC4-A0C8-D5A2AF1F390B}</a:tableStyleId>
              </a:tblPr>
              <a:tblGrid>
                <a:gridCol w="1983545">
                  <a:extLst>
                    <a:ext uri="{9D8B030D-6E8A-4147-A177-3AD203B41FA5}">
                      <a16:colId xmlns:a16="http://schemas.microsoft.com/office/drawing/2014/main" val="1364698109"/>
                    </a:ext>
                  </a:extLst>
                </a:gridCol>
              </a:tblGrid>
              <a:tr h="278674">
                <a:tc>
                  <a:txBody>
                    <a:bodyPr/>
                    <a:lstStyle/>
                    <a:p>
                      <a:pPr algn="ctr" fontAlgn="b"/>
                      <a:r>
                        <a:rPr lang="en-US" sz="2000" b="1" u="none" strike="noStrike" dirty="0">
                          <a:effectLst/>
                        </a:rPr>
                        <a:t>REGION</a:t>
                      </a:r>
                      <a:endParaRPr lang="en-US" sz="20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56775362"/>
                  </a:ext>
                </a:extLst>
              </a:tr>
              <a:tr h="278674">
                <a:tc>
                  <a:txBody>
                    <a:bodyPr/>
                    <a:lstStyle/>
                    <a:p>
                      <a:pPr algn="ctr" fontAlgn="b"/>
                      <a:r>
                        <a:rPr lang="en-US" sz="1800" b="0" u="none" strike="noStrike" dirty="0">
                          <a:effectLst/>
                        </a:rPr>
                        <a:t>North</a:t>
                      </a:r>
                    </a:p>
                  </a:txBody>
                  <a:tcPr marL="6350" marR="6350" marT="6350" marB="0" anchor="ctr"/>
                </a:tc>
                <a:extLst>
                  <a:ext uri="{0D108BD9-81ED-4DB2-BD59-A6C34878D82A}">
                    <a16:rowId xmlns:a16="http://schemas.microsoft.com/office/drawing/2014/main" val="248253415"/>
                  </a:ext>
                </a:extLst>
              </a:tr>
              <a:tr h="278674">
                <a:tc>
                  <a:txBody>
                    <a:bodyPr/>
                    <a:lstStyle/>
                    <a:p>
                      <a:pPr algn="ctr" fontAlgn="b"/>
                      <a:r>
                        <a:rPr lang="en-US" sz="1800" b="0" u="none" strike="noStrike" dirty="0">
                          <a:effectLst/>
                        </a:rPr>
                        <a:t>South</a:t>
                      </a:r>
                    </a:p>
                  </a:txBody>
                  <a:tcPr marL="6350" marR="6350" marT="6350" marB="0" anchor="ctr"/>
                </a:tc>
                <a:extLst>
                  <a:ext uri="{0D108BD9-81ED-4DB2-BD59-A6C34878D82A}">
                    <a16:rowId xmlns:a16="http://schemas.microsoft.com/office/drawing/2014/main" val="1043195664"/>
                  </a:ext>
                </a:extLst>
              </a:tr>
            </a:tbl>
          </a:graphicData>
        </a:graphic>
      </p:graphicFrame>
      <p:graphicFrame>
        <p:nvGraphicFramePr>
          <p:cNvPr id="3" name="Table 2">
            <a:extLst>
              <a:ext uri="{FF2B5EF4-FFF2-40B4-BE49-F238E27FC236}">
                <a16:creationId xmlns:a16="http://schemas.microsoft.com/office/drawing/2014/main" id="{FE640A01-95DE-4C14-8D0D-EBC7165CB037}"/>
              </a:ext>
            </a:extLst>
          </p:cNvPr>
          <p:cNvGraphicFramePr>
            <a:graphicFrameLocks noGrp="1"/>
          </p:cNvGraphicFramePr>
          <p:nvPr>
            <p:extLst>
              <p:ext uri="{D42A27DB-BD31-4B8C-83A1-F6EECF244321}">
                <p14:modId xmlns:p14="http://schemas.microsoft.com/office/powerpoint/2010/main" val="2888333777"/>
              </p:ext>
            </p:extLst>
          </p:nvPr>
        </p:nvGraphicFramePr>
        <p:xfrm>
          <a:off x="809988" y="2811258"/>
          <a:ext cx="2795451" cy="1288828"/>
        </p:xfrm>
        <a:graphic>
          <a:graphicData uri="http://schemas.openxmlformats.org/drawingml/2006/table">
            <a:tbl>
              <a:tblPr>
                <a:tableStyleId>{AF606853-7671-496A-8E4F-DF71F8EC918B}</a:tableStyleId>
              </a:tblPr>
              <a:tblGrid>
                <a:gridCol w="1355370">
                  <a:extLst>
                    <a:ext uri="{9D8B030D-6E8A-4147-A177-3AD203B41FA5}">
                      <a16:colId xmlns:a16="http://schemas.microsoft.com/office/drawing/2014/main" val="628464708"/>
                    </a:ext>
                  </a:extLst>
                </a:gridCol>
                <a:gridCol w="1440081">
                  <a:extLst>
                    <a:ext uri="{9D8B030D-6E8A-4147-A177-3AD203B41FA5}">
                      <a16:colId xmlns:a16="http://schemas.microsoft.com/office/drawing/2014/main" val="4014051213"/>
                    </a:ext>
                  </a:extLst>
                </a:gridCol>
              </a:tblGrid>
              <a:tr h="322207">
                <a:tc gridSpan="2">
                  <a:txBody>
                    <a:bodyPr/>
                    <a:lstStyle/>
                    <a:p>
                      <a:pPr algn="ctr" fontAlgn="b"/>
                      <a:r>
                        <a:rPr lang="en-US" sz="2000" b="1" u="none" strike="noStrike" dirty="0">
                          <a:effectLst/>
                        </a:rPr>
                        <a:t>% OF GREEN AREA</a:t>
                      </a:r>
                      <a:endParaRPr lang="en-US" sz="2000" b="1"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GB"/>
                    </a:p>
                  </a:txBody>
                  <a:tcPr/>
                </a:tc>
                <a:extLst>
                  <a:ext uri="{0D108BD9-81ED-4DB2-BD59-A6C34878D82A}">
                    <a16:rowId xmlns:a16="http://schemas.microsoft.com/office/drawing/2014/main" val="2179656195"/>
                  </a:ext>
                </a:extLst>
              </a:tr>
              <a:tr h="322207">
                <a:tc>
                  <a:txBody>
                    <a:bodyPr/>
                    <a:lstStyle/>
                    <a:p>
                      <a:pPr algn="ctr" fontAlgn="b"/>
                      <a:r>
                        <a:rPr lang="en-US" sz="1800" u="none" strike="noStrike" dirty="0">
                          <a:effectLst/>
                        </a:rPr>
                        <a:t>0-10</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u="none" strike="noStrike" dirty="0">
                          <a:effectLst/>
                        </a:rPr>
                        <a:t>Low</a:t>
                      </a:r>
                      <a:endParaRPr lang="en-US" sz="18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4272213"/>
                  </a:ext>
                </a:extLst>
              </a:tr>
              <a:tr h="322207">
                <a:tc>
                  <a:txBody>
                    <a:bodyPr/>
                    <a:lstStyle/>
                    <a:p>
                      <a:pPr algn="ctr" fontAlgn="b"/>
                      <a:r>
                        <a:rPr lang="en-US" sz="1800" u="none" strike="noStrike" dirty="0">
                          <a:effectLst/>
                        </a:rPr>
                        <a:t>10-25</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u="none" strike="noStrike" dirty="0">
                          <a:effectLst/>
                        </a:rPr>
                        <a:t>Moderate</a:t>
                      </a:r>
                      <a:endParaRPr lang="en-US" sz="18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90256318"/>
                  </a:ext>
                </a:extLst>
              </a:tr>
              <a:tr h="322207">
                <a:tc>
                  <a:txBody>
                    <a:bodyPr/>
                    <a:lstStyle/>
                    <a:p>
                      <a:pPr algn="ctr" fontAlgn="b"/>
                      <a:r>
                        <a:rPr lang="en-US" sz="1800" u="none" strike="noStrike" dirty="0">
                          <a:effectLst/>
                        </a:rPr>
                        <a:t>&gt;25</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u="none" strike="noStrike" dirty="0">
                          <a:effectLst/>
                        </a:rPr>
                        <a:t>High</a:t>
                      </a:r>
                      <a:endParaRPr lang="en-US" sz="18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07544089"/>
                  </a:ext>
                </a:extLst>
              </a:tr>
            </a:tbl>
          </a:graphicData>
        </a:graphic>
      </p:graphicFrame>
      <p:graphicFrame>
        <p:nvGraphicFramePr>
          <p:cNvPr id="12" name="Chart 11">
            <a:extLst>
              <a:ext uri="{FF2B5EF4-FFF2-40B4-BE49-F238E27FC236}">
                <a16:creationId xmlns:a16="http://schemas.microsoft.com/office/drawing/2014/main" id="{E2C5F5D4-A7B0-40CC-99A3-30090046FD42}"/>
              </a:ext>
            </a:extLst>
          </p:cNvPr>
          <p:cNvGraphicFramePr>
            <a:graphicFrameLocks/>
          </p:cNvGraphicFramePr>
          <p:nvPr>
            <p:extLst>
              <p:ext uri="{D42A27DB-BD31-4B8C-83A1-F6EECF244321}">
                <p14:modId xmlns:p14="http://schemas.microsoft.com/office/powerpoint/2010/main" val="3761762137"/>
              </p:ext>
            </p:extLst>
          </p:nvPr>
        </p:nvGraphicFramePr>
        <p:xfrm>
          <a:off x="4185771" y="1578214"/>
          <a:ext cx="4530725"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88138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325639" y="389806"/>
            <a:ext cx="46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b="1" dirty="0"/>
              <a:t>DATA DISTRIBUTION</a:t>
            </a:r>
            <a:endParaRPr sz="3200" b="1" dirty="0"/>
          </a:p>
        </p:txBody>
      </p:sp>
      <p:sp>
        <p:nvSpPr>
          <p:cNvPr id="457" name="Google Shape;457;p33"/>
          <p:cNvSpPr txBox="1">
            <a:spLocks noGrp="1"/>
          </p:cNvSpPr>
          <p:nvPr>
            <p:ph type="body" idx="1"/>
          </p:nvPr>
        </p:nvSpPr>
        <p:spPr>
          <a:xfrm>
            <a:off x="717449" y="1481774"/>
            <a:ext cx="7587651" cy="3121200"/>
          </a:xfrm>
          <a:prstGeom prst="rect">
            <a:avLst/>
          </a:prstGeom>
        </p:spPr>
        <p:txBody>
          <a:bodyPr spcFirstLastPara="1" wrap="square" lIns="91425" tIns="91425" rIns="91425" bIns="91425" anchor="t" anchorCtr="0">
            <a:noAutofit/>
          </a:bodyPr>
          <a:lstStyle/>
          <a:p>
            <a:pPr marL="0" indent="0">
              <a:buClr>
                <a:srgbClr val="000000"/>
              </a:buClr>
              <a:buNone/>
            </a:pPr>
            <a:r>
              <a:rPr lang="en-US" sz="1400" b="0" i="0" dirty="0">
                <a:solidFill>
                  <a:schemeClr val="accent6"/>
                </a:solidFill>
                <a:effectLst/>
                <a:latin typeface="Open Sans" panose="020B0604020202020204" charset="0"/>
                <a:ea typeface="Open Sans" panose="020B0604020202020204" charset="0"/>
                <a:cs typeface="Open Sans" panose="020B0604020202020204" charset="0"/>
              </a:rPr>
              <a:t> </a:t>
            </a:r>
            <a:endParaRPr sz="1000" dirty="0">
              <a:solidFill>
                <a:schemeClr val="accent6"/>
              </a:solidFill>
              <a:latin typeface="Open Sans" panose="020B0604020202020204" charset="0"/>
              <a:ea typeface="Open Sans" panose="020B0604020202020204" charset="0"/>
              <a:cs typeface="Open Sans" panose="020B0604020202020204" charset="0"/>
            </a:endParaRPr>
          </a:p>
        </p:txBody>
      </p:sp>
      <p:grpSp>
        <p:nvGrpSpPr>
          <p:cNvPr id="458" name="Google Shape;458;p33"/>
          <p:cNvGrpSpPr/>
          <p:nvPr/>
        </p:nvGrpSpPr>
        <p:grpSpPr>
          <a:xfrm flipH="1">
            <a:off x="437188" y="1047896"/>
            <a:ext cx="446222" cy="77476"/>
            <a:chOff x="6146875" y="1767300"/>
            <a:chExt cx="331025" cy="57475"/>
          </a:xfrm>
        </p:grpSpPr>
        <p:sp>
          <p:nvSpPr>
            <p:cNvPr id="459" name="Google Shape;459;p33"/>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3" name="Table 2">
            <a:extLst>
              <a:ext uri="{FF2B5EF4-FFF2-40B4-BE49-F238E27FC236}">
                <a16:creationId xmlns:a16="http://schemas.microsoft.com/office/drawing/2014/main" id="{3F2352F6-C501-48A9-B444-AF08633B89BE}"/>
              </a:ext>
            </a:extLst>
          </p:cNvPr>
          <p:cNvGraphicFramePr>
            <a:graphicFrameLocks noGrp="1"/>
          </p:cNvGraphicFramePr>
          <p:nvPr>
            <p:extLst>
              <p:ext uri="{D42A27DB-BD31-4B8C-83A1-F6EECF244321}">
                <p14:modId xmlns:p14="http://schemas.microsoft.com/office/powerpoint/2010/main" val="2367971388"/>
              </p:ext>
            </p:extLst>
          </p:nvPr>
        </p:nvGraphicFramePr>
        <p:xfrm>
          <a:off x="572410" y="1086634"/>
          <a:ext cx="7999180" cy="1818342"/>
        </p:xfrm>
        <a:graphic>
          <a:graphicData uri="http://schemas.openxmlformats.org/drawingml/2006/table">
            <a:tbl>
              <a:tblPr>
                <a:tableStyleId>{E8B1032C-EA38-4F05-BA0D-38AFFFC7BED3}</a:tableStyleId>
              </a:tblPr>
              <a:tblGrid>
                <a:gridCol w="1448203">
                  <a:extLst>
                    <a:ext uri="{9D8B030D-6E8A-4147-A177-3AD203B41FA5}">
                      <a16:colId xmlns:a16="http://schemas.microsoft.com/office/drawing/2014/main" val="3809205206"/>
                    </a:ext>
                  </a:extLst>
                </a:gridCol>
                <a:gridCol w="2156019">
                  <a:extLst>
                    <a:ext uri="{9D8B030D-6E8A-4147-A177-3AD203B41FA5}">
                      <a16:colId xmlns:a16="http://schemas.microsoft.com/office/drawing/2014/main" val="1653525847"/>
                    </a:ext>
                  </a:extLst>
                </a:gridCol>
                <a:gridCol w="1907247">
                  <a:extLst>
                    <a:ext uri="{9D8B030D-6E8A-4147-A177-3AD203B41FA5}">
                      <a16:colId xmlns:a16="http://schemas.microsoft.com/office/drawing/2014/main" val="2641098191"/>
                    </a:ext>
                  </a:extLst>
                </a:gridCol>
                <a:gridCol w="1326780">
                  <a:extLst>
                    <a:ext uri="{9D8B030D-6E8A-4147-A177-3AD203B41FA5}">
                      <a16:colId xmlns:a16="http://schemas.microsoft.com/office/drawing/2014/main" val="2583828249"/>
                    </a:ext>
                  </a:extLst>
                </a:gridCol>
                <a:gridCol w="1160931">
                  <a:extLst>
                    <a:ext uri="{9D8B030D-6E8A-4147-A177-3AD203B41FA5}">
                      <a16:colId xmlns:a16="http://schemas.microsoft.com/office/drawing/2014/main" val="2837216157"/>
                    </a:ext>
                  </a:extLst>
                </a:gridCol>
              </a:tblGrid>
              <a:tr h="220756">
                <a:tc>
                  <a:txBody>
                    <a:bodyPr/>
                    <a:lstStyle/>
                    <a:p>
                      <a:pPr algn="ctr" fontAlgn="ctr"/>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0" marR="0" marT="0" marB="0" anchor="ctr">
                    <a:lnL w="12700" cmpd="sng">
                      <a:noFill/>
                    </a:lnL>
                    <a:lnT w="12700" cmpd="sng">
                      <a:noFill/>
                    </a:lnT>
                  </a:tcPr>
                </a:tc>
                <a:tc>
                  <a:txBody>
                    <a:bodyPr/>
                    <a:lstStyle/>
                    <a:p>
                      <a:pPr algn="ctr" fontAlgn="ctr"/>
                      <a:r>
                        <a:rPr lang="en-US" sz="1800" b="1" u="none" strike="noStrike" dirty="0">
                          <a:solidFill>
                            <a:schemeClr val="bg1"/>
                          </a:solidFill>
                          <a:effectLst/>
                        </a:rPr>
                        <a:t>North </a:t>
                      </a:r>
                      <a:endParaRPr lang="en-US" sz="1800" b="1" i="0" u="none" strike="noStrike" dirty="0">
                        <a:solidFill>
                          <a:schemeClr val="bg1"/>
                        </a:solidFill>
                        <a:effectLst/>
                        <a:latin typeface="Calibri" panose="020F0502020204030204" pitchFamily="34" charset="0"/>
                      </a:endParaRPr>
                    </a:p>
                  </a:txBody>
                  <a:tcPr marL="0" marR="0" marT="0" marB="0" anchor="ctr">
                    <a:solidFill>
                      <a:srgbClr val="002060"/>
                    </a:solidFill>
                  </a:tcPr>
                </a:tc>
                <a:tc>
                  <a:txBody>
                    <a:bodyPr/>
                    <a:lstStyle/>
                    <a:p>
                      <a:pPr algn="ctr" fontAlgn="ctr"/>
                      <a:r>
                        <a:rPr lang="en-US" sz="1800" b="1" u="none" strike="noStrike" dirty="0">
                          <a:solidFill>
                            <a:schemeClr val="bg1"/>
                          </a:solidFill>
                          <a:effectLst/>
                        </a:rPr>
                        <a:t>South </a:t>
                      </a:r>
                      <a:endParaRPr lang="en-US" sz="1800" b="1" i="0" u="none" strike="noStrike" dirty="0">
                        <a:solidFill>
                          <a:schemeClr val="bg1"/>
                        </a:solidFill>
                        <a:effectLst/>
                        <a:latin typeface="Calibri" panose="020F0502020204030204" pitchFamily="34" charset="0"/>
                      </a:endParaRPr>
                    </a:p>
                  </a:txBody>
                  <a:tcPr marL="0" marR="0" marT="0" marB="0" anchor="ctr">
                    <a:solidFill>
                      <a:srgbClr val="002060"/>
                    </a:solidFill>
                  </a:tcPr>
                </a:tc>
                <a:tc>
                  <a:txBody>
                    <a:bodyPr/>
                    <a:lstStyle/>
                    <a:p>
                      <a:pPr algn="ctr" fontAlgn="ctr"/>
                      <a:r>
                        <a:rPr lang="en-US" sz="1800" b="1" u="none" strike="noStrike" dirty="0">
                          <a:effectLst/>
                        </a:rPr>
                        <a:t>T</a:t>
                      </a:r>
                      <a:r>
                        <a:rPr lang="en-US" sz="1800" b="1" u="none" strike="noStrike" baseline="-25000" dirty="0">
                          <a:effectLst/>
                        </a:rPr>
                        <a:t>i.</a:t>
                      </a:r>
                      <a:endParaRPr lang="en-US" sz="18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n-US" sz="1800" b="1" u="none" strike="noStrike" dirty="0">
                          <a:effectLst/>
                        </a:rPr>
                        <a:t>m</a:t>
                      </a:r>
                      <a:r>
                        <a:rPr lang="en-US" sz="1800" b="1" u="none" strike="noStrike" baseline="-25000" dirty="0">
                          <a:effectLst/>
                        </a:rPr>
                        <a:t>i.</a:t>
                      </a:r>
                      <a:endParaRPr lang="en-US" sz="180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277013761"/>
                  </a:ext>
                </a:extLst>
              </a:tr>
              <a:tr h="220756">
                <a:tc>
                  <a:txBody>
                    <a:bodyPr/>
                    <a:lstStyle/>
                    <a:p>
                      <a:pPr algn="ctr" fontAlgn="ctr"/>
                      <a:r>
                        <a:rPr lang="en-US" sz="1800" b="1" u="none" strike="noStrike" dirty="0">
                          <a:solidFill>
                            <a:schemeClr val="bg1"/>
                          </a:solidFill>
                          <a:effectLst/>
                        </a:rPr>
                        <a:t>A</a:t>
                      </a:r>
                      <a:endParaRPr lang="en-US" sz="1800" b="1" i="0" u="none" strike="noStrike" dirty="0">
                        <a:solidFill>
                          <a:schemeClr val="bg1"/>
                        </a:solidFill>
                        <a:effectLst/>
                        <a:latin typeface="Calibri" panose="020F0502020204030204" pitchFamily="34" charset="0"/>
                      </a:endParaRPr>
                    </a:p>
                  </a:txBody>
                  <a:tcPr marL="0" marR="0" marT="0" marB="0" anchor="ctr">
                    <a:solidFill>
                      <a:srgbClr val="002060"/>
                    </a:solidFill>
                  </a:tcPr>
                </a:tc>
                <a:tc>
                  <a:txBody>
                    <a:bodyPr/>
                    <a:lstStyle/>
                    <a:p>
                      <a:pPr algn="ctr" fontAlgn="ctr"/>
                      <a:r>
                        <a:rPr lang="en-US" sz="1400" b="0" i="0" u="none" strike="noStrike" cap="none" dirty="0">
                          <a:solidFill>
                            <a:schemeClr val="tx1"/>
                          </a:solidFill>
                          <a:effectLst/>
                          <a:latin typeface="+mn-lt"/>
                          <a:ea typeface="+mn-ea"/>
                          <a:cs typeface="+mn-cs"/>
                          <a:sym typeface="Arial"/>
                        </a:rPr>
                        <a:t>198.788</a:t>
                      </a:r>
                    </a:p>
                  </a:txBody>
                  <a:tcPr marL="0" marR="0" marT="0" marB="0" anchor="ctr"/>
                </a:tc>
                <a:tc>
                  <a:txBody>
                    <a:bodyPr/>
                    <a:lstStyle/>
                    <a:p>
                      <a:pPr algn="ctr" fontAlgn="ctr"/>
                      <a:r>
                        <a:rPr lang="en-US" sz="1400" b="0" i="0" u="none" strike="noStrike" cap="none" dirty="0">
                          <a:solidFill>
                            <a:schemeClr val="tx1"/>
                          </a:solidFill>
                          <a:effectLst/>
                          <a:latin typeface="+mn-lt"/>
                          <a:ea typeface="+mn-ea"/>
                          <a:cs typeface="+mn-cs"/>
                          <a:sym typeface="Arial"/>
                        </a:rPr>
                        <a:t>91.581</a:t>
                      </a:r>
                    </a:p>
                  </a:txBody>
                  <a:tcPr marL="0" marR="0" marT="0" marB="0" anchor="ctr"/>
                </a:tc>
                <a:tc>
                  <a:txBody>
                    <a:bodyPr/>
                    <a:lstStyle/>
                    <a:p>
                      <a:pPr algn="ctr" fontAlgn="ctr"/>
                      <a:r>
                        <a:rPr lang="en-US" sz="1400" b="0" i="0" u="none" strike="noStrike" cap="none" dirty="0">
                          <a:solidFill>
                            <a:schemeClr val="tx1"/>
                          </a:solidFill>
                          <a:effectLst/>
                          <a:latin typeface="+mn-lt"/>
                          <a:ea typeface="+mn-ea"/>
                          <a:cs typeface="+mn-cs"/>
                          <a:sym typeface="Arial"/>
                        </a:rPr>
                        <a:t>290.369</a:t>
                      </a:r>
                    </a:p>
                  </a:txBody>
                  <a:tcPr marL="0" marR="0" marT="0" marB="0" anchor="ctr"/>
                </a:tc>
                <a:tc>
                  <a:txBody>
                    <a:bodyPr/>
                    <a:lstStyle/>
                    <a:p>
                      <a:pPr algn="ctr" fontAlgn="ctr"/>
                      <a:r>
                        <a:rPr lang="en-US" sz="1400" b="0" i="0" u="none" strike="noStrike" cap="none" dirty="0">
                          <a:solidFill>
                            <a:schemeClr val="tx1"/>
                          </a:solidFill>
                          <a:effectLst/>
                          <a:latin typeface="+mn-lt"/>
                          <a:ea typeface="+mn-ea"/>
                          <a:cs typeface="+mn-cs"/>
                          <a:sym typeface="Arial"/>
                        </a:rPr>
                        <a:t>2</a:t>
                      </a:r>
                    </a:p>
                  </a:txBody>
                  <a:tcPr marL="0" marR="0" marT="0" marB="0" anchor="ctr"/>
                </a:tc>
                <a:extLst>
                  <a:ext uri="{0D108BD9-81ED-4DB2-BD59-A6C34878D82A}">
                    <a16:rowId xmlns:a16="http://schemas.microsoft.com/office/drawing/2014/main" val="3161290486"/>
                  </a:ext>
                </a:extLst>
              </a:tr>
              <a:tr h="220756">
                <a:tc>
                  <a:txBody>
                    <a:bodyPr/>
                    <a:lstStyle/>
                    <a:p>
                      <a:pPr algn="ctr" fontAlgn="ctr"/>
                      <a:r>
                        <a:rPr lang="en-US" sz="1800" b="1" u="none" strike="noStrike" dirty="0">
                          <a:solidFill>
                            <a:schemeClr val="bg1"/>
                          </a:solidFill>
                          <a:effectLst/>
                        </a:rPr>
                        <a:t>B</a:t>
                      </a:r>
                      <a:endParaRPr lang="en-US" sz="1800" b="1" i="0" u="none" strike="noStrike" dirty="0">
                        <a:solidFill>
                          <a:schemeClr val="bg1"/>
                        </a:solidFill>
                        <a:effectLst/>
                        <a:latin typeface="Calibri" panose="020F0502020204030204" pitchFamily="34" charset="0"/>
                      </a:endParaRPr>
                    </a:p>
                  </a:txBody>
                  <a:tcPr marL="0" marR="0" marT="0" marB="0" anchor="ctr">
                    <a:solidFill>
                      <a:srgbClr val="002060"/>
                    </a:solidFill>
                  </a:tcPr>
                </a:tc>
                <a:tc>
                  <a:txBody>
                    <a:bodyPr/>
                    <a:lstStyle/>
                    <a:p>
                      <a:pPr algn="ctr" fontAlgn="ctr"/>
                      <a:r>
                        <a:rPr lang="en-US" sz="1400" b="0" i="0" u="none" strike="noStrike" cap="none" dirty="0">
                          <a:solidFill>
                            <a:schemeClr val="tx1"/>
                          </a:solidFill>
                          <a:effectLst/>
                          <a:latin typeface="+mn-lt"/>
                          <a:ea typeface="+mn-ea"/>
                          <a:cs typeface="+mn-cs"/>
                          <a:sym typeface="Arial"/>
                        </a:rPr>
                        <a:t>199.092</a:t>
                      </a:r>
                    </a:p>
                  </a:txBody>
                  <a:tcPr marL="0" marR="0" marT="0" marB="0" anchor="ctr"/>
                </a:tc>
                <a:tc>
                  <a:txBody>
                    <a:bodyPr/>
                    <a:lstStyle/>
                    <a:p>
                      <a:pPr algn="ctr" fontAlgn="ctr"/>
                      <a:r>
                        <a:rPr lang="en-US" sz="1400" b="0" i="0" u="none" strike="noStrike" cap="none" dirty="0">
                          <a:solidFill>
                            <a:schemeClr val="tx1"/>
                          </a:solidFill>
                          <a:effectLst/>
                          <a:latin typeface="+mn-lt"/>
                          <a:ea typeface="+mn-ea"/>
                          <a:cs typeface="+mn-cs"/>
                          <a:sym typeface="Arial"/>
                        </a:rPr>
                        <a:t>87.559</a:t>
                      </a:r>
                    </a:p>
                  </a:txBody>
                  <a:tcPr marL="0" marR="0" marT="0" marB="0" anchor="ctr"/>
                </a:tc>
                <a:tc>
                  <a:txBody>
                    <a:bodyPr/>
                    <a:lstStyle/>
                    <a:p>
                      <a:pPr algn="ctr" fontAlgn="ctr"/>
                      <a:r>
                        <a:rPr lang="en-US" sz="1400" b="0" i="0" u="none" strike="noStrike" cap="none" dirty="0">
                          <a:solidFill>
                            <a:schemeClr val="tx1"/>
                          </a:solidFill>
                          <a:effectLst/>
                          <a:latin typeface="+mn-lt"/>
                          <a:ea typeface="+mn-ea"/>
                          <a:cs typeface="+mn-cs"/>
                          <a:sym typeface="Arial"/>
                        </a:rPr>
                        <a:t>286.651</a:t>
                      </a:r>
                    </a:p>
                  </a:txBody>
                  <a:tcPr marL="0" marR="0" marT="0" marB="0" anchor="ctr"/>
                </a:tc>
                <a:tc>
                  <a:txBody>
                    <a:bodyPr/>
                    <a:lstStyle/>
                    <a:p>
                      <a:pPr algn="ctr" fontAlgn="ctr"/>
                      <a:r>
                        <a:rPr lang="en-US" sz="1400" b="0" i="0" u="none" strike="noStrike" cap="none" dirty="0">
                          <a:solidFill>
                            <a:schemeClr val="tx1"/>
                          </a:solidFill>
                          <a:effectLst/>
                          <a:latin typeface="+mn-lt"/>
                          <a:ea typeface="+mn-ea"/>
                          <a:cs typeface="+mn-cs"/>
                          <a:sym typeface="Arial"/>
                        </a:rPr>
                        <a:t>2</a:t>
                      </a:r>
                    </a:p>
                  </a:txBody>
                  <a:tcPr marL="0" marR="0" marT="0" marB="0" anchor="ctr"/>
                </a:tc>
                <a:extLst>
                  <a:ext uri="{0D108BD9-81ED-4DB2-BD59-A6C34878D82A}">
                    <a16:rowId xmlns:a16="http://schemas.microsoft.com/office/drawing/2014/main" val="2074404324"/>
                  </a:ext>
                </a:extLst>
              </a:tr>
              <a:tr h="220756">
                <a:tc>
                  <a:txBody>
                    <a:bodyPr/>
                    <a:lstStyle/>
                    <a:p>
                      <a:pPr algn="ctr" fontAlgn="ctr"/>
                      <a:r>
                        <a:rPr lang="en-US" sz="1800" b="1" u="none" strike="noStrike" dirty="0">
                          <a:solidFill>
                            <a:schemeClr val="bg1"/>
                          </a:solidFill>
                          <a:effectLst/>
                        </a:rPr>
                        <a:t>C</a:t>
                      </a:r>
                      <a:endParaRPr lang="en-US" sz="1800" b="1" i="0" u="none" strike="noStrike" dirty="0">
                        <a:solidFill>
                          <a:schemeClr val="bg1"/>
                        </a:solidFill>
                        <a:effectLst/>
                        <a:latin typeface="Calibri" panose="020F0502020204030204" pitchFamily="34" charset="0"/>
                      </a:endParaRPr>
                    </a:p>
                  </a:txBody>
                  <a:tcPr marL="0" marR="0" marT="0" marB="0" anchor="ctr">
                    <a:solidFill>
                      <a:srgbClr val="002060"/>
                    </a:solidFill>
                  </a:tcPr>
                </a:tc>
                <a:tc>
                  <a:txBody>
                    <a:bodyPr/>
                    <a:lstStyle/>
                    <a:p>
                      <a:pPr algn="ctr" fontAlgn="ctr"/>
                      <a:r>
                        <a:rPr lang="en-US" sz="1400" b="0" i="0" u="none" strike="noStrike" cap="none" dirty="0">
                          <a:solidFill>
                            <a:schemeClr val="tx1"/>
                          </a:solidFill>
                          <a:effectLst/>
                          <a:latin typeface="+mn-lt"/>
                          <a:ea typeface="+mn-ea"/>
                          <a:cs typeface="+mn-cs"/>
                          <a:sym typeface="Arial"/>
                        </a:rPr>
                        <a:t>140.512</a:t>
                      </a:r>
                    </a:p>
                  </a:txBody>
                  <a:tcPr marL="0" marR="0" marT="0" marB="0" anchor="ctr"/>
                </a:tc>
                <a:tc>
                  <a:txBody>
                    <a:bodyPr/>
                    <a:lstStyle/>
                    <a:p>
                      <a:pPr algn="ctr" fontAlgn="ctr"/>
                      <a:r>
                        <a:rPr lang="en-US" sz="1400" b="0" i="0" u="none" strike="noStrike" cap="none" dirty="0">
                          <a:solidFill>
                            <a:schemeClr val="tx1"/>
                          </a:solidFill>
                          <a:effectLst/>
                          <a:latin typeface="+mn-lt"/>
                          <a:ea typeface="+mn-ea"/>
                          <a:cs typeface="+mn-cs"/>
                          <a:sym typeface="Arial"/>
                        </a:rPr>
                        <a:t>93.749</a:t>
                      </a:r>
                    </a:p>
                  </a:txBody>
                  <a:tcPr marL="0" marR="0" marT="0" marB="0" anchor="ctr"/>
                </a:tc>
                <a:tc>
                  <a:txBody>
                    <a:bodyPr/>
                    <a:lstStyle/>
                    <a:p>
                      <a:pPr algn="ctr" fontAlgn="ctr"/>
                      <a:r>
                        <a:rPr lang="en-US" sz="1400" b="0" i="0" u="none" strike="noStrike" cap="none" dirty="0">
                          <a:solidFill>
                            <a:schemeClr val="tx1"/>
                          </a:solidFill>
                          <a:effectLst/>
                          <a:latin typeface="+mn-lt"/>
                          <a:ea typeface="+mn-ea"/>
                          <a:cs typeface="+mn-cs"/>
                          <a:sym typeface="Arial"/>
                        </a:rPr>
                        <a:t>234.261</a:t>
                      </a:r>
                    </a:p>
                  </a:txBody>
                  <a:tcPr marL="0" marR="0" marT="0" marB="0" anchor="ctr"/>
                </a:tc>
                <a:tc>
                  <a:txBody>
                    <a:bodyPr/>
                    <a:lstStyle/>
                    <a:p>
                      <a:pPr algn="ctr" fontAlgn="ctr"/>
                      <a:r>
                        <a:rPr lang="en-US" sz="1400" b="0" i="0" u="none" strike="noStrike" cap="none" dirty="0">
                          <a:solidFill>
                            <a:schemeClr val="tx1"/>
                          </a:solidFill>
                          <a:effectLst/>
                          <a:latin typeface="+mn-lt"/>
                          <a:ea typeface="+mn-ea"/>
                          <a:cs typeface="+mn-cs"/>
                          <a:sym typeface="Arial"/>
                        </a:rPr>
                        <a:t>2</a:t>
                      </a:r>
                    </a:p>
                  </a:txBody>
                  <a:tcPr marL="0" marR="0" marT="0" marB="0" anchor="ctr"/>
                </a:tc>
                <a:extLst>
                  <a:ext uri="{0D108BD9-81ED-4DB2-BD59-A6C34878D82A}">
                    <a16:rowId xmlns:a16="http://schemas.microsoft.com/office/drawing/2014/main" val="2021746337"/>
                  </a:ext>
                </a:extLst>
              </a:tr>
              <a:tr h="56142">
                <a:tc>
                  <a:txBody>
                    <a:bodyPr/>
                    <a:lstStyle/>
                    <a:p>
                      <a:pPr marR="0" algn="ctr" rtl="0" fontAlgn="ctr">
                        <a:lnSpc>
                          <a:spcPct val="100000"/>
                        </a:lnSpc>
                        <a:spcBef>
                          <a:spcPts val="0"/>
                        </a:spcBef>
                        <a:spcAft>
                          <a:spcPts val="0"/>
                        </a:spcAft>
                        <a:buClr>
                          <a:srgbClr val="000000"/>
                        </a:buClr>
                        <a:buFont typeface="Arial"/>
                      </a:pPr>
                      <a:r>
                        <a:rPr lang="en-US" sz="1800" b="1" i="0" u="none" strike="noStrike" cap="none" dirty="0">
                          <a:solidFill>
                            <a:schemeClr val="tx1"/>
                          </a:solidFill>
                          <a:effectLst/>
                          <a:latin typeface="+mn-lt"/>
                          <a:ea typeface="+mn-ea"/>
                          <a:cs typeface="+mn-cs"/>
                          <a:sym typeface="Arial"/>
                        </a:rPr>
                        <a:t>T</a:t>
                      </a:r>
                      <a:r>
                        <a:rPr lang="en-US" sz="1800" b="1" i="0" u="none" strike="noStrike" cap="none" baseline="-25000" dirty="0">
                          <a:solidFill>
                            <a:schemeClr val="tx1"/>
                          </a:solidFill>
                          <a:effectLst/>
                          <a:latin typeface="+mn-lt"/>
                          <a:ea typeface="+mn-ea"/>
                          <a:cs typeface="+mn-cs"/>
                          <a:sym typeface="Arial"/>
                        </a:rPr>
                        <a:t>.j</a:t>
                      </a:r>
                    </a:p>
                  </a:txBody>
                  <a:tcPr marL="0" marR="0" marT="0" marB="0" anchor="ctr"/>
                </a:tc>
                <a:tc>
                  <a:txBody>
                    <a:bodyPr/>
                    <a:lstStyle/>
                    <a:p>
                      <a:pPr algn="ctr" fontAlgn="ctr"/>
                      <a:r>
                        <a:rPr lang="en-US" sz="1400" b="0" i="0" u="none" strike="noStrike" cap="none" dirty="0">
                          <a:solidFill>
                            <a:schemeClr val="tx1"/>
                          </a:solidFill>
                          <a:effectLst/>
                          <a:latin typeface="+mn-lt"/>
                          <a:ea typeface="+mn-ea"/>
                          <a:cs typeface="+mn-cs"/>
                          <a:sym typeface="Arial"/>
                        </a:rPr>
                        <a:t>538.392</a:t>
                      </a:r>
                    </a:p>
                  </a:txBody>
                  <a:tcPr marL="0" marR="0" marT="0" marB="0" anchor="ctr"/>
                </a:tc>
                <a:tc>
                  <a:txBody>
                    <a:bodyPr/>
                    <a:lstStyle/>
                    <a:p>
                      <a:pPr algn="ctr" fontAlgn="ctr"/>
                      <a:r>
                        <a:rPr lang="en-US" sz="1400" b="0" i="0" u="none" strike="noStrike" cap="none" dirty="0">
                          <a:solidFill>
                            <a:schemeClr val="tx1"/>
                          </a:solidFill>
                          <a:effectLst/>
                          <a:latin typeface="+mn-lt"/>
                          <a:ea typeface="+mn-ea"/>
                          <a:cs typeface="+mn-cs"/>
                          <a:sym typeface="Arial"/>
                        </a:rPr>
                        <a:t>272.889</a:t>
                      </a:r>
                    </a:p>
                  </a:txBody>
                  <a:tcPr marL="0" marR="0" marT="0" marB="0" anchor="ctr"/>
                </a:tc>
                <a:tc gridSpan="2">
                  <a:txBody>
                    <a:bodyPr/>
                    <a:lstStyle/>
                    <a:p>
                      <a:pPr algn="ctr" fontAlgn="ctr"/>
                      <a:r>
                        <a:rPr lang="en-US" sz="1400" b="0" i="0" u="none" strike="noStrike" cap="none" dirty="0">
                          <a:solidFill>
                            <a:schemeClr val="tx1"/>
                          </a:solidFill>
                          <a:effectLst/>
                          <a:latin typeface="+mn-lt"/>
                          <a:ea typeface="+mn-ea"/>
                          <a:cs typeface="+mn-cs"/>
                          <a:sym typeface="Arial"/>
                        </a:rPr>
                        <a:t> </a:t>
                      </a:r>
                    </a:p>
                    <a:p>
                      <a:pPr algn="ctr" fontAlgn="ctr"/>
                      <a:r>
                        <a:rPr lang="en-US" sz="1400" b="0" i="0" u="none" strike="noStrike" cap="none" dirty="0">
                          <a:solidFill>
                            <a:schemeClr val="tx1"/>
                          </a:solidFill>
                          <a:effectLst/>
                          <a:latin typeface="+mn-lt"/>
                          <a:ea typeface="+mn-ea"/>
                          <a:cs typeface="+mn-cs"/>
                          <a:sym typeface="Arial"/>
                        </a:rPr>
                        <a:t> </a:t>
                      </a:r>
                    </a:p>
                  </a:txBody>
                  <a:tcPr marL="0" marR="0" marT="0" marB="0" anchor="ctr">
                    <a:lnR w="12700" cmpd="sng">
                      <a:noFill/>
                    </a:lnR>
                    <a:lnB w="12700" cmpd="sng">
                      <a:noFill/>
                    </a:lnB>
                  </a:tcPr>
                </a:tc>
                <a:tc hMerge="1">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lnR w="12700" cmpd="sng">
                      <a:noFill/>
                    </a:lnR>
                    <a:lnB w="12700" cmpd="sng">
                      <a:noFill/>
                    </a:lnB>
                  </a:tcPr>
                </a:tc>
                <a:extLst>
                  <a:ext uri="{0D108BD9-81ED-4DB2-BD59-A6C34878D82A}">
                    <a16:rowId xmlns:a16="http://schemas.microsoft.com/office/drawing/2014/main" val="855986728"/>
                  </a:ext>
                </a:extLst>
              </a:tr>
              <a:tr h="294342">
                <a:tc>
                  <a:txBody>
                    <a:bodyPr/>
                    <a:lstStyle/>
                    <a:p>
                      <a:pPr marR="0" algn="ctr" rtl="0" fontAlgn="ctr">
                        <a:lnSpc>
                          <a:spcPct val="100000"/>
                        </a:lnSpc>
                        <a:spcBef>
                          <a:spcPts val="0"/>
                        </a:spcBef>
                        <a:spcAft>
                          <a:spcPts val="0"/>
                        </a:spcAft>
                        <a:buClr>
                          <a:srgbClr val="000000"/>
                        </a:buClr>
                        <a:buFont typeface="Arial"/>
                      </a:pPr>
                      <a:r>
                        <a:rPr lang="en-US" sz="1800" b="1" i="0" u="none" strike="noStrike" cap="none" dirty="0">
                          <a:solidFill>
                            <a:schemeClr val="tx1"/>
                          </a:solidFill>
                          <a:effectLst/>
                          <a:latin typeface="+mn-lt"/>
                          <a:ea typeface="+mn-ea"/>
                          <a:cs typeface="+mn-cs"/>
                          <a:sym typeface="Arial"/>
                        </a:rPr>
                        <a:t>m</a:t>
                      </a:r>
                      <a:r>
                        <a:rPr lang="en-US" sz="1800" b="1" i="0" u="none" strike="noStrike" cap="none" baseline="-25000" dirty="0">
                          <a:solidFill>
                            <a:schemeClr val="tx1"/>
                          </a:solidFill>
                          <a:effectLst/>
                          <a:latin typeface="+mn-lt"/>
                          <a:ea typeface="+mn-ea"/>
                          <a:cs typeface="+mn-cs"/>
                          <a:sym typeface="Arial"/>
                        </a:rPr>
                        <a:t>.i</a:t>
                      </a:r>
                    </a:p>
                  </a:txBody>
                  <a:tcPr marL="0" marR="0" marT="0" marB="0" anchor="ct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3</a:t>
                      </a:r>
                    </a:p>
                  </a:txBody>
                  <a:tcPr marL="0" marR="0" marT="0" marB="0" anchor="ct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3</a:t>
                      </a:r>
                    </a:p>
                  </a:txBody>
                  <a:tcPr marL="0" marR="0" marT="0" marB="0" anchor="ctr"/>
                </a:tc>
                <a:tc gridSpan="2">
                  <a:txBody>
                    <a:bodyPr/>
                    <a:lstStyle/>
                    <a:p>
                      <a:pPr algn="ctr" fontAlgn="ctr"/>
                      <a:endParaRPr lang="en-US" sz="1400" b="0" i="0" u="none" strike="noStrike" dirty="0">
                        <a:solidFill>
                          <a:srgbClr val="000000"/>
                        </a:solidFill>
                        <a:effectLst/>
                        <a:latin typeface="Calibri" panose="020F0502020204030204" pitchFamily="34" charset="0"/>
                      </a:endParaRPr>
                    </a:p>
                  </a:txBody>
                  <a:tcPr marL="0" marR="0" marT="0" marB="0" anchor="ctr">
                    <a:lnR w="12700" cmpd="sng">
                      <a:noFill/>
                    </a:lnR>
                    <a:lnT w="12700" cmpd="sng">
                      <a:noFill/>
                    </a:lnT>
                    <a:lnB w="12700" cmpd="sng">
                      <a:noFill/>
                    </a:lnB>
                  </a:tcPr>
                </a:tc>
                <a:tc hMerge="1">
                  <a:txBody>
                    <a:bodyPr/>
                    <a:lstStyle/>
                    <a:p>
                      <a:pPr algn="ctr" fontAlgn="ctr"/>
                      <a:endParaRPr lang="en-US" sz="11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71005211"/>
                  </a:ext>
                </a:extLst>
              </a:tr>
            </a:tbl>
          </a:graphicData>
        </a:graphic>
      </p:graphicFrame>
      <p:graphicFrame>
        <p:nvGraphicFramePr>
          <p:cNvPr id="9" name="Table 8">
            <a:extLst>
              <a:ext uri="{FF2B5EF4-FFF2-40B4-BE49-F238E27FC236}">
                <a16:creationId xmlns:a16="http://schemas.microsoft.com/office/drawing/2014/main" id="{4F9A1EAD-708A-4DE0-A197-E44ADF514583}"/>
              </a:ext>
            </a:extLst>
          </p:cNvPr>
          <p:cNvGraphicFramePr>
            <a:graphicFrameLocks noGrp="1"/>
          </p:cNvGraphicFramePr>
          <p:nvPr>
            <p:extLst>
              <p:ext uri="{D42A27DB-BD31-4B8C-83A1-F6EECF244321}">
                <p14:modId xmlns:p14="http://schemas.microsoft.com/office/powerpoint/2010/main" val="2764470516"/>
              </p:ext>
            </p:extLst>
          </p:nvPr>
        </p:nvGraphicFramePr>
        <p:xfrm>
          <a:off x="5679117" y="3180396"/>
          <a:ext cx="2095602" cy="751544"/>
        </p:xfrm>
        <a:graphic>
          <a:graphicData uri="http://schemas.openxmlformats.org/drawingml/2006/table">
            <a:tbl>
              <a:tblPr>
                <a:tableStyleId>{EB74EF8F-9165-4742-970A-F2D2CCFD133E}</a:tableStyleId>
              </a:tblPr>
              <a:tblGrid>
                <a:gridCol w="874285">
                  <a:extLst>
                    <a:ext uri="{9D8B030D-6E8A-4147-A177-3AD203B41FA5}">
                      <a16:colId xmlns:a16="http://schemas.microsoft.com/office/drawing/2014/main" val="3296045859"/>
                    </a:ext>
                  </a:extLst>
                </a:gridCol>
                <a:gridCol w="1221317">
                  <a:extLst>
                    <a:ext uri="{9D8B030D-6E8A-4147-A177-3AD203B41FA5}">
                      <a16:colId xmlns:a16="http://schemas.microsoft.com/office/drawing/2014/main" val="1624795692"/>
                    </a:ext>
                  </a:extLst>
                </a:gridCol>
              </a:tblGrid>
              <a:tr h="184150">
                <a:tc>
                  <a:txBody>
                    <a:bodyPr/>
                    <a:lstStyle/>
                    <a:p>
                      <a:pPr algn="ctr" fontAlgn="b"/>
                      <a:r>
                        <a:rPr lang="en-US" sz="1500" b="1" u="none" strike="noStrike" dirty="0">
                          <a:solidFill>
                            <a:srgbClr val="002060"/>
                          </a:solidFill>
                          <a:effectLst/>
                        </a:rPr>
                        <a:t>N</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094475"/>
                  </a:ext>
                </a:extLst>
              </a:tr>
              <a:tr h="281644">
                <a:tc>
                  <a:txBody>
                    <a:bodyPr/>
                    <a:lstStyle/>
                    <a:p>
                      <a:pPr algn="ctr" fontAlgn="b"/>
                      <a:r>
                        <a:rPr lang="en-US" sz="1500" b="1" u="none" strike="noStrike" dirty="0">
                          <a:solidFill>
                            <a:srgbClr val="002060"/>
                          </a:solidFill>
                          <a:effectLst/>
                        </a:rPr>
                        <a:t>∑y</a:t>
                      </a:r>
                      <a:r>
                        <a:rPr lang="en-US" sz="1500" b="1" u="none" strike="noStrike" baseline="-25000" dirty="0">
                          <a:solidFill>
                            <a:srgbClr val="002060"/>
                          </a:solidFill>
                          <a:effectLst/>
                        </a:rPr>
                        <a:t>ijk</a:t>
                      </a:r>
                      <a:r>
                        <a:rPr lang="en-US" sz="1500" b="1" u="none" strike="noStrike" baseline="30000" dirty="0">
                          <a:solidFill>
                            <a:srgbClr val="002060"/>
                          </a:solidFill>
                          <a:effectLst/>
                        </a:rPr>
                        <a:t>2</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123740.4486</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0494463"/>
                  </a:ext>
                </a:extLst>
              </a:tr>
              <a:tr h="209550">
                <a:tc>
                  <a:txBody>
                    <a:bodyPr/>
                    <a:lstStyle/>
                    <a:p>
                      <a:pPr algn="ctr" fontAlgn="b"/>
                      <a:r>
                        <a:rPr lang="en-US" sz="1500" b="1" u="none" strike="noStrike" dirty="0">
                          <a:solidFill>
                            <a:srgbClr val="002060"/>
                          </a:solidFill>
                          <a:effectLst/>
                        </a:rPr>
                        <a:t>G</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811.281</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8452561"/>
                  </a:ext>
                </a:extLst>
              </a:tr>
            </a:tbl>
          </a:graphicData>
        </a:graphic>
      </p:graphicFrame>
      <p:graphicFrame>
        <p:nvGraphicFramePr>
          <p:cNvPr id="10" name="Table 9">
            <a:extLst>
              <a:ext uri="{FF2B5EF4-FFF2-40B4-BE49-F238E27FC236}">
                <a16:creationId xmlns:a16="http://schemas.microsoft.com/office/drawing/2014/main" id="{083A4D67-000E-4E57-A7C0-D4EB74F33830}"/>
              </a:ext>
            </a:extLst>
          </p:cNvPr>
          <p:cNvGraphicFramePr>
            <a:graphicFrameLocks noGrp="1"/>
          </p:cNvGraphicFramePr>
          <p:nvPr>
            <p:extLst>
              <p:ext uri="{D42A27DB-BD31-4B8C-83A1-F6EECF244321}">
                <p14:modId xmlns:p14="http://schemas.microsoft.com/office/powerpoint/2010/main" val="3433354770"/>
              </p:ext>
            </p:extLst>
          </p:nvPr>
        </p:nvGraphicFramePr>
        <p:xfrm>
          <a:off x="833433" y="3187573"/>
          <a:ext cx="2441113" cy="947908"/>
        </p:xfrm>
        <a:graphic>
          <a:graphicData uri="http://schemas.openxmlformats.org/drawingml/2006/table">
            <a:tbl>
              <a:tblPr>
                <a:tableStyleId>{EB74EF8F-9165-4742-970A-F2D2CCFD133E}</a:tableStyleId>
              </a:tblPr>
              <a:tblGrid>
                <a:gridCol w="1229873">
                  <a:extLst>
                    <a:ext uri="{9D8B030D-6E8A-4147-A177-3AD203B41FA5}">
                      <a16:colId xmlns:a16="http://schemas.microsoft.com/office/drawing/2014/main" val="3105331922"/>
                    </a:ext>
                  </a:extLst>
                </a:gridCol>
                <a:gridCol w="1211240">
                  <a:extLst>
                    <a:ext uri="{9D8B030D-6E8A-4147-A177-3AD203B41FA5}">
                      <a16:colId xmlns:a16="http://schemas.microsoft.com/office/drawing/2014/main" val="200640735"/>
                    </a:ext>
                  </a:extLst>
                </a:gridCol>
              </a:tblGrid>
              <a:tr h="277346">
                <a:tc>
                  <a:txBody>
                    <a:bodyPr/>
                    <a:lstStyle/>
                    <a:p>
                      <a:pPr algn="ctr" fontAlgn="b"/>
                      <a:r>
                        <a:rPr lang="en-US" sz="1500" b="1" u="none" strike="noStrike" dirty="0">
                          <a:solidFill>
                            <a:srgbClr val="002060"/>
                          </a:solidFill>
                          <a:effectLst/>
                        </a:rPr>
                        <a:t>G</a:t>
                      </a:r>
                      <a:r>
                        <a:rPr lang="en-US" sz="1500" b="1" u="none" strike="noStrike" baseline="30000" dirty="0">
                          <a:solidFill>
                            <a:srgbClr val="002060"/>
                          </a:solidFill>
                          <a:effectLst/>
                        </a:rPr>
                        <a:t>2</a:t>
                      </a:r>
                      <a:r>
                        <a:rPr lang="en-US" sz="1500" b="1" u="none" strike="noStrike" dirty="0">
                          <a:solidFill>
                            <a:srgbClr val="002060"/>
                          </a:solidFill>
                          <a:effectLst/>
                        </a:rPr>
                        <a:t>/N</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109696.1435</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4080317"/>
                  </a:ext>
                </a:extLst>
              </a:tr>
              <a:tr h="335281">
                <a:tc>
                  <a:txBody>
                    <a:bodyPr/>
                    <a:lstStyle/>
                    <a:p>
                      <a:pPr algn="ctr" fontAlgn="b"/>
                      <a:r>
                        <a:rPr lang="en-US" sz="1500" b="1" u="none" strike="noStrike" dirty="0">
                          <a:solidFill>
                            <a:srgbClr val="002060"/>
                          </a:solidFill>
                          <a:effectLst/>
                        </a:rPr>
                        <a:t>∑T</a:t>
                      </a:r>
                      <a:r>
                        <a:rPr lang="en-US" sz="1500" b="1" u="none" strike="noStrike" baseline="-25000" dirty="0">
                          <a:solidFill>
                            <a:srgbClr val="002060"/>
                          </a:solidFill>
                          <a:effectLst/>
                        </a:rPr>
                        <a:t>i.</a:t>
                      </a:r>
                      <a:r>
                        <a:rPr lang="en-US" sz="1500" b="1" u="none" strike="noStrike" baseline="30000" dirty="0">
                          <a:solidFill>
                            <a:srgbClr val="002060"/>
                          </a:solidFill>
                          <a:effectLst/>
                        </a:rPr>
                        <a:t>2 </a:t>
                      </a:r>
                      <a:r>
                        <a:rPr lang="en-US" sz="1500" b="1" u="none" strike="noStrike" dirty="0">
                          <a:solidFill>
                            <a:srgbClr val="002060"/>
                          </a:solidFill>
                          <a:effectLst/>
                        </a:rPr>
                        <a:t>/ m</a:t>
                      </a:r>
                      <a:r>
                        <a:rPr lang="en-US" sz="1500" b="1" u="none" strike="noStrike" baseline="-25000" dirty="0">
                          <a:solidFill>
                            <a:srgbClr val="002060"/>
                          </a:solidFill>
                          <a:effectLst/>
                        </a:rPr>
                        <a:t>i.</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123740.4486</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2140483"/>
                  </a:ext>
                </a:extLst>
              </a:tr>
              <a:tr h="335281">
                <a:tc>
                  <a:txBody>
                    <a:bodyPr/>
                    <a:lstStyle/>
                    <a:p>
                      <a:pPr algn="ctr" fontAlgn="b"/>
                      <a:r>
                        <a:rPr lang="en-US" sz="1500" b="1" u="none" strike="noStrike" dirty="0">
                          <a:solidFill>
                            <a:srgbClr val="002060"/>
                          </a:solidFill>
                          <a:effectLst/>
                        </a:rPr>
                        <a:t>∑T</a:t>
                      </a:r>
                      <a:r>
                        <a:rPr lang="en-US" sz="1500" b="1" u="none" strike="noStrike" baseline="-25000" dirty="0">
                          <a:solidFill>
                            <a:srgbClr val="002060"/>
                          </a:solidFill>
                          <a:effectLst/>
                        </a:rPr>
                        <a:t>.j</a:t>
                      </a:r>
                      <a:r>
                        <a:rPr lang="en-US" sz="1500" b="1" u="none" strike="noStrike" baseline="30000" dirty="0">
                          <a:solidFill>
                            <a:srgbClr val="002060"/>
                          </a:solidFill>
                          <a:effectLst/>
                        </a:rPr>
                        <a:t>2 </a:t>
                      </a:r>
                      <a:r>
                        <a:rPr lang="en-US" sz="1500" b="1" u="none" strike="noStrike" dirty="0">
                          <a:solidFill>
                            <a:srgbClr val="002060"/>
                          </a:solidFill>
                          <a:effectLst/>
                        </a:rPr>
                        <a:t>/ </a:t>
                      </a:r>
                      <a:r>
                        <a:rPr lang="en-US" sz="1500" b="1" u="none" strike="noStrike" dirty="0" err="1">
                          <a:solidFill>
                            <a:srgbClr val="002060"/>
                          </a:solidFill>
                          <a:effectLst/>
                        </a:rPr>
                        <a:t>m</a:t>
                      </a:r>
                      <a:r>
                        <a:rPr lang="en-US" sz="1500" b="1" u="none" strike="noStrike" baseline="-25000" dirty="0" err="1">
                          <a:solidFill>
                            <a:srgbClr val="002060"/>
                          </a:solidFill>
                          <a:effectLst/>
                        </a:rPr>
                        <a:t>.j</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811.281</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470259"/>
                  </a:ext>
                </a:extLst>
              </a:tr>
            </a:tbl>
          </a:graphicData>
        </a:graphic>
      </p:graphicFrame>
      <p:graphicFrame>
        <p:nvGraphicFramePr>
          <p:cNvPr id="11" name="Table 10">
            <a:extLst>
              <a:ext uri="{FF2B5EF4-FFF2-40B4-BE49-F238E27FC236}">
                <a16:creationId xmlns:a16="http://schemas.microsoft.com/office/drawing/2014/main" id="{B1BAFEBD-CA35-4BAF-8053-EF9DAC88CE43}"/>
              </a:ext>
            </a:extLst>
          </p:cNvPr>
          <p:cNvGraphicFramePr>
            <a:graphicFrameLocks noGrp="1"/>
          </p:cNvGraphicFramePr>
          <p:nvPr>
            <p:extLst>
              <p:ext uri="{D42A27DB-BD31-4B8C-83A1-F6EECF244321}">
                <p14:modId xmlns:p14="http://schemas.microsoft.com/office/powerpoint/2010/main" val="121780727"/>
              </p:ext>
            </p:extLst>
          </p:nvPr>
        </p:nvGraphicFramePr>
        <p:xfrm>
          <a:off x="3545497" y="3187573"/>
          <a:ext cx="1931554" cy="1022280"/>
        </p:xfrm>
        <a:graphic>
          <a:graphicData uri="http://schemas.openxmlformats.org/drawingml/2006/table">
            <a:tbl>
              <a:tblPr>
                <a:tableStyleId>{EB74EF8F-9165-4742-970A-F2D2CCFD133E}</a:tableStyleId>
              </a:tblPr>
              <a:tblGrid>
                <a:gridCol w="668090">
                  <a:extLst>
                    <a:ext uri="{9D8B030D-6E8A-4147-A177-3AD203B41FA5}">
                      <a16:colId xmlns:a16="http://schemas.microsoft.com/office/drawing/2014/main" val="316010449"/>
                    </a:ext>
                  </a:extLst>
                </a:gridCol>
                <a:gridCol w="1263464">
                  <a:extLst>
                    <a:ext uri="{9D8B030D-6E8A-4147-A177-3AD203B41FA5}">
                      <a16:colId xmlns:a16="http://schemas.microsoft.com/office/drawing/2014/main" val="1824277409"/>
                    </a:ext>
                  </a:extLst>
                </a:gridCol>
              </a:tblGrid>
              <a:tr h="255570">
                <a:tc>
                  <a:txBody>
                    <a:bodyPr/>
                    <a:lstStyle/>
                    <a:p>
                      <a:pPr algn="ctr" fontAlgn="b"/>
                      <a:r>
                        <a:rPr lang="en-US" sz="1500" b="1" u="none" strike="noStrike" dirty="0">
                          <a:solidFill>
                            <a:srgbClr val="002060"/>
                          </a:solidFill>
                          <a:effectLst/>
                        </a:rPr>
                        <a:t>TSS</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14044.3051</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6404107"/>
                  </a:ext>
                </a:extLst>
              </a:tr>
              <a:tr h="255570">
                <a:tc>
                  <a:txBody>
                    <a:bodyPr/>
                    <a:lstStyle/>
                    <a:p>
                      <a:pPr algn="ctr" fontAlgn="b"/>
                      <a:r>
                        <a:rPr lang="en-US" sz="1500" b="1" u="none" strike="noStrike" dirty="0">
                          <a:solidFill>
                            <a:srgbClr val="002060"/>
                          </a:solidFill>
                          <a:effectLst/>
                        </a:rPr>
                        <a:t>SST</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984.440548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6108340"/>
                  </a:ext>
                </a:extLst>
              </a:tr>
              <a:tr h="255570">
                <a:tc>
                  <a:txBody>
                    <a:bodyPr/>
                    <a:lstStyle/>
                    <a:p>
                      <a:pPr algn="ctr" fontAlgn="b"/>
                      <a:r>
                        <a:rPr lang="en-US" sz="1500" b="1" u="none" strike="noStrike" dirty="0">
                          <a:solidFill>
                            <a:srgbClr val="002060"/>
                          </a:solidFill>
                          <a:effectLst/>
                        </a:rPr>
                        <a:t>SSB</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11748.6405</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843288"/>
                  </a:ext>
                </a:extLst>
              </a:tr>
              <a:tr h="255570">
                <a:tc>
                  <a:txBody>
                    <a:bodyPr/>
                    <a:lstStyle/>
                    <a:p>
                      <a:pPr algn="ctr" fontAlgn="b"/>
                      <a:r>
                        <a:rPr lang="en-US" sz="1500" b="1" u="none" strike="noStrike" dirty="0">
                          <a:solidFill>
                            <a:srgbClr val="002060"/>
                          </a:solidFill>
                          <a:effectLst/>
                        </a:rPr>
                        <a:t>SSE</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1311.224052</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3588323"/>
                  </a:ext>
                </a:extLst>
              </a:tr>
            </a:tbl>
          </a:graphicData>
        </a:graphic>
      </p:graphicFrame>
      <p:graphicFrame>
        <p:nvGraphicFramePr>
          <p:cNvPr id="12" name="Table 11">
            <a:extLst>
              <a:ext uri="{FF2B5EF4-FFF2-40B4-BE49-F238E27FC236}">
                <a16:creationId xmlns:a16="http://schemas.microsoft.com/office/drawing/2014/main" id="{D0B38241-90B8-4737-A76B-3601C89E951D}"/>
              </a:ext>
            </a:extLst>
          </p:cNvPr>
          <p:cNvGraphicFramePr>
            <a:graphicFrameLocks noGrp="1"/>
          </p:cNvGraphicFramePr>
          <p:nvPr>
            <p:extLst>
              <p:ext uri="{D42A27DB-BD31-4B8C-83A1-F6EECF244321}">
                <p14:modId xmlns:p14="http://schemas.microsoft.com/office/powerpoint/2010/main" val="315829881"/>
              </p:ext>
            </p:extLst>
          </p:nvPr>
        </p:nvGraphicFramePr>
        <p:xfrm>
          <a:off x="5679117" y="3939117"/>
          <a:ext cx="2095601" cy="490780"/>
        </p:xfrm>
        <a:graphic>
          <a:graphicData uri="http://schemas.openxmlformats.org/drawingml/2006/table">
            <a:tbl>
              <a:tblPr>
                <a:tableStyleId>{EB74EF8F-9165-4742-970A-F2D2CCFD133E}</a:tableStyleId>
              </a:tblPr>
              <a:tblGrid>
                <a:gridCol w="874286">
                  <a:extLst>
                    <a:ext uri="{9D8B030D-6E8A-4147-A177-3AD203B41FA5}">
                      <a16:colId xmlns:a16="http://schemas.microsoft.com/office/drawing/2014/main" val="2094426909"/>
                    </a:ext>
                  </a:extLst>
                </a:gridCol>
                <a:gridCol w="1221315">
                  <a:extLst>
                    <a:ext uri="{9D8B030D-6E8A-4147-A177-3AD203B41FA5}">
                      <a16:colId xmlns:a16="http://schemas.microsoft.com/office/drawing/2014/main" val="1888660631"/>
                    </a:ext>
                  </a:extLst>
                </a:gridCol>
              </a:tblGrid>
              <a:tr h="245390">
                <a:tc>
                  <a:txBody>
                    <a:bodyPr/>
                    <a:lstStyle/>
                    <a:p>
                      <a:pPr algn="ctr" fontAlgn="b"/>
                      <a:r>
                        <a:rPr lang="en-US" sz="1400" b="1" u="none" strike="noStrike" dirty="0">
                          <a:solidFill>
                            <a:srgbClr val="002060"/>
                          </a:solidFill>
                          <a:effectLst/>
                        </a:rPr>
                        <a:t>h</a:t>
                      </a:r>
                      <a:endParaRPr lang="en-US" sz="1400" b="1" i="0" u="none" strike="noStrike" dirty="0">
                        <a:solidFill>
                          <a:srgbClr val="00206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b">
                        <a:lnSpc>
                          <a:spcPct val="100000"/>
                        </a:lnSpc>
                        <a:spcBef>
                          <a:spcPts val="0"/>
                        </a:spcBef>
                        <a:spcAft>
                          <a:spcPts val="0"/>
                        </a:spcAft>
                        <a:buClr>
                          <a:srgbClr val="000000"/>
                        </a:buClr>
                        <a:buFont typeface="Arial"/>
                      </a:pPr>
                      <a:r>
                        <a:rPr lang="en-US" sz="1500" b="0" i="0" u="none" strike="noStrike" cap="none" dirty="0">
                          <a:solidFill>
                            <a:srgbClr val="002060"/>
                          </a:solidFill>
                          <a:effectLst/>
                          <a:latin typeface="Arial"/>
                          <a:cs typeface="Arial"/>
                          <a:sym typeface="Arial"/>
                        </a:rPr>
                        <a:t>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4645281"/>
                  </a:ext>
                </a:extLst>
              </a:tr>
              <a:tr h="245390">
                <a:tc>
                  <a:txBody>
                    <a:bodyPr/>
                    <a:lstStyle/>
                    <a:p>
                      <a:pPr algn="ctr" fontAlgn="b"/>
                      <a:r>
                        <a:rPr lang="en-US" sz="1400" b="1" u="none" strike="noStrike" dirty="0">
                          <a:solidFill>
                            <a:srgbClr val="002060"/>
                          </a:solidFill>
                          <a:effectLst/>
                        </a:rPr>
                        <a:t>k</a:t>
                      </a:r>
                      <a:endParaRPr lang="en-US" sz="1400" b="1" i="0" u="none" strike="noStrike" dirty="0">
                        <a:solidFill>
                          <a:srgbClr val="00206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b">
                        <a:lnSpc>
                          <a:spcPct val="100000"/>
                        </a:lnSpc>
                        <a:spcBef>
                          <a:spcPts val="0"/>
                        </a:spcBef>
                        <a:spcAft>
                          <a:spcPts val="0"/>
                        </a:spcAft>
                        <a:buClr>
                          <a:srgbClr val="000000"/>
                        </a:buClr>
                        <a:buFont typeface="Arial"/>
                      </a:pPr>
                      <a:r>
                        <a:rPr lang="en-US" sz="1500" b="0" i="0" u="none" strike="noStrike" cap="none" dirty="0">
                          <a:solidFill>
                            <a:srgbClr val="002060"/>
                          </a:solidFill>
                          <a:effectLst/>
                          <a:latin typeface="Arial"/>
                          <a:cs typeface="Arial"/>
                          <a:sym typeface="Arial"/>
                        </a:rPr>
                        <a:t>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565245"/>
                  </a:ext>
                </a:extLst>
              </a:tr>
            </a:tbl>
          </a:graphicData>
        </a:graphic>
      </p:graphicFrame>
    </p:spTree>
    <p:extLst>
      <p:ext uri="{BB962C8B-B14F-4D97-AF65-F5344CB8AC3E}">
        <p14:creationId xmlns:p14="http://schemas.microsoft.com/office/powerpoint/2010/main" val="407338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3130405" y="479456"/>
            <a:ext cx="317740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b="1" dirty="0"/>
              <a:t>ANOVA TABLE</a:t>
            </a:r>
            <a:endParaRPr sz="4000" b="1" dirty="0"/>
          </a:p>
        </p:txBody>
      </p:sp>
      <p:graphicFrame>
        <p:nvGraphicFramePr>
          <p:cNvPr id="6" name="Table 5">
            <a:extLst>
              <a:ext uri="{FF2B5EF4-FFF2-40B4-BE49-F238E27FC236}">
                <a16:creationId xmlns:a16="http://schemas.microsoft.com/office/drawing/2014/main" id="{CFA31BCB-F5C4-4836-8FEF-1BBA804B3923}"/>
              </a:ext>
            </a:extLst>
          </p:cNvPr>
          <p:cNvGraphicFramePr>
            <a:graphicFrameLocks noGrp="1"/>
          </p:cNvGraphicFramePr>
          <p:nvPr>
            <p:extLst>
              <p:ext uri="{D42A27DB-BD31-4B8C-83A1-F6EECF244321}">
                <p14:modId xmlns:p14="http://schemas.microsoft.com/office/powerpoint/2010/main" val="1740861153"/>
              </p:ext>
            </p:extLst>
          </p:nvPr>
        </p:nvGraphicFramePr>
        <p:xfrm>
          <a:off x="794563" y="1560879"/>
          <a:ext cx="6002477" cy="1317980"/>
        </p:xfrm>
        <a:graphic>
          <a:graphicData uri="http://schemas.openxmlformats.org/drawingml/2006/table">
            <a:tbl>
              <a:tblPr>
                <a:tableStyleId>{EB74EF8F-9165-4742-970A-F2D2CCFD133E}</a:tableStyleId>
              </a:tblPr>
              <a:tblGrid>
                <a:gridCol w="1402038">
                  <a:extLst>
                    <a:ext uri="{9D8B030D-6E8A-4147-A177-3AD203B41FA5}">
                      <a16:colId xmlns:a16="http://schemas.microsoft.com/office/drawing/2014/main" val="547674528"/>
                    </a:ext>
                  </a:extLst>
                </a:gridCol>
                <a:gridCol w="1288638">
                  <a:extLst>
                    <a:ext uri="{9D8B030D-6E8A-4147-A177-3AD203B41FA5}">
                      <a16:colId xmlns:a16="http://schemas.microsoft.com/office/drawing/2014/main" val="1159699060"/>
                    </a:ext>
                  </a:extLst>
                </a:gridCol>
                <a:gridCol w="907203">
                  <a:extLst>
                    <a:ext uri="{9D8B030D-6E8A-4147-A177-3AD203B41FA5}">
                      <a16:colId xmlns:a16="http://schemas.microsoft.com/office/drawing/2014/main" val="1691157374"/>
                    </a:ext>
                  </a:extLst>
                </a:gridCol>
                <a:gridCol w="1216474">
                  <a:extLst>
                    <a:ext uri="{9D8B030D-6E8A-4147-A177-3AD203B41FA5}">
                      <a16:colId xmlns:a16="http://schemas.microsoft.com/office/drawing/2014/main" val="2157199767"/>
                    </a:ext>
                  </a:extLst>
                </a:gridCol>
                <a:gridCol w="1188124">
                  <a:extLst>
                    <a:ext uri="{9D8B030D-6E8A-4147-A177-3AD203B41FA5}">
                      <a16:colId xmlns:a16="http://schemas.microsoft.com/office/drawing/2014/main" val="2906470366"/>
                    </a:ext>
                  </a:extLst>
                </a:gridCol>
              </a:tblGrid>
              <a:tr h="435857">
                <a:tc>
                  <a:txBody>
                    <a:bodyPr/>
                    <a:lstStyle/>
                    <a:p>
                      <a:pPr algn="ctr" fontAlgn="ctr"/>
                      <a:r>
                        <a:rPr lang="en-US" sz="1400" b="1" u="none" strike="noStrike" dirty="0">
                          <a:solidFill>
                            <a:schemeClr val="bg1"/>
                          </a:solidFill>
                          <a:effectLst/>
                        </a:rPr>
                        <a:t>SOURCE OF VARIATION</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SUM OF </a:t>
                      </a:r>
                      <a:br>
                        <a:rPr lang="en-US" sz="1400" b="1" u="none" strike="noStrike" dirty="0">
                          <a:solidFill>
                            <a:schemeClr val="bg1"/>
                          </a:solidFill>
                          <a:effectLst/>
                        </a:rPr>
                      </a:br>
                      <a:r>
                        <a:rPr lang="en-US" sz="1400" b="1" u="none" strike="noStrike" dirty="0">
                          <a:solidFill>
                            <a:schemeClr val="bg1"/>
                          </a:solidFill>
                          <a:effectLst/>
                        </a:rPr>
                        <a:t>SQUARES</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DF</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MS</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F VALUE</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814561048"/>
                  </a:ext>
                </a:extLst>
              </a:tr>
              <a:tr h="217929">
                <a:tc>
                  <a:txBody>
                    <a:bodyPr/>
                    <a:lstStyle/>
                    <a:p>
                      <a:pPr algn="ctr" fontAlgn="ctr"/>
                      <a:r>
                        <a:rPr lang="en-US" sz="1400" u="none" strike="noStrike" dirty="0">
                          <a:solidFill>
                            <a:schemeClr val="bg2">
                              <a:lumMod val="10000"/>
                            </a:schemeClr>
                          </a:solidFill>
                          <a:effectLst/>
                        </a:rPr>
                        <a:t>Treatment</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984.440548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492.220274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0.750779813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0752646"/>
                  </a:ext>
                </a:extLst>
              </a:tr>
              <a:tr h="217929">
                <a:tc>
                  <a:txBody>
                    <a:bodyPr/>
                    <a:lstStyle/>
                    <a:p>
                      <a:pPr algn="ctr" fontAlgn="ctr"/>
                      <a:r>
                        <a:rPr lang="en-US" sz="1400" u="none" strike="noStrike" dirty="0">
                          <a:solidFill>
                            <a:schemeClr val="bg2">
                              <a:lumMod val="10000"/>
                            </a:schemeClr>
                          </a:solidFill>
                          <a:effectLst/>
                        </a:rPr>
                        <a:t>Block</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11748.6405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11748.6405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17.92011134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0771401"/>
                  </a:ext>
                </a:extLst>
              </a:tr>
              <a:tr h="217929">
                <a:tc>
                  <a:txBody>
                    <a:bodyPr/>
                    <a:lstStyle/>
                    <a:p>
                      <a:pPr algn="ctr" fontAlgn="ctr"/>
                      <a:r>
                        <a:rPr lang="en-US" sz="1400" u="none" strike="noStrike" dirty="0">
                          <a:solidFill>
                            <a:schemeClr val="bg2">
                              <a:lumMod val="10000"/>
                            </a:schemeClr>
                          </a:solidFill>
                          <a:effectLst/>
                        </a:rPr>
                        <a:t>Error</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1311.224052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655.612026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1377121"/>
                  </a:ext>
                </a:extLst>
              </a:tr>
              <a:tr h="222993">
                <a:tc>
                  <a:txBody>
                    <a:bodyPr/>
                    <a:lstStyle/>
                    <a:p>
                      <a:pPr algn="ctr" fontAlgn="ctr"/>
                      <a:r>
                        <a:rPr lang="en-US" sz="1400" u="none" strike="noStrike" dirty="0">
                          <a:solidFill>
                            <a:schemeClr val="bg2">
                              <a:lumMod val="10000"/>
                            </a:schemeClr>
                          </a:solidFill>
                          <a:effectLst/>
                        </a:rPr>
                        <a:t>Total</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14044.3051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2390382"/>
                  </a:ext>
                </a:extLst>
              </a:tr>
            </a:tbl>
          </a:graphicData>
        </a:graphic>
      </p:graphicFrame>
      <p:graphicFrame>
        <p:nvGraphicFramePr>
          <p:cNvPr id="7" name="Table 6">
            <a:extLst>
              <a:ext uri="{FF2B5EF4-FFF2-40B4-BE49-F238E27FC236}">
                <a16:creationId xmlns:a16="http://schemas.microsoft.com/office/drawing/2014/main" id="{1BE18520-6E3C-4175-8271-54D8E4A07EF5}"/>
              </a:ext>
            </a:extLst>
          </p:cNvPr>
          <p:cNvGraphicFramePr>
            <a:graphicFrameLocks noGrp="1"/>
          </p:cNvGraphicFramePr>
          <p:nvPr>
            <p:extLst>
              <p:ext uri="{D42A27DB-BD31-4B8C-83A1-F6EECF244321}">
                <p14:modId xmlns:p14="http://schemas.microsoft.com/office/powerpoint/2010/main" val="3536417235"/>
              </p:ext>
            </p:extLst>
          </p:nvPr>
        </p:nvGraphicFramePr>
        <p:xfrm>
          <a:off x="6797040" y="1559098"/>
          <a:ext cx="1524000" cy="1319761"/>
        </p:xfrm>
        <a:graphic>
          <a:graphicData uri="http://schemas.openxmlformats.org/drawingml/2006/table">
            <a:tbl>
              <a:tblPr>
                <a:tableStyleId>{EB74EF8F-9165-4742-970A-F2D2CCFD133E}</a:tableStyleId>
              </a:tblPr>
              <a:tblGrid>
                <a:gridCol w="1524000">
                  <a:extLst>
                    <a:ext uri="{9D8B030D-6E8A-4147-A177-3AD203B41FA5}">
                      <a16:colId xmlns:a16="http://schemas.microsoft.com/office/drawing/2014/main" val="494171698"/>
                    </a:ext>
                  </a:extLst>
                </a:gridCol>
              </a:tblGrid>
              <a:tr h="435841">
                <a:tc>
                  <a:txBody>
                    <a:bodyPr/>
                    <a:lstStyle/>
                    <a:p>
                      <a:pPr marR="0" algn="ctr" rtl="0" fontAlgn="ctr">
                        <a:lnSpc>
                          <a:spcPct val="100000"/>
                        </a:lnSpc>
                        <a:spcBef>
                          <a:spcPts val="0"/>
                        </a:spcBef>
                        <a:spcAft>
                          <a:spcPts val="0"/>
                        </a:spcAft>
                        <a:buClr>
                          <a:srgbClr val="000000"/>
                        </a:buClr>
                        <a:buFont typeface="Arial"/>
                      </a:pPr>
                      <a:r>
                        <a:rPr lang="en-US" sz="1400" b="1" i="0" u="none" strike="noStrike" cap="none" dirty="0">
                          <a:solidFill>
                            <a:schemeClr val="bg1"/>
                          </a:solidFill>
                          <a:effectLst/>
                          <a:latin typeface="Arial"/>
                          <a:cs typeface="Arial"/>
                          <a:sym typeface="Arial"/>
                        </a:rPr>
                        <a:t>F TABULATED</a:t>
                      </a:r>
                      <a:br>
                        <a:rPr lang="en-US" sz="1400" b="1" i="0" u="none" strike="noStrike" cap="none" dirty="0">
                          <a:solidFill>
                            <a:schemeClr val="bg1"/>
                          </a:solidFill>
                          <a:effectLst/>
                          <a:latin typeface="Arial"/>
                          <a:cs typeface="Arial"/>
                          <a:sym typeface="Arial"/>
                        </a:rPr>
                      </a:br>
                      <a:r>
                        <a:rPr lang="en-US" sz="1400" b="1" i="0" u="none" strike="noStrike" cap="none" dirty="0">
                          <a:solidFill>
                            <a:schemeClr val="bg1"/>
                          </a:solidFill>
                          <a:effectLst/>
                          <a:latin typeface="Arial"/>
                          <a:cs typeface="Arial"/>
                          <a:sym typeface="Arial"/>
                        </a:rPr>
                        <a:t>(</a:t>
                      </a:r>
                      <a:r>
                        <a:rPr lang="el-GR" sz="1400" b="1" i="0" u="none" strike="noStrike" cap="none" dirty="0">
                          <a:solidFill>
                            <a:schemeClr val="bg1"/>
                          </a:solidFill>
                          <a:effectLst/>
                          <a:latin typeface="Arial"/>
                          <a:cs typeface="Arial"/>
                          <a:sym typeface="Arial"/>
                        </a:rPr>
                        <a:t>α = 0.1)</a:t>
                      </a: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702304144"/>
                  </a:ext>
                </a:extLst>
              </a:tr>
              <a:tr h="220980">
                <a:tc>
                  <a:txBody>
                    <a:bodyPr/>
                    <a:lstStyle/>
                    <a:p>
                      <a:pPr algn="ctr" fontAlgn="ctr"/>
                      <a:r>
                        <a:rPr lang="en-US" sz="1400" b="0" i="0" u="none" strike="noStrike" cap="none" dirty="0">
                          <a:solidFill>
                            <a:schemeClr val="bg2">
                              <a:lumMod val="10000"/>
                            </a:schemeClr>
                          </a:solidFill>
                          <a:effectLst/>
                          <a:latin typeface="Arial"/>
                          <a:cs typeface="Arial"/>
                          <a:sym typeface="Arial"/>
                        </a:rPr>
                        <a:t>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7796"/>
                  </a:ext>
                </a:extLst>
              </a:tr>
              <a:tr h="220980">
                <a:tc>
                  <a:txBody>
                    <a:bodyPr/>
                    <a:lstStyle/>
                    <a:p>
                      <a:pPr algn="ctr" fontAlgn="ctr"/>
                      <a:r>
                        <a:rPr lang="en-US" sz="1400" b="0" i="0" u="none" strike="noStrike" cap="none" dirty="0">
                          <a:solidFill>
                            <a:schemeClr val="bg2">
                              <a:lumMod val="10000"/>
                            </a:schemeClr>
                          </a:solidFill>
                          <a:effectLst/>
                          <a:latin typeface="Arial"/>
                          <a:cs typeface="Arial"/>
                          <a:sym typeface="Arial"/>
                        </a:rPr>
                        <a:t>8.53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5920355"/>
                  </a:ext>
                </a:extLst>
              </a:tr>
              <a:tr h="220980">
                <a:tc>
                  <a:txBody>
                    <a:bodyPr/>
                    <a:lstStyle/>
                    <a:p>
                      <a:pPr algn="ctr" fontAlgn="ctr"/>
                      <a:r>
                        <a:rPr lang="en-US" sz="1200" u="none" strike="noStrike" dirty="0">
                          <a:effectLst/>
                        </a:rPr>
                        <a:t> </a:t>
                      </a:r>
                      <a:endParaRPr lang="en-US" sz="1200" b="0" i="0" u="none" strike="noStrike" dirty="0">
                        <a:solidFill>
                          <a:srgbClr val="000000"/>
                        </a:solidFill>
                        <a:effectLst/>
                        <a:latin typeface="Calibri" panose="020F0502020204030204" pitchFamily="34" charset="0"/>
                      </a:endParaRP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7905712"/>
                  </a:ext>
                </a:extLst>
              </a:tr>
              <a:tr h="220980">
                <a:tc>
                  <a:txBody>
                    <a:bodyPr/>
                    <a:lstStyle/>
                    <a:p>
                      <a:pPr algn="ctr" fontAlgn="ctr"/>
                      <a:r>
                        <a:rPr lang="en-US" sz="1200" u="none" strike="noStrike" dirty="0">
                          <a:effectLst/>
                        </a:rPr>
                        <a:t> </a:t>
                      </a:r>
                      <a:endParaRPr lang="en-US" sz="1200" b="0" i="0" u="none" strike="noStrike" dirty="0">
                        <a:solidFill>
                          <a:srgbClr val="000000"/>
                        </a:solidFill>
                        <a:effectLst/>
                        <a:latin typeface="Calibri" panose="020F0502020204030204" pitchFamily="34" charset="0"/>
                      </a:endParaRP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7923995"/>
                  </a:ext>
                </a:extLst>
              </a:tr>
            </a:tbl>
          </a:graphicData>
        </a:graphic>
      </p:graphicFrame>
      <p:sp>
        <p:nvSpPr>
          <p:cNvPr id="5" name="Google Shape;457;p33">
            <a:extLst>
              <a:ext uri="{FF2B5EF4-FFF2-40B4-BE49-F238E27FC236}">
                <a16:creationId xmlns:a16="http://schemas.microsoft.com/office/drawing/2014/main" id="{75DD3B2D-D602-48C0-8D1B-FE5EE43D162A}"/>
              </a:ext>
            </a:extLst>
          </p:cNvPr>
          <p:cNvSpPr txBox="1">
            <a:spLocks noGrp="1"/>
          </p:cNvSpPr>
          <p:nvPr>
            <p:ph type="body" idx="1"/>
          </p:nvPr>
        </p:nvSpPr>
        <p:spPr>
          <a:xfrm>
            <a:off x="794563" y="3101340"/>
            <a:ext cx="7526477" cy="1720092"/>
          </a:xfrm>
          <a:prstGeom prst="rect">
            <a:avLst/>
          </a:prstGeom>
        </p:spPr>
        <p:txBody>
          <a:bodyPr spcFirstLastPara="1" wrap="square" lIns="91425" tIns="91425" rIns="91425" bIns="91425" anchor="t" anchorCtr="0">
            <a:noAutofit/>
          </a:bodyPr>
          <a:lstStyle/>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CONCLUSION:</a:t>
            </a:r>
          </a:p>
          <a:p>
            <a:pPr marL="0" indent="0">
              <a:buClr>
                <a:srgbClr val="000000"/>
              </a:buClr>
              <a:buNone/>
            </a:pP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dirty="0">
                <a:solidFill>
                  <a:schemeClr val="accent6"/>
                </a:solidFill>
                <a:latin typeface="Open Sans" panose="020B0604020202020204" charset="0"/>
                <a:ea typeface="Open Sans" panose="020B0604020202020204" charset="0"/>
                <a:cs typeface="Open Sans" panose="020B0604020202020204" charset="0"/>
              </a:rPr>
              <a:t>Since</a:t>
            </a:r>
            <a:r>
              <a:rPr lang="en-US" sz="1400" b="1" dirty="0">
                <a:solidFill>
                  <a:schemeClr val="accent6"/>
                </a:solidFill>
                <a:latin typeface="Open Sans" panose="020B0604020202020204" charset="0"/>
                <a:ea typeface="Open Sans" panose="020B0604020202020204" charset="0"/>
                <a:cs typeface="Open Sans" panose="020B0604020202020204" charset="0"/>
              </a:rPr>
              <a: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1</a:t>
            </a:r>
            <a:r>
              <a:rPr lang="en-US" sz="1400" b="1" dirty="0">
                <a:solidFill>
                  <a:schemeClr val="accent6"/>
                </a:solidFill>
                <a:latin typeface="Open Sans" panose="020B0604020202020204" charset="0"/>
                <a:ea typeface="Open Sans" panose="020B0604020202020204" charset="0"/>
                <a:cs typeface="Open Sans" panose="020B0604020202020204" charset="0"/>
              </a:rPr>
              <a:t> &lt;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r>
              <a:rPr lang="en-US" sz="1400" b="1" dirty="0">
                <a:solidFill>
                  <a:schemeClr val="accent6"/>
                </a:solidFill>
                <a:latin typeface="Open Sans" panose="020B0604020202020204" charset="0"/>
                <a:ea typeface="Open Sans" panose="020B0604020202020204" charset="0"/>
                <a:cs typeface="Open Sans" panose="020B0604020202020204" charset="0"/>
              </a:rPr>
              <a:t>(2,2) </a:t>
            </a:r>
            <a:r>
              <a:rPr lang="en-US" sz="1400" dirty="0">
                <a:solidFill>
                  <a:schemeClr val="accent6"/>
                </a:solidFill>
                <a:latin typeface="Open Sans" panose="020B0604020202020204" charset="0"/>
                <a:ea typeface="Open Sans" panose="020B0604020202020204" charset="0"/>
                <a:cs typeface="Open Sans" panose="020B0604020202020204" charset="0"/>
              </a:rPr>
              <a:t>and</a:t>
            </a:r>
            <a:r>
              <a:rPr lang="en-US" sz="1400" b="1" dirty="0">
                <a:solidFill>
                  <a:schemeClr val="accent6"/>
                </a:solidFill>
                <a:latin typeface="Open Sans" panose="020B0604020202020204" charset="0"/>
                <a:ea typeface="Open Sans" panose="020B0604020202020204" charset="0"/>
                <a:cs typeface="Open Sans" panose="020B0604020202020204" charset="0"/>
              </a:rPr>
              <a: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2</a:t>
            </a:r>
            <a:r>
              <a:rPr lang="en-US" sz="1400" b="1" dirty="0">
                <a:solidFill>
                  <a:schemeClr val="accent6"/>
                </a:solidFill>
                <a:latin typeface="Open Sans" panose="020B0604020202020204" charset="0"/>
                <a:ea typeface="Open Sans" panose="020B0604020202020204" charset="0"/>
                <a:cs typeface="Open Sans" panose="020B0604020202020204" charset="0"/>
              </a:rPr>
              <a:t> &gt;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r>
              <a:rPr lang="en-US" sz="1400" b="1" dirty="0">
                <a:solidFill>
                  <a:schemeClr val="accent6"/>
                </a:solidFill>
                <a:latin typeface="Open Sans" panose="020B0604020202020204" charset="0"/>
                <a:ea typeface="Open Sans" panose="020B0604020202020204" charset="0"/>
                <a:cs typeface="Open Sans" panose="020B0604020202020204" charset="0"/>
              </a:rPr>
              <a:t>(1,2), </a:t>
            </a:r>
            <a:r>
              <a:rPr lang="en-US" sz="1400" dirty="0">
                <a:solidFill>
                  <a:schemeClr val="accent6"/>
                </a:solidFill>
                <a:latin typeface="Open Sans" panose="020B0604020202020204" charset="0"/>
                <a:ea typeface="Open Sans" panose="020B0604020202020204" charset="0"/>
                <a:cs typeface="Open Sans" panose="020B0604020202020204" charset="0"/>
              </a:rPr>
              <a:t>we</a:t>
            </a:r>
            <a:r>
              <a:rPr lang="en-US" sz="1400" b="1" dirty="0">
                <a:solidFill>
                  <a:schemeClr val="accent6"/>
                </a:solidFill>
                <a:latin typeface="Open Sans" panose="020B0604020202020204" charset="0"/>
                <a:ea typeface="Open Sans" panose="020B0604020202020204" charset="0"/>
                <a:cs typeface="Open Sans" panose="020B0604020202020204" charset="0"/>
              </a:rPr>
              <a:t> fail to reject 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00  </a:t>
            </a:r>
            <a:r>
              <a:rPr lang="en-US" sz="1400" dirty="0">
                <a:solidFill>
                  <a:schemeClr val="accent6"/>
                </a:solidFill>
                <a:latin typeface="Open Sans" panose="020B0604020202020204" charset="0"/>
                <a:ea typeface="Open Sans" panose="020B0604020202020204" charset="0"/>
                <a:cs typeface="Open Sans" panose="020B0604020202020204" charset="0"/>
              </a:rPr>
              <a:t>and</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 </a:t>
            </a:r>
            <a:r>
              <a:rPr lang="en-US" sz="1400" dirty="0">
                <a:solidFill>
                  <a:schemeClr val="accent6"/>
                </a:solidFill>
                <a:latin typeface="Open Sans" panose="020B0604020202020204" charset="0"/>
                <a:ea typeface="Open Sans" panose="020B0604020202020204" charset="0"/>
                <a:cs typeface="Open Sans" panose="020B0604020202020204" charset="0"/>
              </a:rPr>
              <a:t>we</a:t>
            </a:r>
            <a:r>
              <a:rPr lang="en-US" sz="1400" b="1" dirty="0">
                <a:solidFill>
                  <a:schemeClr val="accent6"/>
                </a:solidFill>
                <a:latin typeface="Open Sans" panose="020B0604020202020204" charset="0"/>
                <a:ea typeface="Open Sans" panose="020B0604020202020204" charset="0"/>
                <a:cs typeface="Open Sans" panose="020B0604020202020204" charset="0"/>
              </a:rPr>
              <a:t> reject</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 </a:t>
            </a: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dirty="0">
                <a:solidFill>
                  <a:schemeClr val="accent6"/>
                </a:solidFill>
                <a:latin typeface="Open Sans" panose="020B0604020202020204" charset="0"/>
                <a:ea typeface="Open Sans" panose="020B0604020202020204" charset="0"/>
                <a:cs typeface="Open Sans" panose="020B0604020202020204" charset="0"/>
              </a:rPr>
              <a:t>Therefore, the data indicates that </a:t>
            </a:r>
            <a:r>
              <a:rPr lang="en-US" sz="1400" u="sng" dirty="0">
                <a:solidFill>
                  <a:schemeClr val="accent6"/>
                </a:solidFill>
                <a:latin typeface="Open Sans" panose="020B0604020202020204" charset="0"/>
                <a:ea typeface="Open Sans" panose="020B0604020202020204" charset="0"/>
                <a:cs typeface="Open Sans" panose="020B0604020202020204" charset="0"/>
              </a:rPr>
              <a:t>Percent of Green Area</a:t>
            </a:r>
            <a:r>
              <a:rPr lang="en-US" sz="1400" dirty="0">
                <a:solidFill>
                  <a:schemeClr val="accent6"/>
                </a:solidFill>
                <a:latin typeface="Open Sans" panose="020B0604020202020204" charset="0"/>
                <a:ea typeface="Open Sans" panose="020B0604020202020204" charset="0"/>
                <a:cs typeface="Open Sans" panose="020B0604020202020204" charset="0"/>
              </a:rPr>
              <a:t> </a:t>
            </a:r>
            <a:r>
              <a:rPr lang="en-US" sz="1400" b="1" dirty="0">
                <a:solidFill>
                  <a:schemeClr val="accent6"/>
                </a:solidFill>
                <a:latin typeface="Open Sans" panose="020B0604020202020204" charset="0"/>
                <a:ea typeface="Open Sans" panose="020B0604020202020204" charset="0"/>
                <a:cs typeface="Open Sans" panose="020B0604020202020204" charset="0"/>
              </a:rPr>
              <a:t>does not affect</a:t>
            </a:r>
            <a:r>
              <a:rPr lang="en-US" sz="1400" dirty="0">
                <a:solidFill>
                  <a:schemeClr val="accent6"/>
                </a:solidFill>
                <a:latin typeface="Open Sans" panose="020B0604020202020204" charset="0"/>
                <a:ea typeface="Open Sans" panose="020B0604020202020204" charset="0"/>
                <a:cs typeface="Open Sans" panose="020B0604020202020204" charset="0"/>
              </a:rPr>
              <a:t> Air Quality Index and </a:t>
            </a:r>
            <a:r>
              <a:rPr lang="en-US" sz="1400" u="sng" dirty="0">
                <a:solidFill>
                  <a:schemeClr val="accent6"/>
                </a:solidFill>
                <a:latin typeface="Open Sans" panose="020B0604020202020204" charset="0"/>
                <a:ea typeface="Open Sans" panose="020B0604020202020204" charset="0"/>
                <a:cs typeface="Open Sans" panose="020B0604020202020204" charset="0"/>
              </a:rPr>
              <a:t>Regional differences</a:t>
            </a:r>
            <a:r>
              <a:rPr lang="en-US" sz="1400" dirty="0">
                <a:solidFill>
                  <a:schemeClr val="accent6"/>
                </a:solidFill>
                <a:latin typeface="Open Sans" panose="020B0604020202020204" charset="0"/>
                <a:ea typeface="Open Sans" panose="020B0604020202020204" charset="0"/>
                <a:cs typeface="Open Sans" panose="020B0604020202020204" charset="0"/>
              </a:rPr>
              <a:t> </a:t>
            </a:r>
            <a:r>
              <a:rPr lang="en-US" sz="1400" b="1" dirty="0">
                <a:solidFill>
                  <a:schemeClr val="accent6"/>
                </a:solidFill>
                <a:latin typeface="Open Sans" panose="020B0604020202020204" charset="0"/>
                <a:ea typeface="Open Sans" panose="020B0604020202020204" charset="0"/>
                <a:cs typeface="Open Sans" panose="020B0604020202020204" charset="0"/>
              </a:rPr>
              <a:t>affect AQI </a:t>
            </a:r>
            <a:r>
              <a:rPr lang="en-US" sz="1400" dirty="0">
                <a:solidFill>
                  <a:schemeClr val="accent6"/>
                </a:solidFill>
                <a:latin typeface="Open Sans" panose="020B0604020202020204" charset="0"/>
                <a:ea typeface="Open Sans" panose="020B0604020202020204" charset="0"/>
                <a:cs typeface="Open Sans" panose="020B0604020202020204" charset="0"/>
              </a:rPr>
              <a:t>at 10% level of significance.</a:t>
            </a:r>
          </a:p>
          <a:p>
            <a:pPr marL="0" indent="0">
              <a:buClr>
                <a:srgbClr val="000000"/>
              </a:buClr>
              <a:buNone/>
            </a:pP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endParaRPr lang="en-US" sz="1500" dirty="0">
              <a:solidFill>
                <a:schemeClr val="accent6"/>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3182153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7" name="Google Shape;507;p36"/>
          <p:cNvSpPr txBox="1">
            <a:spLocks noGrp="1"/>
          </p:cNvSpPr>
          <p:nvPr>
            <p:ph type="title"/>
          </p:nvPr>
        </p:nvSpPr>
        <p:spPr>
          <a:xfrm>
            <a:off x="600070" y="859982"/>
            <a:ext cx="3063756" cy="77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4400" b="1" dirty="0"/>
              <a:t>3.</a:t>
            </a:r>
            <a:endParaRPr sz="4400" b="1" dirty="0"/>
          </a:p>
        </p:txBody>
      </p:sp>
      <p:sp>
        <p:nvSpPr>
          <p:cNvPr id="508" name="Google Shape;508;p36"/>
          <p:cNvSpPr txBox="1">
            <a:spLocks noGrp="1"/>
          </p:cNvSpPr>
          <p:nvPr>
            <p:ph type="subTitle" idx="1"/>
          </p:nvPr>
        </p:nvSpPr>
        <p:spPr>
          <a:xfrm>
            <a:off x="419100" y="1824681"/>
            <a:ext cx="3511058" cy="2069137"/>
          </a:xfrm>
          <a:prstGeom prst="rect">
            <a:avLst/>
          </a:prstGeom>
        </p:spPr>
        <p:txBody>
          <a:bodyPr spcFirstLastPara="1" wrap="square" lIns="91425" tIns="91425" rIns="91425" bIns="91425" anchor="t" anchorCtr="0">
            <a:noAutofit/>
          </a:bodyPr>
          <a:lstStyle/>
          <a:p>
            <a:pPr marL="139700" indent="0" algn="l"/>
            <a:r>
              <a:rPr lang="en-US" sz="2400" dirty="0"/>
              <a:t>To test the effect of </a:t>
            </a:r>
            <a:r>
              <a:rPr lang="en-US" sz="2400" b="1" dirty="0"/>
              <a:t>Car density </a:t>
            </a:r>
            <a:r>
              <a:rPr lang="en-US" sz="2400" dirty="0"/>
              <a:t>and </a:t>
            </a:r>
            <a:r>
              <a:rPr lang="en-US" sz="2400" b="1" dirty="0"/>
              <a:t>Tier-wise distribution of cities</a:t>
            </a:r>
            <a:r>
              <a:rPr lang="en-US" sz="2400" dirty="0"/>
              <a:t> on the AQI values of the cities studied</a:t>
            </a:r>
          </a:p>
        </p:txBody>
      </p:sp>
      <p:grpSp>
        <p:nvGrpSpPr>
          <p:cNvPr id="543" name="Google Shape;543;p36"/>
          <p:cNvGrpSpPr/>
          <p:nvPr/>
        </p:nvGrpSpPr>
        <p:grpSpPr>
          <a:xfrm flipH="1">
            <a:off x="680489" y="1693293"/>
            <a:ext cx="446222" cy="77476"/>
            <a:chOff x="6146875" y="1767300"/>
            <a:chExt cx="331025" cy="57475"/>
          </a:xfrm>
        </p:grpSpPr>
        <p:sp>
          <p:nvSpPr>
            <p:cNvPr id="544" name="Google Shape;544;p36"/>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6"/>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098" name="Picture 2" descr="Overview of Air Pollution from Transportation | Transportation, Air  Pollution, and Climate Change | US EPA">
            <a:extLst>
              <a:ext uri="{FF2B5EF4-FFF2-40B4-BE49-F238E27FC236}">
                <a16:creationId xmlns:a16="http://schemas.microsoft.com/office/drawing/2014/main" id="{72B24A10-320E-493E-BEAA-DDAB88517F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0"/>
            <a:ext cx="39751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407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507985" y="245379"/>
            <a:ext cx="46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t>HYPOTHESIS</a:t>
            </a:r>
            <a:endParaRPr sz="3600" b="1" dirty="0"/>
          </a:p>
        </p:txBody>
      </p:sp>
      <p:sp>
        <p:nvSpPr>
          <p:cNvPr id="457" name="Google Shape;457;p33"/>
          <p:cNvSpPr txBox="1">
            <a:spLocks noGrp="1"/>
          </p:cNvSpPr>
          <p:nvPr>
            <p:ph type="body" idx="1"/>
          </p:nvPr>
        </p:nvSpPr>
        <p:spPr>
          <a:xfrm>
            <a:off x="507985" y="1127916"/>
            <a:ext cx="4445015" cy="3679965"/>
          </a:xfrm>
          <a:prstGeom prst="rect">
            <a:avLst/>
          </a:prstGeom>
        </p:spPr>
        <p:txBody>
          <a:bodyPr spcFirstLastPara="1" wrap="square" lIns="91425" tIns="91425" rIns="91425" bIns="91425" anchor="t" anchorCtr="0">
            <a:noAutofit/>
          </a:bodyPr>
          <a:lstStyle/>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NULL HYPOTHESIS:</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00</a:t>
            </a:r>
            <a:r>
              <a:rPr lang="en-US" sz="1400" dirty="0">
                <a:solidFill>
                  <a:schemeClr val="accent6"/>
                </a:solidFill>
                <a:latin typeface="Open Sans" panose="020B0604020202020204" charset="0"/>
                <a:ea typeface="Open Sans" panose="020B0604020202020204" charset="0"/>
                <a:cs typeface="Open Sans" panose="020B0604020202020204" charset="0"/>
              </a:rPr>
              <a:t> : Air Quality is not significantly affected by changes in Car Density</a:t>
            </a: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r>
              <a:rPr lang="en-US" sz="1400" dirty="0">
                <a:solidFill>
                  <a:schemeClr val="accent6"/>
                </a:solidFill>
                <a:latin typeface="Open Sans" panose="020B0604020202020204" charset="0"/>
                <a:ea typeface="Open Sans" panose="020B0604020202020204" charset="0"/>
                <a:cs typeface="Open Sans" panose="020B0604020202020204" charset="0"/>
              </a:rPr>
              <a:t> : Air Quality is not significantly affected by changes in population of the city</a:t>
            </a:r>
          </a:p>
          <a:p>
            <a:pPr marL="0" indent="0">
              <a:buClr>
                <a:srgbClr val="000000"/>
              </a:buClr>
              <a:buNone/>
            </a:pP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ALTERNATE HYPOTHESES:</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10</a:t>
            </a:r>
            <a:r>
              <a:rPr lang="en-US" sz="1400" dirty="0">
                <a:solidFill>
                  <a:schemeClr val="accent6"/>
                </a:solidFill>
                <a:latin typeface="Open Sans" panose="020B0604020202020204" charset="0"/>
                <a:ea typeface="Open Sans" panose="020B0604020202020204" charset="0"/>
                <a:cs typeface="Open Sans" panose="020B0604020202020204" charset="0"/>
              </a:rPr>
              <a:t> : Air Quality differs significantly due to car density in the cities</a:t>
            </a: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11</a:t>
            </a:r>
            <a:r>
              <a:rPr lang="en-US" sz="1400" dirty="0">
                <a:solidFill>
                  <a:schemeClr val="accent6"/>
                </a:solidFill>
                <a:latin typeface="Open Sans" panose="020B0604020202020204" charset="0"/>
                <a:ea typeface="Open Sans" panose="020B0604020202020204" charset="0"/>
                <a:cs typeface="Open Sans" panose="020B0604020202020204" charset="0"/>
              </a:rPr>
              <a:t> : Air Quality differs significantly due to the population of the cities divided into tiers.</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TEST USED:</a:t>
            </a: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dirty="0">
                <a:solidFill>
                  <a:schemeClr val="accent6"/>
                </a:solidFill>
                <a:latin typeface="Open Sans" panose="020B0604020202020204" charset="0"/>
                <a:ea typeface="Open Sans" panose="020B0604020202020204" charset="0"/>
                <a:cs typeface="Open Sans" panose="020B0604020202020204" charset="0"/>
              </a:rPr>
              <a:t>Two Way ANOVA (Two Way Analysis of Variance)</a:t>
            </a:r>
          </a:p>
        </p:txBody>
      </p:sp>
      <p:grpSp>
        <p:nvGrpSpPr>
          <p:cNvPr id="458" name="Google Shape;458;p33"/>
          <p:cNvGrpSpPr/>
          <p:nvPr/>
        </p:nvGrpSpPr>
        <p:grpSpPr>
          <a:xfrm flipH="1">
            <a:off x="608653" y="971515"/>
            <a:ext cx="446222" cy="77476"/>
            <a:chOff x="6146875" y="1767300"/>
            <a:chExt cx="331025" cy="57475"/>
          </a:xfrm>
        </p:grpSpPr>
        <p:sp>
          <p:nvSpPr>
            <p:cNvPr id="459" name="Google Shape;459;p33"/>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8" name="Chart 7">
            <a:extLst>
              <a:ext uri="{FF2B5EF4-FFF2-40B4-BE49-F238E27FC236}">
                <a16:creationId xmlns:a16="http://schemas.microsoft.com/office/drawing/2014/main" id="{972C503B-3D02-4A8D-9CBC-6A874237CCC8}"/>
              </a:ext>
            </a:extLst>
          </p:cNvPr>
          <p:cNvGraphicFramePr>
            <a:graphicFrameLocks/>
          </p:cNvGraphicFramePr>
          <p:nvPr>
            <p:extLst>
              <p:ext uri="{D42A27DB-BD31-4B8C-83A1-F6EECF244321}">
                <p14:modId xmlns:p14="http://schemas.microsoft.com/office/powerpoint/2010/main" val="1251407561"/>
              </p:ext>
            </p:extLst>
          </p:nvPr>
        </p:nvGraphicFramePr>
        <p:xfrm>
          <a:off x="5173982" y="1127916"/>
          <a:ext cx="3017520" cy="180019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633BF333-9B6B-4DAA-A6F8-5543D30DFD24}"/>
              </a:ext>
            </a:extLst>
          </p:cNvPr>
          <p:cNvGraphicFramePr>
            <a:graphicFrameLocks/>
          </p:cNvGraphicFramePr>
          <p:nvPr>
            <p:extLst>
              <p:ext uri="{D42A27DB-BD31-4B8C-83A1-F6EECF244321}">
                <p14:modId xmlns:p14="http://schemas.microsoft.com/office/powerpoint/2010/main" val="2981596976"/>
              </p:ext>
            </p:extLst>
          </p:nvPr>
        </p:nvGraphicFramePr>
        <p:xfrm>
          <a:off x="5173982" y="3012317"/>
          <a:ext cx="3017520" cy="18700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29469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717525" y="548746"/>
            <a:ext cx="46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b="1" dirty="0"/>
              <a:t>DATA</a:t>
            </a:r>
            <a:endParaRPr sz="3200" b="1" dirty="0"/>
          </a:p>
        </p:txBody>
      </p:sp>
      <p:grpSp>
        <p:nvGrpSpPr>
          <p:cNvPr id="458" name="Google Shape;458;p33"/>
          <p:cNvGrpSpPr/>
          <p:nvPr/>
        </p:nvGrpSpPr>
        <p:grpSpPr>
          <a:xfrm flipH="1">
            <a:off x="809989" y="1172656"/>
            <a:ext cx="446222" cy="77476"/>
            <a:chOff x="6146875" y="1767300"/>
            <a:chExt cx="331025" cy="57475"/>
          </a:xfrm>
        </p:grpSpPr>
        <p:sp>
          <p:nvSpPr>
            <p:cNvPr id="459" name="Google Shape;459;p33"/>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3" name="Table 2">
            <a:extLst>
              <a:ext uri="{FF2B5EF4-FFF2-40B4-BE49-F238E27FC236}">
                <a16:creationId xmlns:a16="http://schemas.microsoft.com/office/drawing/2014/main" id="{FE640A01-95DE-4C14-8D0D-EBC7165CB037}"/>
              </a:ext>
            </a:extLst>
          </p:cNvPr>
          <p:cNvGraphicFramePr>
            <a:graphicFrameLocks noGrp="1"/>
          </p:cNvGraphicFramePr>
          <p:nvPr>
            <p:extLst>
              <p:ext uri="{D42A27DB-BD31-4B8C-83A1-F6EECF244321}">
                <p14:modId xmlns:p14="http://schemas.microsoft.com/office/powerpoint/2010/main" val="2612601886"/>
              </p:ext>
            </p:extLst>
          </p:nvPr>
        </p:nvGraphicFramePr>
        <p:xfrm>
          <a:off x="809988" y="2811258"/>
          <a:ext cx="2795451" cy="1288828"/>
        </p:xfrm>
        <a:graphic>
          <a:graphicData uri="http://schemas.openxmlformats.org/drawingml/2006/table">
            <a:tbl>
              <a:tblPr>
                <a:tableStyleId>{AF606853-7671-496A-8E4F-DF71F8EC918B}</a:tableStyleId>
              </a:tblPr>
              <a:tblGrid>
                <a:gridCol w="1355370">
                  <a:extLst>
                    <a:ext uri="{9D8B030D-6E8A-4147-A177-3AD203B41FA5}">
                      <a16:colId xmlns:a16="http://schemas.microsoft.com/office/drawing/2014/main" val="628464708"/>
                    </a:ext>
                  </a:extLst>
                </a:gridCol>
                <a:gridCol w="1440081">
                  <a:extLst>
                    <a:ext uri="{9D8B030D-6E8A-4147-A177-3AD203B41FA5}">
                      <a16:colId xmlns:a16="http://schemas.microsoft.com/office/drawing/2014/main" val="4014051213"/>
                    </a:ext>
                  </a:extLst>
                </a:gridCol>
              </a:tblGrid>
              <a:tr h="322207">
                <a:tc gridSpan="2">
                  <a:txBody>
                    <a:bodyPr/>
                    <a:lstStyle/>
                    <a:p>
                      <a:pPr algn="ctr" fontAlgn="b"/>
                      <a:r>
                        <a:rPr lang="en-US" sz="2000" b="1" u="none" strike="noStrike" dirty="0">
                          <a:effectLst/>
                        </a:rPr>
                        <a:t>TIER CATEGORY</a:t>
                      </a:r>
                      <a:endParaRPr lang="en-US" sz="2000" b="1"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GB"/>
                    </a:p>
                  </a:txBody>
                  <a:tcPr/>
                </a:tc>
                <a:extLst>
                  <a:ext uri="{0D108BD9-81ED-4DB2-BD59-A6C34878D82A}">
                    <a16:rowId xmlns:a16="http://schemas.microsoft.com/office/drawing/2014/main" val="2179656195"/>
                  </a:ext>
                </a:extLst>
              </a:tr>
              <a:tr h="322207">
                <a:tc>
                  <a:txBody>
                    <a:bodyPr/>
                    <a:lstStyle/>
                    <a:p>
                      <a:pPr algn="ctr" fontAlgn="b"/>
                      <a:r>
                        <a:rPr lang="en-US" sz="1800" u="none" strike="noStrike" dirty="0">
                          <a:effectLst/>
                        </a:rPr>
                        <a:t>TIER 1</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u="none" strike="noStrike" dirty="0">
                          <a:effectLst/>
                        </a:rPr>
                        <a:t>T1</a:t>
                      </a:r>
                      <a:endParaRPr lang="en-US" sz="18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4272213"/>
                  </a:ext>
                </a:extLst>
              </a:tr>
              <a:tr h="322207">
                <a:tc>
                  <a:txBody>
                    <a:bodyPr/>
                    <a:lstStyle/>
                    <a:p>
                      <a:pPr algn="ctr" fontAlgn="b"/>
                      <a:r>
                        <a:rPr lang="en-US" sz="1800" u="none" strike="noStrike" dirty="0">
                          <a:effectLst/>
                        </a:rPr>
                        <a:t>TIER 2</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u="none" strike="noStrike" dirty="0">
                          <a:effectLst/>
                        </a:rPr>
                        <a:t>T2</a:t>
                      </a:r>
                      <a:endParaRPr lang="en-US" sz="18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90256318"/>
                  </a:ext>
                </a:extLst>
              </a:tr>
              <a:tr h="322207">
                <a:tc>
                  <a:txBody>
                    <a:bodyPr/>
                    <a:lstStyle/>
                    <a:p>
                      <a:pPr algn="ctr" fontAlgn="b"/>
                      <a:r>
                        <a:rPr lang="en-US" sz="1800" u="none" strike="noStrike" dirty="0">
                          <a:effectLst/>
                        </a:rPr>
                        <a:t>TIER 3</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u="none" strike="noStrike" dirty="0">
                          <a:effectLst/>
                        </a:rPr>
                        <a:t>T3</a:t>
                      </a:r>
                      <a:endParaRPr lang="en-US" sz="18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07544089"/>
                  </a:ext>
                </a:extLst>
              </a:tr>
            </a:tbl>
          </a:graphicData>
        </a:graphic>
      </p:graphicFrame>
      <p:graphicFrame>
        <p:nvGraphicFramePr>
          <p:cNvPr id="9" name="Table 8">
            <a:extLst>
              <a:ext uri="{FF2B5EF4-FFF2-40B4-BE49-F238E27FC236}">
                <a16:creationId xmlns:a16="http://schemas.microsoft.com/office/drawing/2014/main" id="{ADBC1498-1D53-41BF-A119-4F9BCFA6E978}"/>
              </a:ext>
            </a:extLst>
          </p:cNvPr>
          <p:cNvGraphicFramePr>
            <a:graphicFrameLocks noGrp="1"/>
          </p:cNvGraphicFramePr>
          <p:nvPr>
            <p:extLst>
              <p:ext uri="{D42A27DB-BD31-4B8C-83A1-F6EECF244321}">
                <p14:modId xmlns:p14="http://schemas.microsoft.com/office/powerpoint/2010/main" val="463558539"/>
              </p:ext>
            </p:extLst>
          </p:nvPr>
        </p:nvGraphicFramePr>
        <p:xfrm>
          <a:off x="809989" y="1594450"/>
          <a:ext cx="2795451" cy="872490"/>
        </p:xfrm>
        <a:graphic>
          <a:graphicData uri="http://schemas.openxmlformats.org/drawingml/2006/table">
            <a:tbl>
              <a:tblPr>
                <a:tableStyleId>{8FD4443E-F989-4FC4-A0C8-D5A2AF1F390B}</a:tableStyleId>
              </a:tblPr>
              <a:tblGrid>
                <a:gridCol w="1505244">
                  <a:extLst>
                    <a:ext uri="{9D8B030D-6E8A-4147-A177-3AD203B41FA5}">
                      <a16:colId xmlns:a16="http://schemas.microsoft.com/office/drawing/2014/main" val="1364698109"/>
                    </a:ext>
                  </a:extLst>
                </a:gridCol>
                <a:gridCol w="1290207">
                  <a:extLst>
                    <a:ext uri="{9D8B030D-6E8A-4147-A177-3AD203B41FA5}">
                      <a16:colId xmlns:a16="http://schemas.microsoft.com/office/drawing/2014/main" val="1221540374"/>
                    </a:ext>
                  </a:extLst>
                </a:gridCol>
              </a:tblGrid>
              <a:tr h="278674">
                <a:tc gridSpan="2">
                  <a:txBody>
                    <a:bodyPr/>
                    <a:lstStyle/>
                    <a:p>
                      <a:pPr algn="ctr" fontAlgn="b"/>
                      <a:r>
                        <a:rPr lang="en-US" sz="2000" b="1" u="none" strike="noStrike" dirty="0">
                          <a:effectLst/>
                        </a:rPr>
                        <a:t>CAR DENSITY</a:t>
                      </a:r>
                      <a:endParaRPr lang="en-US" sz="2000" b="1" i="0" u="none" strike="noStrike" dirty="0">
                        <a:solidFill>
                          <a:srgbClr val="000000"/>
                        </a:solidFill>
                        <a:effectLst/>
                        <a:latin typeface="Calibri" panose="020F0502020204030204" pitchFamily="34" charset="0"/>
                      </a:endParaRPr>
                    </a:p>
                  </a:txBody>
                  <a:tcPr marL="6350" marR="6350" marT="6350" marB="0" anchor="ctr"/>
                </a:tc>
                <a:tc hMerge="1">
                  <a:txBody>
                    <a:bodyPr/>
                    <a:lstStyle/>
                    <a:p>
                      <a:endParaRPr lang="en-GB"/>
                    </a:p>
                  </a:txBody>
                  <a:tcPr/>
                </a:tc>
                <a:extLst>
                  <a:ext uri="{0D108BD9-81ED-4DB2-BD59-A6C34878D82A}">
                    <a16:rowId xmlns:a16="http://schemas.microsoft.com/office/drawing/2014/main" val="3956775362"/>
                  </a:ext>
                </a:extLst>
              </a:tr>
              <a:tr h="278674">
                <a:tc>
                  <a:txBody>
                    <a:bodyPr/>
                    <a:lstStyle/>
                    <a:p>
                      <a:pPr algn="ctr" fontAlgn="b"/>
                      <a:r>
                        <a:rPr lang="en-US" sz="1800" b="0" u="none" strike="noStrike" dirty="0">
                          <a:effectLst/>
                        </a:rPr>
                        <a:t>0-20</a:t>
                      </a:r>
                      <a:endParaRPr lang="en-U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b="0" u="none" strike="noStrike" dirty="0">
                          <a:effectLst/>
                        </a:rPr>
                        <a:t>A</a:t>
                      </a:r>
                      <a:endParaRPr lang="en-US"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48253415"/>
                  </a:ext>
                </a:extLst>
              </a:tr>
              <a:tr h="278674">
                <a:tc>
                  <a:txBody>
                    <a:bodyPr/>
                    <a:lstStyle/>
                    <a:p>
                      <a:pPr algn="ctr" fontAlgn="b"/>
                      <a:r>
                        <a:rPr lang="en-US" sz="1800" b="0" u="none" strike="noStrike" dirty="0">
                          <a:effectLst/>
                        </a:rPr>
                        <a:t>&gt;20</a:t>
                      </a:r>
                      <a:endParaRPr lang="en-U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n-US" sz="1800" b="0" u="none" strike="noStrike" dirty="0">
                          <a:effectLst/>
                        </a:rPr>
                        <a:t>B</a:t>
                      </a:r>
                      <a:endParaRPr lang="en-US"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43195664"/>
                  </a:ext>
                </a:extLst>
              </a:tr>
            </a:tbl>
          </a:graphicData>
        </a:graphic>
      </p:graphicFrame>
      <p:graphicFrame>
        <p:nvGraphicFramePr>
          <p:cNvPr id="10" name="Chart 9">
            <a:extLst>
              <a:ext uri="{FF2B5EF4-FFF2-40B4-BE49-F238E27FC236}">
                <a16:creationId xmlns:a16="http://schemas.microsoft.com/office/drawing/2014/main" id="{3FE100E9-8507-42F7-8029-37EE9D2A3F58}"/>
              </a:ext>
            </a:extLst>
          </p:cNvPr>
          <p:cNvGraphicFramePr>
            <a:graphicFrameLocks/>
          </p:cNvGraphicFramePr>
          <p:nvPr>
            <p:extLst>
              <p:ext uri="{D42A27DB-BD31-4B8C-83A1-F6EECF244321}">
                <p14:modId xmlns:p14="http://schemas.microsoft.com/office/powerpoint/2010/main" val="1723830584"/>
              </p:ext>
            </p:extLst>
          </p:nvPr>
        </p:nvGraphicFramePr>
        <p:xfrm>
          <a:off x="3925293" y="1443902"/>
          <a:ext cx="4981212" cy="322241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49146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325639" y="389806"/>
            <a:ext cx="46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b="1" dirty="0"/>
              <a:t>DATA DISTRIBUTION</a:t>
            </a:r>
            <a:endParaRPr sz="3200" b="1" dirty="0"/>
          </a:p>
        </p:txBody>
      </p:sp>
      <p:sp>
        <p:nvSpPr>
          <p:cNvPr id="457" name="Google Shape;457;p33"/>
          <p:cNvSpPr txBox="1">
            <a:spLocks noGrp="1"/>
          </p:cNvSpPr>
          <p:nvPr>
            <p:ph type="body" idx="1"/>
          </p:nvPr>
        </p:nvSpPr>
        <p:spPr>
          <a:xfrm>
            <a:off x="717449" y="1481774"/>
            <a:ext cx="7587651" cy="3121200"/>
          </a:xfrm>
          <a:prstGeom prst="rect">
            <a:avLst/>
          </a:prstGeom>
        </p:spPr>
        <p:txBody>
          <a:bodyPr spcFirstLastPara="1" wrap="square" lIns="91425" tIns="91425" rIns="91425" bIns="91425" anchor="t" anchorCtr="0">
            <a:noAutofit/>
          </a:bodyPr>
          <a:lstStyle/>
          <a:p>
            <a:pPr marL="0" indent="0">
              <a:buClr>
                <a:srgbClr val="000000"/>
              </a:buClr>
              <a:buNone/>
            </a:pPr>
            <a:r>
              <a:rPr lang="en-US" sz="1400" b="0" i="0" dirty="0">
                <a:solidFill>
                  <a:schemeClr val="accent6"/>
                </a:solidFill>
                <a:effectLst/>
                <a:latin typeface="Open Sans" panose="020B0604020202020204" charset="0"/>
                <a:ea typeface="Open Sans" panose="020B0604020202020204" charset="0"/>
                <a:cs typeface="Open Sans" panose="020B0604020202020204" charset="0"/>
              </a:rPr>
              <a:t> </a:t>
            </a:r>
            <a:endParaRPr sz="1000" dirty="0">
              <a:solidFill>
                <a:schemeClr val="accent6"/>
              </a:solidFill>
              <a:latin typeface="Open Sans" panose="020B0604020202020204" charset="0"/>
              <a:ea typeface="Open Sans" panose="020B0604020202020204" charset="0"/>
              <a:cs typeface="Open Sans" panose="020B0604020202020204" charset="0"/>
            </a:endParaRPr>
          </a:p>
        </p:txBody>
      </p:sp>
      <p:grpSp>
        <p:nvGrpSpPr>
          <p:cNvPr id="458" name="Google Shape;458;p33"/>
          <p:cNvGrpSpPr/>
          <p:nvPr/>
        </p:nvGrpSpPr>
        <p:grpSpPr>
          <a:xfrm flipH="1">
            <a:off x="437188" y="1047896"/>
            <a:ext cx="446222" cy="77476"/>
            <a:chOff x="6146875" y="1767300"/>
            <a:chExt cx="331025" cy="57475"/>
          </a:xfrm>
        </p:grpSpPr>
        <p:sp>
          <p:nvSpPr>
            <p:cNvPr id="459" name="Google Shape;459;p33"/>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4" name="Table 3">
            <a:extLst>
              <a:ext uri="{FF2B5EF4-FFF2-40B4-BE49-F238E27FC236}">
                <a16:creationId xmlns:a16="http://schemas.microsoft.com/office/drawing/2014/main" id="{D64891C8-FD21-49F9-88F7-508E26383A58}"/>
              </a:ext>
            </a:extLst>
          </p:cNvPr>
          <p:cNvGraphicFramePr>
            <a:graphicFrameLocks noGrp="1"/>
          </p:cNvGraphicFramePr>
          <p:nvPr>
            <p:extLst>
              <p:ext uri="{D42A27DB-BD31-4B8C-83A1-F6EECF244321}">
                <p14:modId xmlns:p14="http://schemas.microsoft.com/office/powerpoint/2010/main" val="3754867383"/>
              </p:ext>
            </p:extLst>
          </p:nvPr>
        </p:nvGraphicFramePr>
        <p:xfrm>
          <a:off x="487148" y="1162050"/>
          <a:ext cx="7716212" cy="1409700"/>
        </p:xfrm>
        <a:graphic>
          <a:graphicData uri="http://schemas.openxmlformats.org/drawingml/2006/table">
            <a:tbl>
              <a:tblPr>
                <a:tableStyleId>{EB74EF8F-9165-4742-970A-F2D2CCFD133E}</a:tableStyleId>
              </a:tblPr>
              <a:tblGrid>
                <a:gridCol w="1266841">
                  <a:extLst>
                    <a:ext uri="{9D8B030D-6E8A-4147-A177-3AD203B41FA5}">
                      <a16:colId xmlns:a16="http://schemas.microsoft.com/office/drawing/2014/main" val="345222639"/>
                    </a:ext>
                  </a:extLst>
                </a:gridCol>
                <a:gridCol w="1373865">
                  <a:extLst>
                    <a:ext uri="{9D8B030D-6E8A-4147-A177-3AD203B41FA5}">
                      <a16:colId xmlns:a16="http://schemas.microsoft.com/office/drawing/2014/main" val="825800543"/>
                    </a:ext>
                  </a:extLst>
                </a:gridCol>
                <a:gridCol w="1394805">
                  <a:extLst>
                    <a:ext uri="{9D8B030D-6E8A-4147-A177-3AD203B41FA5}">
                      <a16:colId xmlns:a16="http://schemas.microsoft.com/office/drawing/2014/main" val="3531422617"/>
                    </a:ext>
                  </a:extLst>
                </a:gridCol>
                <a:gridCol w="1382008">
                  <a:extLst>
                    <a:ext uri="{9D8B030D-6E8A-4147-A177-3AD203B41FA5}">
                      <a16:colId xmlns:a16="http://schemas.microsoft.com/office/drawing/2014/main" val="3170273325"/>
                    </a:ext>
                  </a:extLst>
                </a:gridCol>
                <a:gridCol w="1318025">
                  <a:extLst>
                    <a:ext uri="{9D8B030D-6E8A-4147-A177-3AD203B41FA5}">
                      <a16:colId xmlns:a16="http://schemas.microsoft.com/office/drawing/2014/main" val="2858121802"/>
                    </a:ext>
                  </a:extLst>
                </a:gridCol>
                <a:gridCol w="980668">
                  <a:extLst>
                    <a:ext uri="{9D8B030D-6E8A-4147-A177-3AD203B41FA5}">
                      <a16:colId xmlns:a16="http://schemas.microsoft.com/office/drawing/2014/main" val="2066272389"/>
                    </a:ext>
                  </a:extLst>
                </a:gridCol>
              </a:tblGrid>
              <a:tr h="304800">
                <a:tc>
                  <a:txBody>
                    <a:bodyPr/>
                    <a:lstStyle/>
                    <a:p>
                      <a:pPr algn="ctr" fontAlgn="b"/>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6350" marR="6350" marT="635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chemeClr val="bg1"/>
                          </a:solidFill>
                          <a:effectLst/>
                          <a:latin typeface="Calibri" panose="020F0502020204030204" pitchFamily="34" charset="0"/>
                        </a:rPr>
                        <a:t>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r>
                        <a:rPr lang="en-US" sz="1600" b="1" i="0" u="none" strike="noStrike" dirty="0">
                          <a:solidFill>
                            <a:schemeClr val="bg1"/>
                          </a:solidFill>
                          <a:effectLst/>
                          <a:latin typeface="Calibri" panose="020F0502020204030204" pitchFamily="34" charset="0"/>
                        </a:rPr>
                        <a:t>T2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r>
                        <a:rPr lang="en-US" sz="1600" b="1" i="0" u="none" strike="noStrike" dirty="0">
                          <a:solidFill>
                            <a:schemeClr val="bg1"/>
                          </a:solidFill>
                          <a:effectLst/>
                          <a:latin typeface="Calibri" panose="020F0502020204030204" pitchFamily="34" charset="0"/>
                        </a:rPr>
                        <a:t>T3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en-US" sz="1600" b="1" u="none" strike="noStrike" dirty="0">
                          <a:solidFill>
                            <a:srgbClr val="002060"/>
                          </a:solidFill>
                          <a:effectLst/>
                        </a:rPr>
                        <a:t>T</a:t>
                      </a:r>
                      <a:r>
                        <a:rPr lang="en-US" sz="1600" b="1" u="none" strike="noStrike" baseline="-25000" dirty="0">
                          <a:solidFill>
                            <a:srgbClr val="002060"/>
                          </a:solidFill>
                          <a:effectLst/>
                        </a:rPr>
                        <a:t>i.</a:t>
                      </a:r>
                      <a:endParaRPr lang="en-US" sz="16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err="1">
                          <a:solidFill>
                            <a:srgbClr val="002060"/>
                          </a:solidFill>
                          <a:effectLst/>
                        </a:rPr>
                        <a:t>n</a:t>
                      </a:r>
                      <a:r>
                        <a:rPr lang="en-US" sz="1600" b="1" u="none" strike="noStrike" baseline="-25000" dirty="0" err="1">
                          <a:solidFill>
                            <a:srgbClr val="002060"/>
                          </a:solidFill>
                          <a:effectLst/>
                        </a:rPr>
                        <a:t>i</a:t>
                      </a:r>
                      <a:r>
                        <a:rPr lang="en-US" sz="1600" b="1" u="none" strike="noStrike" baseline="-25000" dirty="0">
                          <a:solidFill>
                            <a:srgbClr val="002060"/>
                          </a:solidFill>
                          <a:effectLst/>
                        </a:rPr>
                        <a:t>.</a:t>
                      </a:r>
                      <a:endParaRPr lang="en-US" sz="16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060817"/>
                  </a:ext>
                </a:extLst>
              </a:tr>
              <a:tr h="266700">
                <a:tc>
                  <a:txBody>
                    <a:bodyPr/>
                    <a:lstStyle/>
                    <a:p>
                      <a:pPr algn="ctr" fontAlgn="b"/>
                      <a:r>
                        <a:rPr lang="en-US" sz="1600" b="1" u="none" strike="noStrike" dirty="0">
                          <a:solidFill>
                            <a:schemeClr val="bg1"/>
                          </a:solidFill>
                          <a:effectLst/>
                        </a:rPr>
                        <a:t>A</a:t>
                      </a:r>
                      <a:endParaRPr lang="en-US" sz="16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188.92634</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tx1"/>
                          </a:solidFill>
                          <a:effectLst/>
                          <a:latin typeface="+mn-lt"/>
                          <a:ea typeface="+mn-ea"/>
                          <a:cs typeface="+mn-cs"/>
                          <a:sym typeface="Arial"/>
                        </a:rPr>
                        <a:t>133.7808</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tx1"/>
                          </a:solidFill>
                          <a:effectLst/>
                          <a:latin typeface="+mn-lt"/>
                          <a:ea typeface="+mn-ea"/>
                          <a:cs typeface="+mn-cs"/>
                          <a:sym typeface="Arial"/>
                        </a:rPr>
                        <a:t>147.43107</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tx1"/>
                          </a:solidFill>
                          <a:effectLst/>
                          <a:latin typeface="+mn-lt"/>
                          <a:ea typeface="+mn-ea"/>
                          <a:cs typeface="+mn-cs"/>
                          <a:sym typeface="Arial"/>
                        </a:rPr>
                        <a:t>470.1382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tx1"/>
                          </a:solidFill>
                          <a:effectLst/>
                          <a:latin typeface="+mn-lt"/>
                          <a:ea typeface="+mn-ea"/>
                          <a:cs typeface="+mn-cs"/>
                          <a:sym typeface="Arial"/>
                        </a:rPr>
                        <a:t>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3414002"/>
                  </a:ext>
                </a:extLst>
              </a:tr>
              <a:tr h="266700">
                <a:tc>
                  <a:txBody>
                    <a:bodyPr/>
                    <a:lstStyle/>
                    <a:p>
                      <a:pPr algn="ctr" fontAlgn="b"/>
                      <a:r>
                        <a:rPr lang="en-US" sz="1600" b="1" u="none" strike="noStrike" dirty="0">
                          <a:solidFill>
                            <a:schemeClr val="bg1"/>
                          </a:solidFill>
                          <a:effectLst/>
                        </a:rPr>
                        <a:t>B</a:t>
                      </a:r>
                      <a:endParaRPr lang="en-US" sz="16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104.86778</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tx1"/>
                          </a:solidFill>
                          <a:effectLst/>
                          <a:latin typeface="+mn-lt"/>
                          <a:ea typeface="+mn-ea"/>
                          <a:cs typeface="+mn-cs"/>
                          <a:sym typeface="Arial"/>
                        </a:rPr>
                        <a:t>88.12546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88.125461</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281.1187</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tx1"/>
                          </a:solidFill>
                          <a:effectLst/>
                          <a:latin typeface="+mn-lt"/>
                          <a:ea typeface="+mn-ea"/>
                          <a:cs typeface="+mn-cs"/>
                          <a:sym typeface="Arial"/>
                        </a:rPr>
                        <a:t>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9497107"/>
                  </a:ext>
                </a:extLst>
              </a:tr>
              <a:tr h="304800">
                <a:tc>
                  <a:txBody>
                    <a:bodyPr/>
                    <a:lstStyle/>
                    <a:p>
                      <a:pPr algn="ctr" fontAlgn="b"/>
                      <a:r>
                        <a:rPr lang="en-US" sz="1600" b="1" u="none" strike="noStrike" dirty="0">
                          <a:solidFill>
                            <a:srgbClr val="002060"/>
                          </a:solidFill>
                          <a:effectLst/>
                        </a:rPr>
                        <a:t>T</a:t>
                      </a:r>
                      <a:r>
                        <a:rPr lang="en-US" sz="1600" b="1" u="none" strike="noStrike" baseline="-25000" dirty="0">
                          <a:solidFill>
                            <a:srgbClr val="002060"/>
                          </a:solidFill>
                          <a:effectLst/>
                        </a:rPr>
                        <a:t>.j</a:t>
                      </a:r>
                      <a:endParaRPr lang="en-US" sz="16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tx1"/>
                          </a:solidFill>
                          <a:effectLst/>
                          <a:latin typeface="+mn-lt"/>
                          <a:ea typeface="+mn-ea"/>
                          <a:cs typeface="+mn-cs"/>
                          <a:sym typeface="Arial"/>
                        </a:rPr>
                        <a:t>293.79413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221.9063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tx1"/>
                          </a:solidFill>
                          <a:effectLst/>
                          <a:latin typeface="+mn-lt"/>
                          <a:ea typeface="+mn-ea"/>
                          <a:cs typeface="+mn-cs"/>
                          <a:sym typeface="Arial"/>
                        </a:rPr>
                        <a:t>235.55653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R="0" algn="ctr" rtl="0" fontAlgn="ctr">
                        <a:lnSpc>
                          <a:spcPct val="100000"/>
                        </a:lnSpc>
                        <a:spcBef>
                          <a:spcPts val="0"/>
                        </a:spcBef>
                        <a:spcAft>
                          <a:spcPts val="0"/>
                        </a:spcAft>
                        <a:buClr>
                          <a:srgbClr val="000000"/>
                        </a:buClr>
                        <a:buFont typeface="Arial"/>
                      </a:pPr>
                      <a:endParaRPr lang="en-US" sz="1400" b="0" i="0" u="none" strike="noStrike" cap="none" dirty="0">
                        <a:solidFill>
                          <a:schemeClr val="tx1"/>
                        </a:solidFill>
                        <a:effectLst/>
                        <a:latin typeface="+mn-lt"/>
                        <a:ea typeface="+mn-ea"/>
                        <a:cs typeface="+mn-cs"/>
                        <a:sym typeface="Arial"/>
                      </a:endParaRPr>
                    </a:p>
                  </a:txBody>
                  <a:tcPr marL="6350" marR="6350" marT="6350" marB="0" anchor="b">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tcPr>
                </a:tc>
                <a:tc hMerge="1">
                  <a:txBody>
                    <a:bodyPr/>
                    <a:lstStyle/>
                    <a:p>
                      <a:pPr marR="0" algn="ctr" rtl="0" fontAlgn="ctr">
                        <a:lnSpc>
                          <a:spcPct val="100000"/>
                        </a:lnSpc>
                        <a:spcBef>
                          <a:spcPts val="0"/>
                        </a:spcBef>
                        <a:spcAft>
                          <a:spcPts val="0"/>
                        </a:spcAft>
                        <a:buClr>
                          <a:srgbClr val="000000"/>
                        </a:buClr>
                        <a:buFont typeface="Arial"/>
                      </a:pPr>
                      <a:endParaRPr lang="en-US" sz="1400" b="0" i="0" u="none" strike="noStrike" cap="none">
                        <a:solidFill>
                          <a:schemeClr val="tx1"/>
                        </a:solidFill>
                        <a:effectLst/>
                        <a:latin typeface="+mn-lt"/>
                        <a:ea typeface="+mn-ea"/>
                        <a:cs typeface="+mn-cs"/>
                        <a:sym typeface="Arial"/>
                      </a:endParaRPr>
                    </a:p>
                  </a:txBody>
                  <a:tcPr marL="6350" marR="6350" marT="6350"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39798320"/>
                  </a:ext>
                </a:extLst>
              </a:tr>
              <a:tr h="266700">
                <a:tc>
                  <a:txBody>
                    <a:bodyPr/>
                    <a:lstStyle/>
                    <a:p>
                      <a:pPr algn="ctr" fontAlgn="b"/>
                      <a:r>
                        <a:rPr lang="en-US" sz="1600" b="1" u="none" strike="noStrike" dirty="0" err="1">
                          <a:solidFill>
                            <a:srgbClr val="002060"/>
                          </a:solidFill>
                          <a:effectLst/>
                        </a:rPr>
                        <a:t>n</a:t>
                      </a:r>
                      <a:r>
                        <a:rPr lang="en-US" sz="1600" b="1" u="none" strike="noStrike" baseline="-25000" dirty="0" err="1">
                          <a:solidFill>
                            <a:srgbClr val="002060"/>
                          </a:solidFill>
                          <a:effectLst/>
                        </a:rPr>
                        <a:t>.i</a:t>
                      </a:r>
                      <a:endParaRPr lang="en-US" sz="16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tx1"/>
                          </a:solidFill>
                          <a:effectLst/>
                          <a:latin typeface="+mn-lt"/>
                          <a:ea typeface="+mn-ea"/>
                          <a:cs typeface="+mn-cs"/>
                          <a:sym typeface="Arial"/>
                        </a:rPr>
                        <a:t>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R="0" algn="ctr" rtl="0" fontAlgn="ctr">
                        <a:lnSpc>
                          <a:spcPct val="100000"/>
                        </a:lnSpc>
                        <a:spcBef>
                          <a:spcPts val="0"/>
                        </a:spcBef>
                        <a:spcAft>
                          <a:spcPts val="0"/>
                        </a:spcAft>
                        <a:buClr>
                          <a:srgbClr val="000000"/>
                        </a:buClr>
                        <a:buFont typeface="Arial"/>
                      </a:pPr>
                      <a:endParaRPr lang="en-US" sz="1400" b="0" i="0" u="none" strike="noStrike" cap="none" dirty="0">
                        <a:solidFill>
                          <a:schemeClr val="tx1"/>
                        </a:solidFill>
                        <a:effectLst/>
                        <a:latin typeface="+mn-lt"/>
                        <a:ea typeface="+mn-ea"/>
                        <a:cs typeface="+mn-cs"/>
                        <a:sym typeface="Arial"/>
                      </a:endParaRPr>
                    </a:p>
                  </a:txBody>
                  <a:tcPr marL="6350" marR="6350" marT="6350" marB="0" anchor="b">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tcPr>
                </a:tc>
                <a:tc hMerge="1">
                  <a:txBody>
                    <a:bodyPr/>
                    <a:lstStyle/>
                    <a:p>
                      <a:pPr marR="0" algn="ctr" rtl="0" fontAlgn="ctr">
                        <a:lnSpc>
                          <a:spcPct val="100000"/>
                        </a:lnSpc>
                        <a:spcBef>
                          <a:spcPts val="0"/>
                        </a:spcBef>
                        <a:spcAft>
                          <a:spcPts val="0"/>
                        </a:spcAft>
                        <a:buClr>
                          <a:srgbClr val="000000"/>
                        </a:buClr>
                        <a:buFont typeface="Arial"/>
                      </a:pPr>
                      <a:endParaRPr lang="en-US" sz="1400" b="0" i="0" u="none" strike="noStrike" cap="none" dirty="0">
                        <a:solidFill>
                          <a:schemeClr val="tx1"/>
                        </a:solidFill>
                        <a:effectLst/>
                        <a:latin typeface="+mn-lt"/>
                        <a:ea typeface="+mn-ea"/>
                        <a:cs typeface="+mn-cs"/>
                        <a:sym typeface="Arial"/>
                      </a:endParaRPr>
                    </a:p>
                  </a:txBody>
                  <a:tcPr marL="6350" marR="6350" marT="6350" marB="0" anchor="b">
                    <a:lnT w="9525" cap="flat" cmpd="sng">
                      <a:noFill/>
                      <a:prstDash val="solid"/>
                      <a:round/>
                      <a:headEnd type="none" w="sm" len="sm"/>
                      <a:tailEnd type="none" w="sm" len="sm"/>
                    </a:lnT>
                  </a:tcPr>
                </a:tc>
                <a:extLst>
                  <a:ext uri="{0D108BD9-81ED-4DB2-BD59-A6C34878D82A}">
                    <a16:rowId xmlns:a16="http://schemas.microsoft.com/office/drawing/2014/main" val="3987589248"/>
                  </a:ext>
                </a:extLst>
              </a:tr>
            </a:tbl>
          </a:graphicData>
        </a:graphic>
      </p:graphicFrame>
      <p:graphicFrame>
        <p:nvGraphicFramePr>
          <p:cNvPr id="5" name="Table 4">
            <a:extLst>
              <a:ext uri="{FF2B5EF4-FFF2-40B4-BE49-F238E27FC236}">
                <a16:creationId xmlns:a16="http://schemas.microsoft.com/office/drawing/2014/main" id="{867000B3-46CD-486E-B480-0D162BF932D2}"/>
              </a:ext>
            </a:extLst>
          </p:cNvPr>
          <p:cNvGraphicFramePr>
            <a:graphicFrameLocks noGrp="1"/>
          </p:cNvGraphicFramePr>
          <p:nvPr>
            <p:extLst>
              <p:ext uri="{D42A27DB-BD31-4B8C-83A1-F6EECF244321}">
                <p14:modId xmlns:p14="http://schemas.microsoft.com/office/powerpoint/2010/main" val="1078321945"/>
              </p:ext>
            </p:extLst>
          </p:nvPr>
        </p:nvGraphicFramePr>
        <p:xfrm>
          <a:off x="5679117" y="3187573"/>
          <a:ext cx="2095602" cy="751544"/>
        </p:xfrm>
        <a:graphic>
          <a:graphicData uri="http://schemas.openxmlformats.org/drawingml/2006/table">
            <a:tbl>
              <a:tblPr>
                <a:tableStyleId>{EB74EF8F-9165-4742-970A-F2D2CCFD133E}</a:tableStyleId>
              </a:tblPr>
              <a:tblGrid>
                <a:gridCol w="874285">
                  <a:extLst>
                    <a:ext uri="{9D8B030D-6E8A-4147-A177-3AD203B41FA5}">
                      <a16:colId xmlns:a16="http://schemas.microsoft.com/office/drawing/2014/main" val="3296045859"/>
                    </a:ext>
                  </a:extLst>
                </a:gridCol>
                <a:gridCol w="1221317">
                  <a:extLst>
                    <a:ext uri="{9D8B030D-6E8A-4147-A177-3AD203B41FA5}">
                      <a16:colId xmlns:a16="http://schemas.microsoft.com/office/drawing/2014/main" val="1624795692"/>
                    </a:ext>
                  </a:extLst>
                </a:gridCol>
              </a:tblGrid>
              <a:tr h="184150">
                <a:tc>
                  <a:txBody>
                    <a:bodyPr/>
                    <a:lstStyle/>
                    <a:p>
                      <a:pPr algn="ctr" fontAlgn="b"/>
                      <a:r>
                        <a:rPr lang="en-US" sz="1500" b="1" u="none" strike="noStrike" dirty="0">
                          <a:solidFill>
                            <a:srgbClr val="002060"/>
                          </a:solidFill>
                          <a:effectLst/>
                        </a:rPr>
                        <a:t>N</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r" rtl="0" fontAlgn="b">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094475"/>
                  </a:ext>
                </a:extLst>
              </a:tr>
              <a:tr h="281644">
                <a:tc>
                  <a:txBody>
                    <a:bodyPr/>
                    <a:lstStyle/>
                    <a:p>
                      <a:pPr algn="ctr" fontAlgn="b"/>
                      <a:r>
                        <a:rPr lang="en-US" sz="1500" b="1" u="none" strike="noStrike" dirty="0">
                          <a:solidFill>
                            <a:srgbClr val="002060"/>
                          </a:solidFill>
                          <a:effectLst/>
                        </a:rPr>
                        <a:t>∑y</a:t>
                      </a:r>
                      <a:r>
                        <a:rPr lang="en-US" sz="1500" b="1" u="none" strike="noStrike" baseline="-25000" dirty="0">
                          <a:solidFill>
                            <a:srgbClr val="002060"/>
                          </a:solidFill>
                          <a:effectLst/>
                        </a:rPr>
                        <a:t>ijk</a:t>
                      </a:r>
                      <a:r>
                        <a:rPr lang="en-US" sz="1500" b="1" u="none" strike="noStrike" baseline="30000" dirty="0">
                          <a:solidFill>
                            <a:srgbClr val="002060"/>
                          </a:solidFill>
                          <a:effectLst/>
                        </a:rPr>
                        <a:t>2</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r" rtl="0" fontAlgn="b">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101855.83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0494463"/>
                  </a:ext>
                </a:extLst>
              </a:tr>
              <a:tr h="209550">
                <a:tc>
                  <a:txBody>
                    <a:bodyPr/>
                    <a:lstStyle/>
                    <a:p>
                      <a:pPr algn="ctr" fontAlgn="b"/>
                      <a:r>
                        <a:rPr lang="en-US" sz="1500" b="1" u="none" strike="noStrike" dirty="0">
                          <a:solidFill>
                            <a:srgbClr val="002060"/>
                          </a:solidFill>
                          <a:effectLst/>
                        </a:rPr>
                        <a:t>G</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r" rtl="0" fontAlgn="b">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751.256912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8452561"/>
                  </a:ext>
                </a:extLst>
              </a:tr>
            </a:tbl>
          </a:graphicData>
        </a:graphic>
      </p:graphicFrame>
      <p:graphicFrame>
        <p:nvGraphicFramePr>
          <p:cNvPr id="8" name="Table 7">
            <a:extLst>
              <a:ext uri="{FF2B5EF4-FFF2-40B4-BE49-F238E27FC236}">
                <a16:creationId xmlns:a16="http://schemas.microsoft.com/office/drawing/2014/main" id="{9AFF0CA3-143D-4D5A-AF04-1191DB6B476B}"/>
              </a:ext>
            </a:extLst>
          </p:cNvPr>
          <p:cNvGraphicFramePr>
            <a:graphicFrameLocks noGrp="1"/>
          </p:cNvGraphicFramePr>
          <p:nvPr>
            <p:extLst>
              <p:ext uri="{D42A27DB-BD31-4B8C-83A1-F6EECF244321}">
                <p14:modId xmlns:p14="http://schemas.microsoft.com/office/powerpoint/2010/main" val="952390244"/>
              </p:ext>
            </p:extLst>
          </p:nvPr>
        </p:nvGraphicFramePr>
        <p:xfrm>
          <a:off x="833433" y="3187573"/>
          <a:ext cx="2441113" cy="947908"/>
        </p:xfrm>
        <a:graphic>
          <a:graphicData uri="http://schemas.openxmlformats.org/drawingml/2006/table">
            <a:tbl>
              <a:tblPr>
                <a:tableStyleId>{EB74EF8F-9165-4742-970A-F2D2CCFD133E}</a:tableStyleId>
              </a:tblPr>
              <a:tblGrid>
                <a:gridCol w="1229873">
                  <a:extLst>
                    <a:ext uri="{9D8B030D-6E8A-4147-A177-3AD203B41FA5}">
                      <a16:colId xmlns:a16="http://schemas.microsoft.com/office/drawing/2014/main" val="3105331922"/>
                    </a:ext>
                  </a:extLst>
                </a:gridCol>
                <a:gridCol w="1211240">
                  <a:extLst>
                    <a:ext uri="{9D8B030D-6E8A-4147-A177-3AD203B41FA5}">
                      <a16:colId xmlns:a16="http://schemas.microsoft.com/office/drawing/2014/main" val="200640735"/>
                    </a:ext>
                  </a:extLst>
                </a:gridCol>
              </a:tblGrid>
              <a:tr h="277346">
                <a:tc>
                  <a:txBody>
                    <a:bodyPr/>
                    <a:lstStyle/>
                    <a:p>
                      <a:pPr algn="ctr" fontAlgn="b"/>
                      <a:r>
                        <a:rPr lang="en-US" sz="1500" b="1" u="none" strike="noStrike" dirty="0">
                          <a:solidFill>
                            <a:srgbClr val="002060"/>
                          </a:solidFill>
                          <a:effectLst/>
                        </a:rPr>
                        <a:t>G</a:t>
                      </a:r>
                      <a:r>
                        <a:rPr lang="en-US" sz="1500" b="1" u="none" strike="noStrike" baseline="30000" dirty="0">
                          <a:solidFill>
                            <a:srgbClr val="002060"/>
                          </a:solidFill>
                          <a:effectLst/>
                        </a:rPr>
                        <a:t>2</a:t>
                      </a:r>
                      <a:r>
                        <a:rPr lang="en-US" sz="1500" b="1" u="none" strike="noStrike" dirty="0">
                          <a:solidFill>
                            <a:srgbClr val="002060"/>
                          </a:solidFill>
                          <a:effectLst/>
                        </a:rPr>
                        <a:t>/N</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cap="none" dirty="0">
                          <a:solidFill>
                            <a:schemeClr val="tx1"/>
                          </a:solidFill>
                          <a:effectLst/>
                          <a:latin typeface="+mn-lt"/>
                          <a:ea typeface="+mn-ea"/>
                          <a:cs typeface="+mn-cs"/>
                          <a:sym typeface="Arial"/>
                        </a:rPr>
                        <a:t>94064.49131</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4080317"/>
                  </a:ext>
                </a:extLst>
              </a:tr>
              <a:tr h="335281">
                <a:tc>
                  <a:txBody>
                    <a:bodyPr/>
                    <a:lstStyle/>
                    <a:p>
                      <a:pPr algn="ctr" fontAlgn="b"/>
                      <a:r>
                        <a:rPr lang="en-US" sz="1500" b="1" u="none" strike="noStrike" dirty="0">
                          <a:solidFill>
                            <a:srgbClr val="002060"/>
                          </a:solidFill>
                          <a:effectLst/>
                        </a:rPr>
                        <a:t>∑T</a:t>
                      </a:r>
                      <a:r>
                        <a:rPr lang="en-US" sz="1500" b="1" u="none" strike="noStrike" baseline="-25000" dirty="0">
                          <a:solidFill>
                            <a:srgbClr val="002060"/>
                          </a:solidFill>
                          <a:effectLst/>
                        </a:rPr>
                        <a:t>i.</a:t>
                      </a:r>
                      <a:r>
                        <a:rPr lang="en-US" sz="1500" b="1" u="none" strike="noStrike" baseline="30000" dirty="0">
                          <a:solidFill>
                            <a:srgbClr val="002060"/>
                          </a:solidFill>
                          <a:effectLst/>
                        </a:rPr>
                        <a:t>2 </a:t>
                      </a:r>
                      <a:r>
                        <a:rPr lang="en-US" sz="1500" b="1" u="none" strike="noStrike" dirty="0">
                          <a:solidFill>
                            <a:srgbClr val="002060"/>
                          </a:solidFill>
                          <a:effectLst/>
                        </a:rPr>
                        <a:t>/ m</a:t>
                      </a:r>
                      <a:r>
                        <a:rPr lang="en-US" sz="1500" b="1" u="none" strike="noStrike" baseline="-25000" dirty="0">
                          <a:solidFill>
                            <a:srgbClr val="002060"/>
                          </a:solidFill>
                          <a:effectLst/>
                        </a:rPr>
                        <a:t>i.</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cap="none" dirty="0">
                          <a:solidFill>
                            <a:schemeClr val="tx1"/>
                          </a:solidFill>
                          <a:effectLst/>
                          <a:latin typeface="+mn-lt"/>
                          <a:ea typeface="+mn-ea"/>
                          <a:cs typeface="+mn-cs"/>
                          <a:sym typeface="Arial"/>
                        </a:rPr>
                        <a:t>100019.2198</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2140483"/>
                  </a:ext>
                </a:extLst>
              </a:tr>
              <a:tr h="335281">
                <a:tc>
                  <a:txBody>
                    <a:bodyPr/>
                    <a:lstStyle/>
                    <a:p>
                      <a:pPr algn="ctr" fontAlgn="b"/>
                      <a:r>
                        <a:rPr lang="en-US" sz="1500" b="1" u="none" strike="noStrike" dirty="0">
                          <a:solidFill>
                            <a:srgbClr val="002060"/>
                          </a:solidFill>
                          <a:effectLst/>
                        </a:rPr>
                        <a:t>∑T</a:t>
                      </a:r>
                      <a:r>
                        <a:rPr lang="en-US" sz="1500" b="1" u="none" strike="noStrike" baseline="-25000" dirty="0">
                          <a:solidFill>
                            <a:srgbClr val="002060"/>
                          </a:solidFill>
                          <a:effectLst/>
                        </a:rPr>
                        <a:t>.j</a:t>
                      </a:r>
                      <a:r>
                        <a:rPr lang="en-US" sz="1500" b="1" u="none" strike="noStrike" baseline="30000" dirty="0">
                          <a:solidFill>
                            <a:srgbClr val="002060"/>
                          </a:solidFill>
                          <a:effectLst/>
                        </a:rPr>
                        <a:t>2 </a:t>
                      </a:r>
                      <a:r>
                        <a:rPr lang="en-US" sz="1500" b="1" u="none" strike="noStrike" dirty="0">
                          <a:solidFill>
                            <a:srgbClr val="002060"/>
                          </a:solidFill>
                          <a:effectLst/>
                        </a:rPr>
                        <a:t>/ </a:t>
                      </a:r>
                      <a:r>
                        <a:rPr lang="en-US" sz="1500" b="1" u="none" strike="noStrike" dirty="0" err="1">
                          <a:solidFill>
                            <a:srgbClr val="002060"/>
                          </a:solidFill>
                          <a:effectLst/>
                        </a:rPr>
                        <a:t>m</a:t>
                      </a:r>
                      <a:r>
                        <a:rPr lang="en-US" sz="1500" b="1" u="none" strike="noStrike" baseline="-25000" dirty="0" err="1">
                          <a:solidFill>
                            <a:srgbClr val="002060"/>
                          </a:solidFill>
                          <a:effectLst/>
                        </a:rPr>
                        <a:t>.j</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400" b="0" i="0" u="none" strike="noStrike" cap="none" dirty="0">
                          <a:solidFill>
                            <a:schemeClr val="tx1"/>
                          </a:solidFill>
                          <a:effectLst/>
                          <a:latin typeface="+mn-lt"/>
                          <a:ea typeface="+mn-ea"/>
                          <a:cs typeface="+mn-cs"/>
                          <a:sym typeface="Arial"/>
                        </a:rPr>
                        <a:t>95522.12702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470259"/>
                  </a:ext>
                </a:extLst>
              </a:tr>
            </a:tbl>
          </a:graphicData>
        </a:graphic>
      </p:graphicFrame>
      <p:graphicFrame>
        <p:nvGraphicFramePr>
          <p:cNvPr id="9" name="Table 8">
            <a:extLst>
              <a:ext uri="{FF2B5EF4-FFF2-40B4-BE49-F238E27FC236}">
                <a16:creationId xmlns:a16="http://schemas.microsoft.com/office/drawing/2014/main" id="{AF68DAEE-10C3-44B0-827D-28BA57708BD6}"/>
              </a:ext>
            </a:extLst>
          </p:cNvPr>
          <p:cNvGraphicFramePr>
            <a:graphicFrameLocks noGrp="1"/>
          </p:cNvGraphicFramePr>
          <p:nvPr>
            <p:extLst>
              <p:ext uri="{D42A27DB-BD31-4B8C-83A1-F6EECF244321}">
                <p14:modId xmlns:p14="http://schemas.microsoft.com/office/powerpoint/2010/main" val="31648798"/>
              </p:ext>
            </p:extLst>
          </p:nvPr>
        </p:nvGraphicFramePr>
        <p:xfrm>
          <a:off x="3545497" y="3187573"/>
          <a:ext cx="1931554" cy="1022280"/>
        </p:xfrm>
        <a:graphic>
          <a:graphicData uri="http://schemas.openxmlformats.org/drawingml/2006/table">
            <a:tbl>
              <a:tblPr>
                <a:tableStyleId>{EB74EF8F-9165-4742-970A-F2D2CCFD133E}</a:tableStyleId>
              </a:tblPr>
              <a:tblGrid>
                <a:gridCol w="668090">
                  <a:extLst>
                    <a:ext uri="{9D8B030D-6E8A-4147-A177-3AD203B41FA5}">
                      <a16:colId xmlns:a16="http://schemas.microsoft.com/office/drawing/2014/main" val="316010449"/>
                    </a:ext>
                  </a:extLst>
                </a:gridCol>
                <a:gridCol w="1263464">
                  <a:extLst>
                    <a:ext uri="{9D8B030D-6E8A-4147-A177-3AD203B41FA5}">
                      <a16:colId xmlns:a16="http://schemas.microsoft.com/office/drawing/2014/main" val="1824277409"/>
                    </a:ext>
                  </a:extLst>
                </a:gridCol>
              </a:tblGrid>
              <a:tr h="255570">
                <a:tc>
                  <a:txBody>
                    <a:bodyPr/>
                    <a:lstStyle/>
                    <a:p>
                      <a:pPr algn="ctr" fontAlgn="b"/>
                      <a:r>
                        <a:rPr lang="en-US" sz="1500" b="1" u="none" strike="noStrike" dirty="0">
                          <a:solidFill>
                            <a:srgbClr val="002060"/>
                          </a:solidFill>
                          <a:effectLst/>
                        </a:rPr>
                        <a:t>TSS</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r" rtl="0" fontAlgn="b">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7791.338672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6404107"/>
                  </a:ext>
                </a:extLst>
              </a:tr>
              <a:tr h="255570">
                <a:tc>
                  <a:txBody>
                    <a:bodyPr/>
                    <a:lstStyle/>
                    <a:p>
                      <a:pPr algn="ctr" fontAlgn="b"/>
                      <a:r>
                        <a:rPr lang="en-US" sz="1500" b="1" u="none" strike="noStrike" dirty="0">
                          <a:solidFill>
                            <a:srgbClr val="002060"/>
                          </a:solidFill>
                          <a:effectLst/>
                        </a:rPr>
                        <a:t>SST</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r" rtl="0" fontAlgn="b">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5954.728503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6108340"/>
                  </a:ext>
                </a:extLst>
              </a:tr>
              <a:tr h="255570">
                <a:tc>
                  <a:txBody>
                    <a:bodyPr/>
                    <a:lstStyle/>
                    <a:p>
                      <a:pPr algn="ctr" fontAlgn="b"/>
                      <a:r>
                        <a:rPr lang="en-US" sz="1500" b="1" u="none" strike="noStrike" dirty="0">
                          <a:solidFill>
                            <a:srgbClr val="002060"/>
                          </a:solidFill>
                          <a:effectLst/>
                        </a:rPr>
                        <a:t>SSB</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r" rtl="0" fontAlgn="b">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1457.635708</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843288"/>
                  </a:ext>
                </a:extLst>
              </a:tr>
              <a:tr h="255570">
                <a:tc>
                  <a:txBody>
                    <a:bodyPr/>
                    <a:lstStyle/>
                    <a:p>
                      <a:pPr algn="ctr" fontAlgn="b"/>
                      <a:r>
                        <a:rPr lang="en-US" sz="1500" b="1" u="none" strike="noStrike" dirty="0">
                          <a:solidFill>
                            <a:srgbClr val="002060"/>
                          </a:solidFill>
                          <a:effectLst/>
                        </a:rPr>
                        <a:t>SSE</a:t>
                      </a:r>
                      <a:endParaRPr lang="en-US" sz="1500" b="1" i="0" u="none" strike="noStrike" dirty="0">
                        <a:solidFill>
                          <a:srgbClr val="00206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r" rtl="0" fontAlgn="b">
                        <a:lnSpc>
                          <a:spcPct val="100000"/>
                        </a:lnSpc>
                        <a:spcBef>
                          <a:spcPts val="0"/>
                        </a:spcBef>
                        <a:spcAft>
                          <a:spcPts val="0"/>
                        </a:spcAft>
                        <a:buClr>
                          <a:srgbClr val="000000"/>
                        </a:buClr>
                        <a:buFont typeface="Arial"/>
                      </a:pPr>
                      <a:r>
                        <a:rPr lang="en-US" sz="1400" b="0" i="0" u="none" strike="noStrike" cap="none" dirty="0">
                          <a:solidFill>
                            <a:schemeClr val="tx1"/>
                          </a:solidFill>
                          <a:effectLst/>
                          <a:latin typeface="+mn-lt"/>
                          <a:ea typeface="+mn-ea"/>
                          <a:cs typeface="+mn-cs"/>
                          <a:sym typeface="Arial"/>
                        </a:rPr>
                        <a:t>378.9744613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3588323"/>
                  </a:ext>
                </a:extLst>
              </a:tr>
            </a:tbl>
          </a:graphicData>
        </a:graphic>
      </p:graphicFrame>
      <p:graphicFrame>
        <p:nvGraphicFramePr>
          <p:cNvPr id="17" name="Table 16">
            <a:extLst>
              <a:ext uri="{FF2B5EF4-FFF2-40B4-BE49-F238E27FC236}">
                <a16:creationId xmlns:a16="http://schemas.microsoft.com/office/drawing/2014/main" id="{F591218F-DA35-4B3C-B0D1-D9FCF9657D3E}"/>
              </a:ext>
            </a:extLst>
          </p:cNvPr>
          <p:cNvGraphicFramePr>
            <a:graphicFrameLocks noGrp="1"/>
          </p:cNvGraphicFramePr>
          <p:nvPr/>
        </p:nvGraphicFramePr>
        <p:xfrm>
          <a:off x="5679117" y="3939117"/>
          <a:ext cx="2095601" cy="490780"/>
        </p:xfrm>
        <a:graphic>
          <a:graphicData uri="http://schemas.openxmlformats.org/drawingml/2006/table">
            <a:tbl>
              <a:tblPr>
                <a:tableStyleId>{EB74EF8F-9165-4742-970A-F2D2CCFD133E}</a:tableStyleId>
              </a:tblPr>
              <a:tblGrid>
                <a:gridCol w="874286">
                  <a:extLst>
                    <a:ext uri="{9D8B030D-6E8A-4147-A177-3AD203B41FA5}">
                      <a16:colId xmlns:a16="http://schemas.microsoft.com/office/drawing/2014/main" val="2094426909"/>
                    </a:ext>
                  </a:extLst>
                </a:gridCol>
                <a:gridCol w="1221315">
                  <a:extLst>
                    <a:ext uri="{9D8B030D-6E8A-4147-A177-3AD203B41FA5}">
                      <a16:colId xmlns:a16="http://schemas.microsoft.com/office/drawing/2014/main" val="1888660631"/>
                    </a:ext>
                  </a:extLst>
                </a:gridCol>
              </a:tblGrid>
              <a:tr h="245390">
                <a:tc>
                  <a:txBody>
                    <a:bodyPr/>
                    <a:lstStyle/>
                    <a:p>
                      <a:pPr algn="ctr" fontAlgn="b"/>
                      <a:r>
                        <a:rPr lang="en-US" sz="1400" b="1" u="none" strike="noStrike" dirty="0">
                          <a:solidFill>
                            <a:srgbClr val="002060"/>
                          </a:solidFill>
                          <a:effectLst/>
                        </a:rPr>
                        <a:t>h</a:t>
                      </a:r>
                      <a:endParaRPr lang="en-US" sz="1400" b="1" i="0" u="none" strike="noStrike" dirty="0">
                        <a:solidFill>
                          <a:srgbClr val="00206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400" u="none" strike="noStrike" dirty="0">
                          <a:solidFill>
                            <a:srgbClr val="002060"/>
                          </a:solidFill>
                          <a:effectLst/>
                        </a:rPr>
                        <a:t>3</a:t>
                      </a:r>
                      <a:endParaRPr lang="en-US" sz="1400" b="0" i="0" u="none" strike="noStrike" dirty="0">
                        <a:solidFill>
                          <a:srgbClr val="00206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4645281"/>
                  </a:ext>
                </a:extLst>
              </a:tr>
              <a:tr h="245390">
                <a:tc>
                  <a:txBody>
                    <a:bodyPr/>
                    <a:lstStyle/>
                    <a:p>
                      <a:pPr algn="ctr" fontAlgn="b"/>
                      <a:r>
                        <a:rPr lang="en-US" sz="1400" b="1" u="none" strike="noStrike" dirty="0">
                          <a:solidFill>
                            <a:srgbClr val="002060"/>
                          </a:solidFill>
                          <a:effectLst/>
                        </a:rPr>
                        <a:t>k</a:t>
                      </a:r>
                      <a:endParaRPr lang="en-US" sz="1400" b="1" i="0" u="none" strike="noStrike" dirty="0">
                        <a:solidFill>
                          <a:srgbClr val="00206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400" u="none" strike="noStrike" dirty="0">
                          <a:solidFill>
                            <a:srgbClr val="002060"/>
                          </a:solidFill>
                          <a:effectLst/>
                        </a:rPr>
                        <a:t>2</a:t>
                      </a:r>
                      <a:endParaRPr lang="en-US" sz="1400" b="0" i="0" u="none" strike="noStrike" dirty="0">
                        <a:solidFill>
                          <a:srgbClr val="00206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565245"/>
                  </a:ext>
                </a:extLst>
              </a:tr>
            </a:tbl>
          </a:graphicData>
        </a:graphic>
      </p:graphicFrame>
    </p:spTree>
    <p:extLst>
      <p:ext uri="{BB962C8B-B14F-4D97-AF65-F5344CB8AC3E}">
        <p14:creationId xmlns:p14="http://schemas.microsoft.com/office/powerpoint/2010/main" val="2398425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3"/>
          <p:cNvSpPr txBox="1">
            <a:spLocks noGrp="1"/>
          </p:cNvSpPr>
          <p:nvPr>
            <p:ph type="title"/>
          </p:nvPr>
        </p:nvSpPr>
        <p:spPr>
          <a:xfrm>
            <a:off x="3130405" y="479456"/>
            <a:ext cx="309216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b="1" dirty="0"/>
              <a:t>ANOVA TABLE</a:t>
            </a:r>
            <a:endParaRPr sz="4000" b="1" dirty="0"/>
          </a:p>
        </p:txBody>
      </p:sp>
      <p:graphicFrame>
        <p:nvGraphicFramePr>
          <p:cNvPr id="6" name="Table 5">
            <a:extLst>
              <a:ext uri="{FF2B5EF4-FFF2-40B4-BE49-F238E27FC236}">
                <a16:creationId xmlns:a16="http://schemas.microsoft.com/office/drawing/2014/main" id="{CFA31BCB-F5C4-4836-8FEF-1BBA804B3923}"/>
              </a:ext>
            </a:extLst>
          </p:cNvPr>
          <p:cNvGraphicFramePr>
            <a:graphicFrameLocks noGrp="1"/>
          </p:cNvGraphicFramePr>
          <p:nvPr>
            <p:extLst>
              <p:ext uri="{D42A27DB-BD31-4B8C-83A1-F6EECF244321}">
                <p14:modId xmlns:p14="http://schemas.microsoft.com/office/powerpoint/2010/main" val="3232527616"/>
              </p:ext>
            </p:extLst>
          </p:nvPr>
        </p:nvGraphicFramePr>
        <p:xfrm>
          <a:off x="794563" y="1560879"/>
          <a:ext cx="6002477" cy="1317980"/>
        </p:xfrm>
        <a:graphic>
          <a:graphicData uri="http://schemas.openxmlformats.org/drawingml/2006/table">
            <a:tbl>
              <a:tblPr>
                <a:tableStyleId>{EB74EF8F-9165-4742-970A-F2D2CCFD133E}</a:tableStyleId>
              </a:tblPr>
              <a:tblGrid>
                <a:gridCol w="1402038">
                  <a:extLst>
                    <a:ext uri="{9D8B030D-6E8A-4147-A177-3AD203B41FA5}">
                      <a16:colId xmlns:a16="http://schemas.microsoft.com/office/drawing/2014/main" val="547674528"/>
                    </a:ext>
                  </a:extLst>
                </a:gridCol>
                <a:gridCol w="1288638">
                  <a:extLst>
                    <a:ext uri="{9D8B030D-6E8A-4147-A177-3AD203B41FA5}">
                      <a16:colId xmlns:a16="http://schemas.microsoft.com/office/drawing/2014/main" val="1159699060"/>
                    </a:ext>
                  </a:extLst>
                </a:gridCol>
                <a:gridCol w="907203">
                  <a:extLst>
                    <a:ext uri="{9D8B030D-6E8A-4147-A177-3AD203B41FA5}">
                      <a16:colId xmlns:a16="http://schemas.microsoft.com/office/drawing/2014/main" val="1691157374"/>
                    </a:ext>
                  </a:extLst>
                </a:gridCol>
                <a:gridCol w="1216474">
                  <a:extLst>
                    <a:ext uri="{9D8B030D-6E8A-4147-A177-3AD203B41FA5}">
                      <a16:colId xmlns:a16="http://schemas.microsoft.com/office/drawing/2014/main" val="2157199767"/>
                    </a:ext>
                  </a:extLst>
                </a:gridCol>
                <a:gridCol w="1188124">
                  <a:extLst>
                    <a:ext uri="{9D8B030D-6E8A-4147-A177-3AD203B41FA5}">
                      <a16:colId xmlns:a16="http://schemas.microsoft.com/office/drawing/2014/main" val="2906470366"/>
                    </a:ext>
                  </a:extLst>
                </a:gridCol>
              </a:tblGrid>
              <a:tr h="435857">
                <a:tc>
                  <a:txBody>
                    <a:bodyPr/>
                    <a:lstStyle/>
                    <a:p>
                      <a:pPr algn="ctr" fontAlgn="ctr"/>
                      <a:r>
                        <a:rPr lang="en-US" sz="1400" b="1" u="none" strike="noStrike" dirty="0">
                          <a:solidFill>
                            <a:schemeClr val="bg1"/>
                          </a:solidFill>
                          <a:effectLst/>
                        </a:rPr>
                        <a:t>SOURCE OF VARIATION</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SUM OF </a:t>
                      </a:r>
                      <a:br>
                        <a:rPr lang="en-US" sz="1400" b="1" u="none" strike="noStrike" dirty="0">
                          <a:solidFill>
                            <a:schemeClr val="bg1"/>
                          </a:solidFill>
                          <a:effectLst/>
                        </a:rPr>
                      </a:br>
                      <a:r>
                        <a:rPr lang="en-US" sz="1400" b="1" u="none" strike="noStrike" dirty="0">
                          <a:solidFill>
                            <a:schemeClr val="bg1"/>
                          </a:solidFill>
                          <a:effectLst/>
                        </a:rPr>
                        <a:t>SQUARES</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DF</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MS</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400" b="1" u="none" strike="noStrike" dirty="0">
                          <a:solidFill>
                            <a:schemeClr val="bg1"/>
                          </a:solidFill>
                          <a:effectLst/>
                        </a:rPr>
                        <a:t>F VALUE</a:t>
                      </a:r>
                      <a:endParaRPr lang="en-US" sz="1400" b="1" i="0" u="none" strike="noStrike" dirty="0">
                        <a:solidFill>
                          <a:schemeClr val="bg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814561048"/>
                  </a:ext>
                </a:extLst>
              </a:tr>
              <a:tr h="217929">
                <a:tc>
                  <a:txBody>
                    <a:bodyPr/>
                    <a:lstStyle/>
                    <a:p>
                      <a:pPr algn="ctr" fontAlgn="ctr"/>
                      <a:r>
                        <a:rPr lang="en-US" sz="1400" u="none" strike="noStrike" dirty="0">
                          <a:solidFill>
                            <a:schemeClr val="bg2">
                              <a:lumMod val="10000"/>
                            </a:schemeClr>
                          </a:solidFill>
                          <a:effectLst/>
                        </a:rPr>
                        <a:t>Treatment</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5954.728503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5954.728503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31.425487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0752646"/>
                  </a:ext>
                </a:extLst>
              </a:tr>
              <a:tr h="217929">
                <a:tc>
                  <a:txBody>
                    <a:bodyPr/>
                    <a:lstStyle/>
                    <a:p>
                      <a:pPr algn="ctr" fontAlgn="ctr"/>
                      <a:r>
                        <a:rPr lang="en-US" sz="1400" u="none" strike="noStrike" dirty="0">
                          <a:solidFill>
                            <a:schemeClr val="bg2">
                              <a:lumMod val="10000"/>
                            </a:schemeClr>
                          </a:solidFill>
                          <a:effectLst/>
                        </a:rPr>
                        <a:t>Block</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1457.635708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728.8178538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3.846263684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0771401"/>
                  </a:ext>
                </a:extLst>
              </a:tr>
              <a:tr h="217929">
                <a:tc>
                  <a:txBody>
                    <a:bodyPr/>
                    <a:lstStyle/>
                    <a:p>
                      <a:pPr algn="ctr" fontAlgn="ctr"/>
                      <a:r>
                        <a:rPr lang="en-US" sz="1400" u="none" strike="noStrike" dirty="0">
                          <a:solidFill>
                            <a:schemeClr val="bg2">
                              <a:lumMod val="10000"/>
                            </a:schemeClr>
                          </a:solidFill>
                          <a:effectLst/>
                        </a:rPr>
                        <a:t>Error</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378.9744613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189.4872306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1377121"/>
                  </a:ext>
                </a:extLst>
              </a:tr>
              <a:tr h="222993">
                <a:tc>
                  <a:txBody>
                    <a:bodyPr/>
                    <a:lstStyle/>
                    <a:p>
                      <a:pPr algn="ctr" fontAlgn="ctr"/>
                      <a:r>
                        <a:rPr lang="en-US" sz="1400" u="none" strike="noStrike" dirty="0">
                          <a:solidFill>
                            <a:schemeClr val="bg2">
                              <a:lumMod val="10000"/>
                            </a:schemeClr>
                          </a:solidFill>
                          <a:effectLst/>
                        </a:rPr>
                        <a:t>Total</a:t>
                      </a:r>
                      <a:endParaRPr lang="en-US" sz="1400" b="1" i="0" u="none" strike="noStrike" dirty="0">
                        <a:solidFill>
                          <a:schemeClr val="bg2">
                            <a:lumMod val="1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a:solidFill>
                            <a:schemeClr val="bg2">
                              <a:lumMod val="10000"/>
                            </a:schemeClr>
                          </a:solidFill>
                          <a:effectLst/>
                          <a:latin typeface="Arial"/>
                          <a:cs typeface="Arial"/>
                          <a:sym typeface="Arial"/>
                        </a:rPr>
                        <a:t>7791.338672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2390382"/>
                  </a:ext>
                </a:extLst>
              </a:tr>
            </a:tbl>
          </a:graphicData>
        </a:graphic>
      </p:graphicFrame>
      <p:graphicFrame>
        <p:nvGraphicFramePr>
          <p:cNvPr id="7" name="Table 6">
            <a:extLst>
              <a:ext uri="{FF2B5EF4-FFF2-40B4-BE49-F238E27FC236}">
                <a16:creationId xmlns:a16="http://schemas.microsoft.com/office/drawing/2014/main" id="{1BE18520-6E3C-4175-8271-54D8E4A07EF5}"/>
              </a:ext>
            </a:extLst>
          </p:cNvPr>
          <p:cNvGraphicFramePr>
            <a:graphicFrameLocks noGrp="1"/>
          </p:cNvGraphicFramePr>
          <p:nvPr/>
        </p:nvGraphicFramePr>
        <p:xfrm>
          <a:off x="6797040" y="1559098"/>
          <a:ext cx="1524000" cy="1319761"/>
        </p:xfrm>
        <a:graphic>
          <a:graphicData uri="http://schemas.openxmlformats.org/drawingml/2006/table">
            <a:tbl>
              <a:tblPr>
                <a:tableStyleId>{EB74EF8F-9165-4742-970A-F2D2CCFD133E}</a:tableStyleId>
              </a:tblPr>
              <a:tblGrid>
                <a:gridCol w="1524000">
                  <a:extLst>
                    <a:ext uri="{9D8B030D-6E8A-4147-A177-3AD203B41FA5}">
                      <a16:colId xmlns:a16="http://schemas.microsoft.com/office/drawing/2014/main" val="494171698"/>
                    </a:ext>
                  </a:extLst>
                </a:gridCol>
              </a:tblGrid>
              <a:tr h="435841">
                <a:tc>
                  <a:txBody>
                    <a:bodyPr/>
                    <a:lstStyle/>
                    <a:p>
                      <a:pPr marR="0" algn="ctr" rtl="0" fontAlgn="ctr">
                        <a:lnSpc>
                          <a:spcPct val="100000"/>
                        </a:lnSpc>
                        <a:spcBef>
                          <a:spcPts val="0"/>
                        </a:spcBef>
                        <a:spcAft>
                          <a:spcPts val="0"/>
                        </a:spcAft>
                        <a:buClr>
                          <a:srgbClr val="000000"/>
                        </a:buClr>
                        <a:buFont typeface="Arial"/>
                      </a:pPr>
                      <a:r>
                        <a:rPr lang="en-US" sz="1400" b="1" i="0" u="none" strike="noStrike" cap="none" dirty="0">
                          <a:solidFill>
                            <a:schemeClr val="bg1"/>
                          </a:solidFill>
                          <a:effectLst/>
                          <a:latin typeface="Arial"/>
                          <a:cs typeface="Arial"/>
                          <a:sym typeface="Arial"/>
                        </a:rPr>
                        <a:t>F TABULATED</a:t>
                      </a:r>
                      <a:br>
                        <a:rPr lang="en-US" sz="1400" b="1" i="0" u="none" strike="noStrike" cap="none" dirty="0">
                          <a:solidFill>
                            <a:schemeClr val="bg1"/>
                          </a:solidFill>
                          <a:effectLst/>
                          <a:latin typeface="Arial"/>
                          <a:cs typeface="Arial"/>
                          <a:sym typeface="Arial"/>
                        </a:rPr>
                      </a:br>
                      <a:r>
                        <a:rPr lang="en-US" sz="1400" b="1" i="0" u="none" strike="noStrike" cap="none" dirty="0">
                          <a:solidFill>
                            <a:schemeClr val="bg1"/>
                          </a:solidFill>
                          <a:effectLst/>
                          <a:latin typeface="Arial"/>
                          <a:cs typeface="Arial"/>
                          <a:sym typeface="Arial"/>
                        </a:rPr>
                        <a:t>(</a:t>
                      </a:r>
                      <a:r>
                        <a:rPr lang="el-GR" sz="1400" b="1" i="0" u="none" strike="noStrike" cap="none" dirty="0">
                          <a:solidFill>
                            <a:schemeClr val="bg1"/>
                          </a:solidFill>
                          <a:effectLst/>
                          <a:latin typeface="Arial"/>
                          <a:cs typeface="Arial"/>
                          <a:sym typeface="Arial"/>
                        </a:rPr>
                        <a:t>α = 0.1)</a:t>
                      </a: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702304144"/>
                  </a:ext>
                </a:extLst>
              </a:tr>
              <a:tr h="220980">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8.53</a:t>
                      </a: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7796"/>
                  </a:ext>
                </a:extLst>
              </a:tr>
              <a:tr h="220980">
                <a:tc>
                  <a:txBody>
                    <a:bodyPr/>
                    <a:lstStyle/>
                    <a:p>
                      <a:pPr marR="0" algn="ctr" rtl="0" fontAlgn="ctr">
                        <a:lnSpc>
                          <a:spcPct val="100000"/>
                        </a:lnSpc>
                        <a:spcBef>
                          <a:spcPts val="0"/>
                        </a:spcBef>
                        <a:spcAft>
                          <a:spcPts val="0"/>
                        </a:spcAft>
                        <a:buClr>
                          <a:srgbClr val="000000"/>
                        </a:buClr>
                        <a:buFont typeface="Arial"/>
                      </a:pPr>
                      <a:r>
                        <a:rPr lang="en-US" sz="1400" b="0" i="0" u="none" strike="noStrike" cap="none" dirty="0">
                          <a:solidFill>
                            <a:schemeClr val="bg2">
                              <a:lumMod val="10000"/>
                            </a:schemeClr>
                          </a:solidFill>
                          <a:effectLst/>
                          <a:latin typeface="Arial"/>
                          <a:cs typeface="Arial"/>
                          <a:sym typeface="Arial"/>
                        </a:rPr>
                        <a:t>9</a:t>
                      </a: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5920355"/>
                  </a:ext>
                </a:extLst>
              </a:tr>
              <a:tr h="220980">
                <a:tc>
                  <a:txBody>
                    <a:bodyPr/>
                    <a:lstStyle/>
                    <a:p>
                      <a:pPr algn="ctr" fontAlgn="ctr"/>
                      <a:r>
                        <a:rPr lang="en-US" sz="1200" u="none" strike="noStrike" dirty="0">
                          <a:effectLst/>
                        </a:rPr>
                        <a:t> </a:t>
                      </a:r>
                      <a:endParaRPr lang="en-US" sz="1200" b="0" i="0" u="none" strike="noStrike" dirty="0">
                        <a:solidFill>
                          <a:srgbClr val="000000"/>
                        </a:solidFill>
                        <a:effectLst/>
                        <a:latin typeface="Calibri" panose="020F0502020204030204" pitchFamily="34" charset="0"/>
                      </a:endParaRP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7905712"/>
                  </a:ext>
                </a:extLst>
              </a:tr>
              <a:tr h="220980">
                <a:tc>
                  <a:txBody>
                    <a:bodyPr/>
                    <a:lstStyle/>
                    <a:p>
                      <a:pPr algn="ctr" fontAlgn="ctr"/>
                      <a:r>
                        <a:rPr lang="en-US" sz="1200" u="none" strike="noStrike" dirty="0">
                          <a:effectLst/>
                        </a:rPr>
                        <a:t> </a:t>
                      </a:r>
                      <a:endParaRPr lang="en-US" sz="1200" b="0" i="0" u="none" strike="noStrike" dirty="0">
                        <a:solidFill>
                          <a:srgbClr val="000000"/>
                        </a:solidFill>
                        <a:effectLst/>
                        <a:latin typeface="Calibri" panose="020F0502020204030204" pitchFamily="34" charset="0"/>
                      </a:endParaRPr>
                    </a:p>
                  </a:txBody>
                  <a:tcPr marL="5306" marR="5306" marT="5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97923995"/>
                  </a:ext>
                </a:extLst>
              </a:tr>
            </a:tbl>
          </a:graphicData>
        </a:graphic>
      </p:graphicFrame>
      <p:sp>
        <p:nvSpPr>
          <p:cNvPr id="9" name="Google Shape;457;p33">
            <a:extLst>
              <a:ext uri="{FF2B5EF4-FFF2-40B4-BE49-F238E27FC236}">
                <a16:creationId xmlns:a16="http://schemas.microsoft.com/office/drawing/2014/main" id="{46560FEF-E071-46B6-9479-3E7E1A1E57D5}"/>
              </a:ext>
            </a:extLst>
          </p:cNvPr>
          <p:cNvSpPr txBox="1">
            <a:spLocks noGrp="1"/>
          </p:cNvSpPr>
          <p:nvPr>
            <p:ph type="body" idx="1"/>
          </p:nvPr>
        </p:nvSpPr>
        <p:spPr>
          <a:xfrm>
            <a:off x="794563" y="3101340"/>
            <a:ext cx="7526477" cy="1720092"/>
          </a:xfrm>
          <a:prstGeom prst="rect">
            <a:avLst/>
          </a:prstGeom>
        </p:spPr>
        <p:txBody>
          <a:bodyPr spcFirstLastPara="1" wrap="square" lIns="91425" tIns="91425" rIns="91425" bIns="91425" anchor="t" anchorCtr="0">
            <a:noAutofit/>
          </a:bodyPr>
          <a:lstStyle/>
          <a:p>
            <a:pPr marL="0" indent="0">
              <a:buClr>
                <a:srgbClr val="000000"/>
              </a:buClr>
              <a:buNone/>
            </a:pPr>
            <a:r>
              <a:rPr lang="en-US" sz="1400" b="1" dirty="0">
                <a:solidFill>
                  <a:schemeClr val="accent6"/>
                </a:solidFill>
                <a:latin typeface="Open Sans" panose="020B0604020202020204" charset="0"/>
                <a:ea typeface="Open Sans" panose="020B0604020202020204" charset="0"/>
                <a:cs typeface="Open Sans" panose="020B0604020202020204" charset="0"/>
              </a:rPr>
              <a:t>CONCLUSION:</a:t>
            </a:r>
          </a:p>
          <a:p>
            <a:pPr marL="0" indent="0">
              <a:buClr>
                <a:srgbClr val="000000"/>
              </a:buClr>
              <a:buNone/>
            </a:pP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dirty="0">
                <a:solidFill>
                  <a:schemeClr val="accent6"/>
                </a:solidFill>
                <a:latin typeface="Open Sans" panose="020B0604020202020204" charset="0"/>
                <a:ea typeface="Open Sans" panose="020B0604020202020204" charset="0"/>
                <a:cs typeface="Open Sans" panose="020B0604020202020204" charset="0"/>
              </a:rPr>
              <a:t>Since</a:t>
            </a:r>
            <a:r>
              <a:rPr lang="en-US" sz="1400" b="1" dirty="0">
                <a:solidFill>
                  <a:schemeClr val="accent6"/>
                </a:solidFill>
                <a:latin typeface="Open Sans" panose="020B0604020202020204" charset="0"/>
                <a:ea typeface="Open Sans" panose="020B0604020202020204" charset="0"/>
                <a:cs typeface="Open Sans" panose="020B0604020202020204" charset="0"/>
              </a:rPr>
              <a: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1</a:t>
            </a:r>
            <a:r>
              <a:rPr lang="en-US" sz="1400" b="1" dirty="0">
                <a:solidFill>
                  <a:schemeClr val="accent6"/>
                </a:solidFill>
                <a:latin typeface="Open Sans" panose="020B0604020202020204" charset="0"/>
                <a:ea typeface="Open Sans" panose="020B0604020202020204" charset="0"/>
                <a:cs typeface="Open Sans" panose="020B0604020202020204" charset="0"/>
              </a:rPr>
              <a:t> &gt;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r>
              <a:rPr lang="en-US" sz="1400" b="1" dirty="0">
                <a:solidFill>
                  <a:schemeClr val="accent6"/>
                </a:solidFill>
                <a:latin typeface="Open Sans" panose="020B0604020202020204" charset="0"/>
                <a:ea typeface="Open Sans" panose="020B0604020202020204" charset="0"/>
                <a:cs typeface="Open Sans" panose="020B0604020202020204" charset="0"/>
              </a:rPr>
              <a:t>(1,2) </a:t>
            </a:r>
            <a:r>
              <a:rPr lang="en-US" sz="1400" dirty="0">
                <a:solidFill>
                  <a:schemeClr val="accent6"/>
                </a:solidFill>
                <a:latin typeface="Open Sans" panose="020B0604020202020204" charset="0"/>
                <a:ea typeface="Open Sans" panose="020B0604020202020204" charset="0"/>
                <a:cs typeface="Open Sans" panose="020B0604020202020204" charset="0"/>
              </a:rPr>
              <a:t>and</a:t>
            </a:r>
            <a:r>
              <a:rPr lang="en-US" sz="1400" b="1" dirty="0">
                <a:solidFill>
                  <a:schemeClr val="accent6"/>
                </a:solidFill>
                <a:latin typeface="Open Sans" panose="020B0604020202020204" charset="0"/>
                <a:ea typeface="Open Sans" panose="020B0604020202020204" charset="0"/>
                <a:cs typeface="Open Sans" panose="020B0604020202020204" charset="0"/>
              </a:rPr>
              <a: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2</a:t>
            </a:r>
            <a:r>
              <a:rPr lang="en-US" sz="1400" b="1" dirty="0">
                <a:solidFill>
                  <a:schemeClr val="accent6"/>
                </a:solidFill>
                <a:latin typeface="Open Sans" panose="020B0604020202020204" charset="0"/>
                <a:ea typeface="Open Sans" panose="020B0604020202020204" charset="0"/>
                <a:cs typeface="Open Sans" panose="020B0604020202020204" charset="0"/>
              </a:rPr>
              <a:t> &lt; F</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r>
              <a:rPr lang="en-US" sz="1400" b="1" dirty="0">
                <a:solidFill>
                  <a:schemeClr val="accent6"/>
                </a:solidFill>
                <a:latin typeface="Open Sans" panose="020B0604020202020204" charset="0"/>
                <a:ea typeface="Open Sans" panose="020B0604020202020204" charset="0"/>
                <a:cs typeface="Open Sans" panose="020B0604020202020204" charset="0"/>
              </a:rPr>
              <a:t>(2,2), </a:t>
            </a:r>
            <a:r>
              <a:rPr lang="en-US" sz="1400" dirty="0">
                <a:solidFill>
                  <a:schemeClr val="accent6"/>
                </a:solidFill>
                <a:latin typeface="Open Sans" panose="020B0604020202020204" charset="0"/>
                <a:ea typeface="Open Sans" panose="020B0604020202020204" charset="0"/>
                <a:cs typeface="Open Sans" panose="020B0604020202020204" charset="0"/>
              </a:rPr>
              <a:t>we</a:t>
            </a:r>
            <a:r>
              <a:rPr lang="en-US" sz="1400" b="1" dirty="0">
                <a:solidFill>
                  <a:schemeClr val="accent6"/>
                </a:solidFill>
                <a:latin typeface="Open Sans" panose="020B0604020202020204" charset="0"/>
                <a:ea typeface="Open Sans" panose="020B0604020202020204" charset="0"/>
                <a:cs typeface="Open Sans" panose="020B0604020202020204" charset="0"/>
              </a:rPr>
              <a:t> reject 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00  </a:t>
            </a:r>
            <a:r>
              <a:rPr lang="en-US" sz="1400" dirty="0">
                <a:solidFill>
                  <a:schemeClr val="accent6"/>
                </a:solidFill>
                <a:latin typeface="Open Sans" panose="020B0604020202020204" charset="0"/>
                <a:ea typeface="Open Sans" panose="020B0604020202020204" charset="0"/>
                <a:cs typeface="Open Sans" panose="020B0604020202020204" charset="0"/>
              </a:rPr>
              <a:t>and</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 </a:t>
            </a:r>
            <a:r>
              <a:rPr lang="en-US" sz="1400" dirty="0">
                <a:solidFill>
                  <a:schemeClr val="accent6"/>
                </a:solidFill>
                <a:latin typeface="Open Sans" panose="020B0604020202020204" charset="0"/>
                <a:ea typeface="Open Sans" panose="020B0604020202020204" charset="0"/>
                <a:cs typeface="Open Sans" panose="020B0604020202020204" charset="0"/>
              </a:rPr>
              <a:t>we</a:t>
            </a:r>
            <a:r>
              <a:rPr lang="en-US" sz="1400" b="1" dirty="0">
                <a:solidFill>
                  <a:schemeClr val="accent6"/>
                </a:solidFill>
                <a:latin typeface="Open Sans" panose="020B0604020202020204" charset="0"/>
                <a:ea typeface="Open Sans" panose="020B0604020202020204" charset="0"/>
                <a:cs typeface="Open Sans" panose="020B0604020202020204" charset="0"/>
              </a:rPr>
              <a:t> fail to reject</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 </a:t>
            </a:r>
            <a:r>
              <a:rPr lang="en-US" sz="1400" b="1" dirty="0">
                <a:solidFill>
                  <a:schemeClr val="accent6"/>
                </a:solidFill>
                <a:latin typeface="Open Sans" panose="020B0604020202020204" charset="0"/>
                <a:ea typeface="Open Sans" panose="020B0604020202020204" charset="0"/>
                <a:cs typeface="Open Sans" panose="020B0604020202020204" charset="0"/>
              </a:rPr>
              <a:t>H</a:t>
            </a:r>
            <a:r>
              <a:rPr lang="en-US" sz="1400" b="1" baseline="-25000" dirty="0">
                <a:solidFill>
                  <a:schemeClr val="accent6"/>
                </a:solidFill>
                <a:latin typeface="Open Sans" panose="020B0604020202020204" charset="0"/>
                <a:ea typeface="Open Sans" panose="020B0604020202020204" charset="0"/>
                <a:cs typeface="Open Sans" panose="020B0604020202020204" charset="0"/>
              </a:rPr>
              <a:t>01</a:t>
            </a: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endParaRPr lang="en-US" sz="1400"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r>
              <a:rPr lang="en-US" sz="1400" dirty="0">
                <a:solidFill>
                  <a:schemeClr val="accent6"/>
                </a:solidFill>
                <a:latin typeface="Open Sans" panose="020B0604020202020204" charset="0"/>
                <a:ea typeface="Open Sans" panose="020B0604020202020204" charset="0"/>
                <a:cs typeface="Open Sans" panose="020B0604020202020204" charset="0"/>
              </a:rPr>
              <a:t>Therefore, it indicates that </a:t>
            </a:r>
            <a:r>
              <a:rPr lang="en-US" sz="1400" u="sng" dirty="0">
                <a:solidFill>
                  <a:schemeClr val="accent6"/>
                </a:solidFill>
                <a:latin typeface="Open Sans" panose="020B0604020202020204" charset="0"/>
                <a:ea typeface="Open Sans" panose="020B0604020202020204" charset="0"/>
                <a:cs typeface="Open Sans" panose="020B0604020202020204" charset="0"/>
              </a:rPr>
              <a:t>Car Density</a:t>
            </a:r>
            <a:r>
              <a:rPr lang="en-US" sz="1400" dirty="0">
                <a:solidFill>
                  <a:schemeClr val="accent6"/>
                </a:solidFill>
                <a:latin typeface="Open Sans" panose="020B0604020202020204" charset="0"/>
                <a:ea typeface="Open Sans" panose="020B0604020202020204" charset="0"/>
                <a:cs typeface="Open Sans" panose="020B0604020202020204" charset="0"/>
              </a:rPr>
              <a:t> </a:t>
            </a:r>
            <a:r>
              <a:rPr lang="en-US" sz="1400" b="1" dirty="0">
                <a:solidFill>
                  <a:schemeClr val="accent6"/>
                </a:solidFill>
                <a:latin typeface="Open Sans" panose="020B0604020202020204" charset="0"/>
                <a:ea typeface="Open Sans" panose="020B0604020202020204" charset="0"/>
                <a:cs typeface="Open Sans" panose="020B0604020202020204" charset="0"/>
              </a:rPr>
              <a:t>affects</a:t>
            </a:r>
            <a:r>
              <a:rPr lang="en-US" sz="1400" dirty="0">
                <a:solidFill>
                  <a:schemeClr val="accent6"/>
                </a:solidFill>
                <a:latin typeface="Open Sans" panose="020B0604020202020204" charset="0"/>
                <a:ea typeface="Open Sans" panose="020B0604020202020204" charset="0"/>
                <a:cs typeface="Open Sans" panose="020B0604020202020204" charset="0"/>
              </a:rPr>
              <a:t> Air Quality Index and </a:t>
            </a:r>
            <a:r>
              <a:rPr lang="en-US" sz="1400" u="sng" dirty="0">
                <a:solidFill>
                  <a:schemeClr val="accent6"/>
                </a:solidFill>
                <a:latin typeface="Open Sans" panose="020B0604020202020204" charset="0"/>
                <a:ea typeface="Open Sans" panose="020B0604020202020204" charset="0"/>
                <a:cs typeface="Open Sans" panose="020B0604020202020204" charset="0"/>
              </a:rPr>
              <a:t>Tier-wise  differences</a:t>
            </a:r>
            <a:r>
              <a:rPr lang="en-US" sz="1400" dirty="0">
                <a:solidFill>
                  <a:schemeClr val="accent6"/>
                </a:solidFill>
                <a:latin typeface="Open Sans" panose="020B0604020202020204" charset="0"/>
                <a:ea typeface="Open Sans" panose="020B0604020202020204" charset="0"/>
                <a:cs typeface="Open Sans" panose="020B0604020202020204" charset="0"/>
              </a:rPr>
              <a:t> </a:t>
            </a:r>
            <a:r>
              <a:rPr lang="en-US" sz="1400" b="1" dirty="0">
                <a:solidFill>
                  <a:schemeClr val="accent6"/>
                </a:solidFill>
                <a:latin typeface="Open Sans" panose="020B0604020202020204" charset="0"/>
                <a:ea typeface="Open Sans" panose="020B0604020202020204" charset="0"/>
                <a:cs typeface="Open Sans" panose="020B0604020202020204" charset="0"/>
              </a:rPr>
              <a:t>do not affect AQI </a:t>
            </a:r>
            <a:r>
              <a:rPr lang="en-US" sz="1400" dirty="0">
                <a:solidFill>
                  <a:schemeClr val="accent6"/>
                </a:solidFill>
                <a:latin typeface="Open Sans" panose="020B0604020202020204" charset="0"/>
                <a:ea typeface="Open Sans" panose="020B0604020202020204" charset="0"/>
                <a:cs typeface="Open Sans" panose="020B0604020202020204" charset="0"/>
              </a:rPr>
              <a:t>at 10% level of significance.</a:t>
            </a:r>
          </a:p>
          <a:p>
            <a:pPr marL="0" indent="0">
              <a:buClr>
                <a:srgbClr val="000000"/>
              </a:buClr>
              <a:buNone/>
            </a:pPr>
            <a:endParaRPr lang="en-US" sz="1400" b="1" dirty="0">
              <a:solidFill>
                <a:schemeClr val="accent6"/>
              </a:solidFill>
              <a:latin typeface="Open Sans" panose="020B0604020202020204" charset="0"/>
              <a:ea typeface="Open Sans" panose="020B0604020202020204" charset="0"/>
              <a:cs typeface="Open Sans" panose="020B0604020202020204" charset="0"/>
            </a:endParaRPr>
          </a:p>
          <a:p>
            <a:pPr marL="0" indent="0">
              <a:buClr>
                <a:srgbClr val="000000"/>
              </a:buClr>
              <a:buNone/>
            </a:pPr>
            <a:endParaRPr lang="en-US" sz="1500" dirty="0">
              <a:solidFill>
                <a:schemeClr val="accent6"/>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925827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7" name="Google Shape;507;p36"/>
          <p:cNvSpPr txBox="1">
            <a:spLocks noGrp="1"/>
          </p:cNvSpPr>
          <p:nvPr>
            <p:ph type="title"/>
          </p:nvPr>
        </p:nvSpPr>
        <p:spPr>
          <a:xfrm>
            <a:off x="4260" y="0"/>
            <a:ext cx="3063756" cy="77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4400" b="1" dirty="0"/>
              <a:t>4.</a:t>
            </a:r>
            <a:endParaRPr sz="4400" b="1" dirty="0"/>
          </a:p>
        </p:txBody>
      </p:sp>
      <p:sp>
        <p:nvSpPr>
          <p:cNvPr id="508" name="Google Shape;508;p36"/>
          <p:cNvSpPr txBox="1">
            <a:spLocks noGrp="1"/>
          </p:cNvSpPr>
          <p:nvPr>
            <p:ph type="subTitle" idx="1"/>
          </p:nvPr>
        </p:nvSpPr>
        <p:spPr>
          <a:xfrm>
            <a:off x="676874" y="-247508"/>
            <a:ext cx="8239865" cy="1650045"/>
          </a:xfrm>
          <a:prstGeom prst="rect">
            <a:avLst/>
          </a:prstGeom>
        </p:spPr>
        <p:txBody>
          <a:bodyPr spcFirstLastPara="1" wrap="square" lIns="91425" tIns="91425" rIns="91425" bIns="91425" anchor="t" anchorCtr="0">
            <a:noAutofit/>
          </a:bodyPr>
          <a:lstStyle/>
          <a:p>
            <a:pPr marL="0" lvl="0" indent="0" algn="l" rtl="0">
              <a:spcBef>
                <a:spcPts val="1600"/>
              </a:spcBef>
              <a:spcAft>
                <a:spcPts val="1600"/>
              </a:spcAft>
              <a:buNone/>
            </a:pPr>
            <a:r>
              <a:rPr lang="en-IN" sz="2400" dirty="0"/>
              <a:t>To study the </a:t>
            </a:r>
            <a:r>
              <a:rPr lang="en-IN" sz="2400" b="1" dirty="0"/>
              <a:t>choice of cities </a:t>
            </a:r>
            <a:r>
              <a:rPr lang="en-IN" sz="2400" dirty="0"/>
              <a:t>for individuals </a:t>
            </a:r>
            <a:r>
              <a:rPr lang="en-IN" sz="2400" b="1" dirty="0"/>
              <a:t>before</a:t>
            </a:r>
            <a:r>
              <a:rPr lang="en-IN" sz="2400" dirty="0"/>
              <a:t> and </a:t>
            </a:r>
            <a:r>
              <a:rPr lang="en-IN" sz="2400" b="1" dirty="0"/>
              <a:t>after</a:t>
            </a:r>
            <a:r>
              <a:rPr lang="en-IN" sz="2400" dirty="0"/>
              <a:t> informing them about the respective city’s AQI levels</a:t>
            </a:r>
            <a:endParaRPr sz="2400" dirty="0"/>
          </a:p>
        </p:txBody>
      </p:sp>
      <p:grpSp>
        <p:nvGrpSpPr>
          <p:cNvPr id="543" name="Google Shape;543;p36"/>
          <p:cNvGrpSpPr/>
          <p:nvPr/>
        </p:nvGrpSpPr>
        <p:grpSpPr>
          <a:xfrm flipH="1">
            <a:off x="56739" y="701924"/>
            <a:ext cx="446222" cy="77476"/>
            <a:chOff x="6146875" y="1767300"/>
            <a:chExt cx="331025" cy="57475"/>
          </a:xfrm>
        </p:grpSpPr>
        <p:sp>
          <p:nvSpPr>
            <p:cNvPr id="544" name="Google Shape;544;p36"/>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6"/>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B13CB655-AE14-4804-89B6-62895660D3B5}"/>
              </a:ext>
            </a:extLst>
          </p:cNvPr>
          <p:cNvPicPr>
            <a:picLocks noChangeAspect="1"/>
          </p:cNvPicPr>
          <p:nvPr/>
        </p:nvPicPr>
        <p:blipFill rotWithShape="1">
          <a:blip r:embed="rId3"/>
          <a:srcRect l="25416" t="20148" r="27000" b="24296"/>
          <a:stretch/>
        </p:blipFill>
        <p:spPr>
          <a:xfrm>
            <a:off x="1882156" y="1315153"/>
            <a:ext cx="5829300" cy="3828347"/>
          </a:xfrm>
          <a:prstGeom prst="rect">
            <a:avLst/>
          </a:prstGeom>
        </p:spPr>
      </p:pic>
    </p:spTree>
    <p:extLst>
      <p:ext uri="{BB962C8B-B14F-4D97-AF65-F5344CB8AC3E}">
        <p14:creationId xmlns:p14="http://schemas.microsoft.com/office/powerpoint/2010/main" val="1692341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712B-794B-4B8A-9F84-FA839B951648}"/>
              </a:ext>
            </a:extLst>
          </p:cNvPr>
          <p:cNvSpPr>
            <a:spLocks noGrp="1"/>
          </p:cNvSpPr>
          <p:nvPr>
            <p:ph type="title"/>
          </p:nvPr>
        </p:nvSpPr>
        <p:spPr>
          <a:xfrm>
            <a:off x="717524" y="548746"/>
            <a:ext cx="8097851" cy="572700"/>
          </a:xfrm>
        </p:spPr>
        <p:txBody>
          <a:bodyPr/>
          <a:lstStyle/>
          <a:p>
            <a:pPr algn="ctr"/>
            <a:r>
              <a:rPr lang="en-GB" sz="3000" b="1" dirty="0"/>
              <a:t>TIER 1 CITIES CHOICE</a:t>
            </a:r>
          </a:p>
        </p:txBody>
      </p:sp>
      <p:sp>
        <p:nvSpPr>
          <p:cNvPr id="3" name="Text Placeholder 2">
            <a:extLst>
              <a:ext uri="{FF2B5EF4-FFF2-40B4-BE49-F238E27FC236}">
                <a16:creationId xmlns:a16="http://schemas.microsoft.com/office/drawing/2014/main" id="{21070809-F9EB-4EF7-A4BC-FB07EDB85439}"/>
              </a:ext>
            </a:extLst>
          </p:cNvPr>
          <p:cNvSpPr>
            <a:spLocks noGrp="1"/>
          </p:cNvSpPr>
          <p:nvPr>
            <p:ph type="body" idx="1"/>
          </p:nvPr>
        </p:nvSpPr>
        <p:spPr>
          <a:xfrm>
            <a:off x="717525" y="1273654"/>
            <a:ext cx="7709100" cy="364646"/>
          </a:xfrm>
        </p:spPr>
        <p:txBody>
          <a:bodyPr/>
          <a:lstStyle/>
          <a:p>
            <a:pPr marL="158750" indent="0">
              <a:buNone/>
            </a:pPr>
            <a:r>
              <a:rPr lang="en-GB" sz="1400" b="1" dirty="0"/>
              <a:t>WITHOUT AQI KNOWLEDGE			     WITH AQI KNOWLEDGE</a:t>
            </a:r>
            <a:endParaRPr lang="en-GB" sz="1500" b="1" dirty="0"/>
          </a:p>
        </p:txBody>
      </p:sp>
      <p:pic>
        <p:nvPicPr>
          <p:cNvPr id="1028" name="Picture 4" descr="Forms response chart. Question title: Pick any TWO of the following TIER 1 cities in which you'd want live in. Number of responses: 200 responses.">
            <a:extLst>
              <a:ext uri="{FF2B5EF4-FFF2-40B4-BE49-F238E27FC236}">
                <a16:creationId xmlns:a16="http://schemas.microsoft.com/office/drawing/2014/main" id="{B57F636B-5195-47CE-889F-CDD0A267C6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82" y="1791809"/>
            <a:ext cx="4371618" cy="207803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orms response chart. Question title: With the above knowledge, pick any TWO of the following TIER 1 cities in which you'd want live in. Number of responses: 200 responses.">
            <a:extLst>
              <a:ext uri="{FF2B5EF4-FFF2-40B4-BE49-F238E27FC236}">
                <a16:creationId xmlns:a16="http://schemas.microsoft.com/office/drawing/2014/main" id="{5BCBBD81-3B4A-4FF6-A1AA-02A9680663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790508"/>
            <a:ext cx="4371618" cy="2078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821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712B-794B-4B8A-9F84-FA839B951648}"/>
              </a:ext>
            </a:extLst>
          </p:cNvPr>
          <p:cNvSpPr>
            <a:spLocks noGrp="1"/>
          </p:cNvSpPr>
          <p:nvPr>
            <p:ph type="title"/>
          </p:nvPr>
        </p:nvSpPr>
        <p:spPr>
          <a:xfrm>
            <a:off x="523074" y="198226"/>
            <a:ext cx="8097851" cy="572700"/>
          </a:xfrm>
        </p:spPr>
        <p:txBody>
          <a:bodyPr/>
          <a:lstStyle/>
          <a:p>
            <a:pPr algn="ctr"/>
            <a:r>
              <a:rPr lang="en-GB" sz="3000" b="1" dirty="0"/>
              <a:t>TIER 1 CITIES CHOICE</a:t>
            </a:r>
          </a:p>
        </p:txBody>
      </p:sp>
      <p:graphicFrame>
        <p:nvGraphicFramePr>
          <p:cNvPr id="7" name="Table 6">
            <a:extLst>
              <a:ext uri="{FF2B5EF4-FFF2-40B4-BE49-F238E27FC236}">
                <a16:creationId xmlns:a16="http://schemas.microsoft.com/office/drawing/2014/main" id="{1A1F235C-275B-4548-8F79-D753C173F858}"/>
              </a:ext>
            </a:extLst>
          </p:cNvPr>
          <p:cNvGraphicFramePr>
            <a:graphicFrameLocks noGrp="1"/>
          </p:cNvGraphicFramePr>
          <p:nvPr>
            <p:extLst>
              <p:ext uri="{D42A27DB-BD31-4B8C-83A1-F6EECF244321}">
                <p14:modId xmlns:p14="http://schemas.microsoft.com/office/powerpoint/2010/main" val="3960651218"/>
              </p:ext>
            </p:extLst>
          </p:nvPr>
        </p:nvGraphicFramePr>
        <p:xfrm>
          <a:off x="1013460" y="1121446"/>
          <a:ext cx="6758940" cy="3473316"/>
        </p:xfrm>
        <a:graphic>
          <a:graphicData uri="http://schemas.openxmlformats.org/drawingml/2006/table">
            <a:tbl>
              <a:tblPr/>
              <a:tblGrid>
                <a:gridCol w="1232400">
                  <a:extLst>
                    <a:ext uri="{9D8B030D-6E8A-4147-A177-3AD203B41FA5}">
                      <a16:colId xmlns:a16="http://schemas.microsoft.com/office/drawing/2014/main" val="2229752735"/>
                    </a:ext>
                  </a:extLst>
                </a:gridCol>
                <a:gridCol w="1810087">
                  <a:extLst>
                    <a:ext uri="{9D8B030D-6E8A-4147-A177-3AD203B41FA5}">
                      <a16:colId xmlns:a16="http://schemas.microsoft.com/office/drawing/2014/main" val="3920392946"/>
                    </a:ext>
                  </a:extLst>
                </a:gridCol>
                <a:gridCol w="1867855">
                  <a:extLst>
                    <a:ext uri="{9D8B030D-6E8A-4147-A177-3AD203B41FA5}">
                      <a16:colId xmlns:a16="http://schemas.microsoft.com/office/drawing/2014/main" val="3598229622"/>
                    </a:ext>
                  </a:extLst>
                </a:gridCol>
                <a:gridCol w="924299">
                  <a:extLst>
                    <a:ext uri="{9D8B030D-6E8A-4147-A177-3AD203B41FA5}">
                      <a16:colId xmlns:a16="http://schemas.microsoft.com/office/drawing/2014/main" val="1220769288"/>
                    </a:ext>
                  </a:extLst>
                </a:gridCol>
                <a:gridCol w="924299">
                  <a:extLst>
                    <a:ext uri="{9D8B030D-6E8A-4147-A177-3AD203B41FA5}">
                      <a16:colId xmlns:a16="http://schemas.microsoft.com/office/drawing/2014/main" val="2845813047"/>
                    </a:ext>
                  </a:extLst>
                </a:gridCol>
              </a:tblGrid>
              <a:tr h="236404">
                <a:tc>
                  <a:txBody>
                    <a:bodyPr/>
                    <a:lstStyle/>
                    <a:p>
                      <a:pPr algn="ctr" fontAlgn="ctr"/>
                      <a:r>
                        <a:rPr lang="en-US" sz="1300" b="1" i="0" u="none" strike="noStrike" dirty="0">
                          <a:solidFill>
                            <a:srgbClr val="000000"/>
                          </a:solidFill>
                          <a:effectLst/>
                          <a:latin typeface="Arial" panose="020B0604020202020204" pitchFamily="34" charset="0"/>
                        </a:rPr>
                        <a:t>Rank Tier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City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City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Mean AQI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Category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6717444"/>
                  </a:ext>
                </a:extLst>
              </a:tr>
              <a:tr h="227311">
                <a:tc>
                  <a:txBody>
                    <a:bodyPr/>
                    <a:lstStyle/>
                    <a:p>
                      <a:pPr algn="ctr" fontAlgn="ctr"/>
                      <a:r>
                        <a:rPr lang="en-US" sz="1300" b="0" i="0" u="none" strike="noStrike">
                          <a:solidFill>
                            <a:srgbClr val="000000"/>
                          </a:solidFill>
                          <a:effectLst/>
                          <a:latin typeface="Arial" panose="020B060402020202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dirty="0">
                          <a:solidFill>
                            <a:srgbClr val="000000"/>
                          </a:solidFill>
                          <a:effectLst/>
                          <a:latin typeface="Arial" panose="020B0604020202020204" pitchFamily="34" charset="0"/>
                        </a:rPr>
                        <a:t>Bengaluru</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 Bengaluru</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87.55941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extLst>
                  <a:ext uri="{0D108BD9-81ED-4DB2-BD59-A6C34878D82A}">
                    <a16:rowId xmlns:a16="http://schemas.microsoft.com/office/drawing/2014/main" val="3362541834"/>
                  </a:ext>
                </a:extLst>
              </a:tr>
              <a:tr h="227311">
                <a:tc>
                  <a:txBody>
                    <a:bodyPr/>
                    <a:lstStyle/>
                    <a:p>
                      <a:pPr algn="ctr" fontAlgn="ctr"/>
                      <a:r>
                        <a:rPr lang="en-US" sz="1300" b="0" i="0" u="none" strike="noStrike">
                          <a:solidFill>
                            <a:srgbClr val="000000"/>
                          </a:solidFill>
                          <a:effectLst/>
                          <a:latin typeface="Arial" panose="020B060402020202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dirty="0">
                          <a:solidFill>
                            <a:srgbClr val="000000"/>
                          </a:solidFill>
                          <a:effectLst/>
                          <a:latin typeface="Arial" panose="020B0604020202020204" pitchFamily="34" charset="0"/>
                        </a:rPr>
                        <a:t>Hyderabad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 Hyderabad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dirty="0">
                          <a:solidFill>
                            <a:srgbClr val="000000"/>
                          </a:solidFill>
                          <a:effectLst/>
                          <a:latin typeface="Arial" panose="020B0604020202020204" pitchFamily="34" charset="0"/>
                        </a:rPr>
                        <a:t>88.12546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extLst>
                  <a:ext uri="{0D108BD9-81ED-4DB2-BD59-A6C34878D82A}">
                    <a16:rowId xmlns:a16="http://schemas.microsoft.com/office/drawing/2014/main" val="1751359500"/>
                  </a:ext>
                </a:extLst>
              </a:tr>
              <a:tr h="227311">
                <a:tc>
                  <a:txBody>
                    <a:bodyPr/>
                    <a:lstStyle/>
                    <a:p>
                      <a:pPr algn="ctr" fontAlgn="ctr"/>
                      <a:r>
                        <a:rPr lang="en-US" sz="1300" b="0" i="0" u="none" strike="noStrike">
                          <a:solidFill>
                            <a:srgbClr val="000000"/>
                          </a:solidFill>
                          <a:effectLst/>
                          <a:latin typeface="Arial" panose="020B060402020202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dirty="0">
                          <a:solidFill>
                            <a:srgbClr val="000000"/>
                          </a:solidFill>
                          <a:effectLst/>
                          <a:latin typeface="Arial" panose="020B0604020202020204" pitchFamily="34" charset="0"/>
                        </a:rPr>
                        <a:t>Chennai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 Chennai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95.03663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extLst>
                  <a:ext uri="{0D108BD9-81ED-4DB2-BD59-A6C34878D82A}">
                    <a16:rowId xmlns:a16="http://schemas.microsoft.com/office/drawing/2014/main" val="3888640467"/>
                  </a:ext>
                </a:extLst>
              </a:tr>
              <a:tr h="227311">
                <a:tc>
                  <a:txBody>
                    <a:bodyPr/>
                    <a:lstStyle/>
                    <a:p>
                      <a:pPr algn="ctr" fontAlgn="ctr"/>
                      <a:r>
                        <a:rPr lang="en-US" sz="1300" b="0" i="0" u="none" strike="noStrike">
                          <a:solidFill>
                            <a:srgbClr val="000000"/>
                          </a:solidFill>
                          <a:effectLst/>
                          <a:latin typeface="Arial" panose="020B060402020202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dirty="0">
                          <a:solidFill>
                            <a:srgbClr val="000000"/>
                          </a:solidFill>
                          <a:effectLst/>
                          <a:latin typeface="Arial" panose="020B0604020202020204" pitchFamily="34" charset="0"/>
                        </a:rPr>
                        <a:t>Mumbai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dirty="0">
                          <a:solidFill>
                            <a:srgbClr val="000000"/>
                          </a:solidFill>
                          <a:effectLst/>
                          <a:latin typeface="Arial" panose="020B0604020202020204" pitchFamily="34" charset="0"/>
                        </a:rPr>
                        <a:t> Mumbai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104.8678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extLst>
                  <a:ext uri="{0D108BD9-81ED-4DB2-BD59-A6C34878D82A}">
                    <a16:rowId xmlns:a16="http://schemas.microsoft.com/office/drawing/2014/main" val="2167410110"/>
                  </a:ext>
                </a:extLst>
              </a:tr>
              <a:tr h="227311">
                <a:tc>
                  <a:txBody>
                    <a:bodyPr/>
                    <a:lstStyle/>
                    <a:p>
                      <a:pPr algn="ctr" fontAlgn="ctr"/>
                      <a:r>
                        <a:rPr lang="en-US" sz="1300" b="0" i="0" u="none" strike="noStrike">
                          <a:solidFill>
                            <a:srgbClr val="000000"/>
                          </a:solidFill>
                          <a:effectLst/>
                          <a:latin typeface="Arial" panose="020B060402020202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Kolkata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dirty="0">
                          <a:solidFill>
                            <a:srgbClr val="000000"/>
                          </a:solidFill>
                          <a:effectLst/>
                          <a:latin typeface="Arial" panose="020B0604020202020204" pitchFamily="34" charset="0"/>
                        </a:rPr>
                        <a:t> Kolkata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131.2134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extLst>
                  <a:ext uri="{0D108BD9-81ED-4DB2-BD59-A6C34878D82A}">
                    <a16:rowId xmlns:a16="http://schemas.microsoft.com/office/drawing/2014/main" val="3676881935"/>
                  </a:ext>
                </a:extLst>
              </a:tr>
              <a:tr h="236404">
                <a:tc>
                  <a:txBody>
                    <a:bodyPr/>
                    <a:lstStyle/>
                    <a:p>
                      <a:pPr algn="ctr" fontAlgn="ctr"/>
                      <a:r>
                        <a:rPr lang="en-US" sz="1300" b="0" i="0" u="none" strike="noStrike">
                          <a:solidFill>
                            <a:srgbClr val="000000"/>
                          </a:solidFill>
                          <a:effectLst/>
                          <a:latin typeface="Arial" panose="020B060402020202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Delhi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dirty="0">
                          <a:solidFill>
                            <a:srgbClr val="000000"/>
                          </a:solidFill>
                          <a:effectLst/>
                          <a:latin typeface="Arial" panose="020B0604020202020204" pitchFamily="34" charset="0"/>
                        </a:rPr>
                        <a:t> Delhi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213.6716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extLst>
                  <a:ext uri="{0D108BD9-81ED-4DB2-BD59-A6C34878D82A}">
                    <a16:rowId xmlns:a16="http://schemas.microsoft.com/office/drawing/2014/main" val="3132831235"/>
                  </a:ext>
                </a:extLst>
              </a:tr>
              <a:tr h="227311">
                <a:tc>
                  <a:txBody>
                    <a:bodyPr/>
                    <a:lstStyle/>
                    <a:p>
                      <a:pPr algn="ctr" fontAlgn="ctr"/>
                      <a:r>
                        <a:rPr lang="en-US" sz="1300" b="0" i="0" u="none" strike="noStrike">
                          <a:solidFill>
                            <a:srgbClr val="000000"/>
                          </a:solidFill>
                          <a:effectLst/>
                          <a:latin typeface="Arial" panose="020B060402020202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Ahmedabad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dirty="0">
                          <a:solidFill>
                            <a:srgbClr val="000000"/>
                          </a:solidFill>
                          <a:effectLst/>
                          <a:latin typeface="Arial" panose="020B0604020202020204" pitchFamily="34" charset="0"/>
                        </a:rPr>
                        <a:t> Ahmedabad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424.9242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extLst>
                  <a:ext uri="{0D108BD9-81ED-4DB2-BD59-A6C34878D82A}">
                    <a16:rowId xmlns:a16="http://schemas.microsoft.com/office/drawing/2014/main" val="65162449"/>
                  </a:ext>
                </a:extLst>
              </a:tr>
              <a:tr h="227311">
                <a:tc>
                  <a:txBody>
                    <a:bodyPr/>
                    <a:lstStyle/>
                    <a:p>
                      <a:pPr algn="l"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967792141"/>
                  </a:ext>
                </a:extLst>
              </a:tr>
              <a:tr h="227311">
                <a:tc>
                  <a:txBody>
                    <a:bodyPr/>
                    <a:lstStyle/>
                    <a:p>
                      <a:pPr algn="l"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tc>
                  <a:txBody>
                    <a:bodyPr/>
                    <a:lstStyle/>
                    <a:p>
                      <a:pPr algn="l"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tc>
                  <a:txBody>
                    <a:bodyPr/>
                    <a:lstStyle/>
                    <a:p>
                      <a:pPr algn="l" fontAlgn="b"/>
                      <a:endParaRPr lang="en-US" sz="1300" b="0" i="0" u="none" strike="noStrike" dirty="0">
                        <a:solidFill>
                          <a:srgbClr val="000000"/>
                        </a:solidFill>
                        <a:effectLst/>
                        <a:latin typeface="Arial" panose="020B0604020202020204" pitchFamily="34" charset="0"/>
                      </a:endParaRP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300" b="0" i="0" u="none" strike="noStrike" dirty="0">
                        <a:solidFill>
                          <a:srgbClr val="000000"/>
                        </a:solidFill>
                        <a:effectLst/>
                        <a:latin typeface="Arial" panose="020B0604020202020204" pitchFamily="34" charset="0"/>
                      </a:endParaRP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1291095336"/>
                  </a:ext>
                </a:extLst>
              </a:tr>
              <a:tr h="236404">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a:noFill/>
                    </a:lnL>
                    <a:lnR>
                      <a:noFill/>
                    </a:lnR>
                    <a:lnT>
                      <a:noFill/>
                    </a:lnT>
                    <a:lnB>
                      <a:noFill/>
                    </a:lnB>
                  </a:tcPr>
                </a:tc>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a:noFill/>
                    </a:lnL>
                    <a:lnR w="6350" cap="flat" cmpd="sng" algn="ctr">
                      <a:solidFill>
                        <a:srgbClr val="000000"/>
                      </a:solidFill>
                      <a:prstDash val="solid"/>
                      <a:round/>
                      <a:headEnd type="none" w="med" len="med"/>
                      <a:tailEnd type="none" w="med" len="med"/>
                    </a:lnR>
                    <a:lnT>
                      <a:noFill/>
                    </a:lnT>
                    <a:lnB>
                      <a:noFill/>
                    </a:lnB>
                  </a:tcPr>
                </a:tc>
                <a:tc gridSpan="2">
                  <a:txBody>
                    <a:bodyPr/>
                    <a:lstStyle/>
                    <a:p>
                      <a:pPr algn="ctr" fontAlgn="ctr"/>
                      <a:r>
                        <a:rPr lang="en-US" sz="1300" b="1" i="0" u="none" strike="noStrike" dirty="0">
                          <a:solidFill>
                            <a:srgbClr val="000000"/>
                          </a:solidFill>
                          <a:effectLst/>
                          <a:latin typeface="Arial" panose="020B0604020202020204" pitchFamily="34" charset="0"/>
                        </a:rPr>
                        <a:t>AFTER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21242187"/>
                  </a:ext>
                </a:extLst>
              </a:tr>
              <a:tr h="236404">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GOOD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1" i="0" u="none" strike="noStrike" dirty="0">
                          <a:solidFill>
                            <a:srgbClr val="000000"/>
                          </a:solidFill>
                          <a:effectLst/>
                          <a:latin typeface="Arial" panose="020B0604020202020204" pitchFamily="34" charset="0"/>
                        </a:rPr>
                        <a:t>BAD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1" i="0" u="none" strike="noStrike">
                          <a:solidFill>
                            <a:srgbClr val="000000"/>
                          </a:solidFill>
                          <a:effectLst/>
                          <a:latin typeface="Arial" panose="020B0604020202020204"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7111194"/>
                  </a:ext>
                </a:extLst>
              </a:tr>
              <a:tr h="236404">
                <a:tc rowSpan="2">
                  <a:txBody>
                    <a:bodyPr/>
                    <a:lstStyle/>
                    <a:p>
                      <a:pPr algn="ctr" fontAlgn="ctr"/>
                      <a:r>
                        <a:rPr lang="en-US" sz="1300" b="1" i="0" u="none" strike="noStrike">
                          <a:solidFill>
                            <a:srgbClr val="000000"/>
                          </a:solidFill>
                          <a:effectLst/>
                          <a:latin typeface="Arial" panose="020B0604020202020204" pitchFamily="34" charset="0"/>
                        </a:rPr>
                        <a:t>BEFORE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GOOD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1" i="0" u="none" strike="noStrike" dirty="0">
                          <a:solidFill>
                            <a:srgbClr val="000000"/>
                          </a:solidFill>
                          <a:effectLst/>
                          <a:latin typeface="Arial" panose="020B060402020202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300" b="1" i="0" u="none" strike="noStrike" dirty="0">
                          <a:solidFill>
                            <a:srgbClr val="000000"/>
                          </a:solidFill>
                          <a:effectLst/>
                          <a:latin typeface="Arial" panose="020B060402020202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300" b="1" i="0" u="none" strike="noStrike" dirty="0">
                          <a:solidFill>
                            <a:srgbClr val="000000"/>
                          </a:solidFill>
                          <a:effectLst/>
                          <a:latin typeface="Arial" panose="020B060402020202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6072671"/>
                  </a:ext>
                </a:extLst>
              </a:tr>
              <a:tr h="236404">
                <a:tc vMerge="1">
                  <a:txBody>
                    <a:bodyPr/>
                    <a:lstStyle/>
                    <a:p>
                      <a:endParaRPr lang="en-GB"/>
                    </a:p>
                  </a:txBody>
                  <a:tcPr/>
                </a:tc>
                <a:tc>
                  <a:txBody>
                    <a:bodyPr/>
                    <a:lstStyle/>
                    <a:p>
                      <a:pPr algn="ctr" fontAlgn="ctr"/>
                      <a:r>
                        <a:rPr lang="en-US" sz="1300" b="1" i="0" u="none" strike="noStrike" dirty="0">
                          <a:solidFill>
                            <a:srgbClr val="000000"/>
                          </a:solidFill>
                          <a:effectLst/>
                          <a:latin typeface="Arial" panose="020B0604020202020204" pitchFamily="34" charset="0"/>
                        </a:rPr>
                        <a:t>BAD</a:t>
                      </a:r>
                    </a:p>
                  </a:txBody>
                  <a:tcPr marL="6350" marR="6350" marT="6350" marB="0" anchor="ctr">
                    <a:lnL w="6350"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marR="0" algn="ctr" rtl="0" fontAlgn="ctr">
                        <a:lnSpc>
                          <a:spcPct val="100000"/>
                        </a:lnSpc>
                        <a:spcBef>
                          <a:spcPts val="0"/>
                        </a:spcBef>
                        <a:spcAft>
                          <a:spcPts val="0"/>
                        </a:spcAft>
                        <a:buClr>
                          <a:srgbClr val="000000"/>
                        </a:buClr>
                        <a:buFont typeface="Arial"/>
                      </a:pPr>
                      <a:r>
                        <a:rPr lang="en-US" sz="1300" b="1" i="0" u="none" strike="noStrike" cap="none" dirty="0">
                          <a:solidFill>
                            <a:srgbClr val="000000"/>
                          </a:solidFill>
                          <a:effectLst/>
                          <a:latin typeface="Arial" panose="020B0604020202020204" pitchFamily="34" charset="0"/>
                          <a:ea typeface="+mn-ea"/>
                          <a:cs typeface="+mn-cs"/>
                          <a:sym typeface="Arial"/>
                        </a:rPr>
                        <a:t>193</a:t>
                      </a:r>
                    </a:p>
                  </a:txBody>
                  <a:tcPr marL="6350" marR="6350" marT="635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300" b="1" i="0" u="none" strike="noStrike" dirty="0">
                          <a:solidFill>
                            <a:srgbClr val="000000"/>
                          </a:solidFill>
                          <a:effectLst/>
                          <a:latin typeface="Arial" panose="020B0604020202020204" pitchFamily="34" charset="0"/>
                        </a:rPr>
                        <a:t>1</a:t>
                      </a:r>
                    </a:p>
                  </a:txBody>
                  <a:tcPr marL="6350" marR="6350" marT="6350" marB="0" anchor="ctr">
                    <a:lnL w="381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300" b="1" i="0" u="none" strike="noStrike" dirty="0">
                          <a:solidFill>
                            <a:srgbClr val="000000"/>
                          </a:solidFill>
                          <a:effectLst/>
                          <a:latin typeface="Arial" panose="020B0604020202020204" pitchFamily="34" charset="0"/>
                        </a:rPr>
                        <a:t>194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6779380"/>
                  </a:ext>
                </a:extLst>
              </a:tr>
              <a:tr h="236404">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sz="1300" b="1" i="0" u="none" strike="noStrike">
                          <a:solidFill>
                            <a:srgbClr val="000000"/>
                          </a:solidFill>
                          <a:effectLst/>
                          <a:latin typeface="Arial" panose="020B0604020202020204"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195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dirty="0">
                          <a:solidFill>
                            <a:srgbClr val="000000"/>
                          </a:solidFill>
                          <a:effectLst/>
                          <a:latin typeface="Arial" panose="020B0604020202020204" pitchFamily="34" charset="0"/>
                        </a:rPr>
                        <a:t>200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484563"/>
                  </a:ext>
                </a:extLst>
              </a:tr>
            </a:tbl>
          </a:graphicData>
        </a:graphic>
      </p:graphicFrame>
    </p:spTree>
    <p:extLst>
      <p:ext uri="{BB962C8B-B14F-4D97-AF65-F5344CB8AC3E}">
        <p14:creationId xmlns:p14="http://schemas.microsoft.com/office/powerpoint/2010/main" val="1829077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712B-794B-4B8A-9F84-FA839B951648}"/>
              </a:ext>
            </a:extLst>
          </p:cNvPr>
          <p:cNvSpPr>
            <a:spLocks noGrp="1"/>
          </p:cNvSpPr>
          <p:nvPr>
            <p:ph type="title"/>
          </p:nvPr>
        </p:nvSpPr>
        <p:spPr>
          <a:xfrm>
            <a:off x="717524" y="548746"/>
            <a:ext cx="8097851" cy="572700"/>
          </a:xfrm>
        </p:spPr>
        <p:txBody>
          <a:bodyPr/>
          <a:lstStyle/>
          <a:p>
            <a:pPr algn="ctr"/>
            <a:r>
              <a:rPr lang="en-GB" sz="3000" b="1" dirty="0"/>
              <a:t>TIER 2 &amp; 3 CITIES CHOICE</a:t>
            </a:r>
          </a:p>
        </p:txBody>
      </p:sp>
      <p:sp>
        <p:nvSpPr>
          <p:cNvPr id="3" name="Text Placeholder 2">
            <a:extLst>
              <a:ext uri="{FF2B5EF4-FFF2-40B4-BE49-F238E27FC236}">
                <a16:creationId xmlns:a16="http://schemas.microsoft.com/office/drawing/2014/main" id="{21070809-F9EB-4EF7-A4BC-FB07EDB85439}"/>
              </a:ext>
            </a:extLst>
          </p:cNvPr>
          <p:cNvSpPr>
            <a:spLocks noGrp="1"/>
          </p:cNvSpPr>
          <p:nvPr>
            <p:ph type="body" idx="1"/>
          </p:nvPr>
        </p:nvSpPr>
        <p:spPr>
          <a:xfrm>
            <a:off x="717525" y="1273654"/>
            <a:ext cx="7709100" cy="364646"/>
          </a:xfrm>
        </p:spPr>
        <p:txBody>
          <a:bodyPr/>
          <a:lstStyle/>
          <a:p>
            <a:pPr marL="158750" indent="0">
              <a:buNone/>
            </a:pPr>
            <a:r>
              <a:rPr lang="en-GB" sz="1400" b="1" dirty="0"/>
              <a:t>WITHOUT AQI KNOWLEDGE			     WITH AQI KNOWLEDGE</a:t>
            </a:r>
            <a:endParaRPr lang="en-GB" sz="1500" b="1" dirty="0"/>
          </a:p>
        </p:txBody>
      </p:sp>
      <p:pic>
        <p:nvPicPr>
          <p:cNvPr id="2050" name="Picture 2" descr="Forms response chart. Question title: Pick any TWO of the following TIER 2 and TIER 3 cities in which you'd want live in. Number of responses: 200 responses.">
            <a:extLst>
              <a:ext uri="{FF2B5EF4-FFF2-40B4-BE49-F238E27FC236}">
                <a16:creationId xmlns:a16="http://schemas.microsoft.com/office/drawing/2014/main" id="{E4F03920-0DC2-4D20-B5E0-13BAB134F8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450" y="1790508"/>
            <a:ext cx="4571999" cy="217328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orms response chart. Question title: Similarly, with the above knowledge, pick any TWO of the following TIER 2 and TIER 3 cities in which you'd want live in. Number of responses: 200 responses.">
            <a:extLst>
              <a:ext uri="{FF2B5EF4-FFF2-40B4-BE49-F238E27FC236}">
                <a16:creationId xmlns:a16="http://schemas.microsoft.com/office/drawing/2014/main" id="{B9F1E8DB-6599-4FB5-AF72-4F36C56566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790508"/>
            <a:ext cx="4573562"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4171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712B-794B-4B8A-9F84-FA839B951648}"/>
              </a:ext>
            </a:extLst>
          </p:cNvPr>
          <p:cNvSpPr>
            <a:spLocks noGrp="1"/>
          </p:cNvSpPr>
          <p:nvPr>
            <p:ph type="title"/>
          </p:nvPr>
        </p:nvSpPr>
        <p:spPr>
          <a:xfrm>
            <a:off x="694664" y="178480"/>
            <a:ext cx="8097851" cy="572700"/>
          </a:xfrm>
        </p:spPr>
        <p:txBody>
          <a:bodyPr/>
          <a:lstStyle/>
          <a:p>
            <a:pPr algn="ctr"/>
            <a:r>
              <a:rPr lang="en-GB" sz="3000" b="1" dirty="0"/>
              <a:t>TIER 2 &amp; 3 CITIES CHOICE</a:t>
            </a:r>
          </a:p>
        </p:txBody>
      </p:sp>
      <p:graphicFrame>
        <p:nvGraphicFramePr>
          <p:cNvPr id="7" name="Table 6">
            <a:extLst>
              <a:ext uri="{FF2B5EF4-FFF2-40B4-BE49-F238E27FC236}">
                <a16:creationId xmlns:a16="http://schemas.microsoft.com/office/drawing/2014/main" id="{C3190179-50DB-44B3-9D87-F93314ABBF33}"/>
              </a:ext>
            </a:extLst>
          </p:cNvPr>
          <p:cNvGraphicFramePr>
            <a:graphicFrameLocks noGrp="1"/>
          </p:cNvGraphicFramePr>
          <p:nvPr>
            <p:extLst>
              <p:ext uri="{D42A27DB-BD31-4B8C-83A1-F6EECF244321}">
                <p14:modId xmlns:p14="http://schemas.microsoft.com/office/powerpoint/2010/main" val="2585517813"/>
              </p:ext>
            </p:extLst>
          </p:nvPr>
        </p:nvGraphicFramePr>
        <p:xfrm>
          <a:off x="1310640" y="929640"/>
          <a:ext cx="6522720" cy="3764268"/>
        </p:xfrm>
        <a:graphic>
          <a:graphicData uri="http://schemas.openxmlformats.org/drawingml/2006/table">
            <a:tbl>
              <a:tblPr/>
              <a:tblGrid>
                <a:gridCol w="1189328">
                  <a:extLst>
                    <a:ext uri="{9D8B030D-6E8A-4147-A177-3AD203B41FA5}">
                      <a16:colId xmlns:a16="http://schemas.microsoft.com/office/drawing/2014/main" val="3765205084"/>
                    </a:ext>
                  </a:extLst>
                </a:gridCol>
                <a:gridCol w="1746825">
                  <a:extLst>
                    <a:ext uri="{9D8B030D-6E8A-4147-A177-3AD203B41FA5}">
                      <a16:colId xmlns:a16="http://schemas.microsoft.com/office/drawing/2014/main" val="2521407929"/>
                    </a:ext>
                  </a:extLst>
                </a:gridCol>
                <a:gridCol w="1802575">
                  <a:extLst>
                    <a:ext uri="{9D8B030D-6E8A-4147-A177-3AD203B41FA5}">
                      <a16:colId xmlns:a16="http://schemas.microsoft.com/office/drawing/2014/main" val="703866999"/>
                    </a:ext>
                  </a:extLst>
                </a:gridCol>
                <a:gridCol w="945792">
                  <a:extLst>
                    <a:ext uri="{9D8B030D-6E8A-4147-A177-3AD203B41FA5}">
                      <a16:colId xmlns:a16="http://schemas.microsoft.com/office/drawing/2014/main" val="2027744904"/>
                    </a:ext>
                  </a:extLst>
                </a:gridCol>
                <a:gridCol w="838200">
                  <a:extLst>
                    <a:ext uri="{9D8B030D-6E8A-4147-A177-3AD203B41FA5}">
                      <a16:colId xmlns:a16="http://schemas.microsoft.com/office/drawing/2014/main" val="154886827"/>
                    </a:ext>
                  </a:extLst>
                </a:gridCol>
              </a:tblGrid>
              <a:tr h="242256">
                <a:tc>
                  <a:txBody>
                    <a:bodyPr/>
                    <a:lstStyle/>
                    <a:p>
                      <a:pPr algn="ctr" fontAlgn="ctr"/>
                      <a:r>
                        <a:rPr lang="en-US" sz="1300" b="1" i="0" u="none" strike="noStrike" dirty="0">
                          <a:solidFill>
                            <a:srgbClr val="000000"/>
                          </a:solidFill>
                          <a:effectLst/>
                          <a:latin typeface="Arial" panose="020B0604020202020204" pitchFamily="34" charset="0"/>
                        </a:rPr>
                        <a:t>Rank Tier 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City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City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300" b="1" i="0" u="none" strike="noStrike">
                          <a:solidFill>
                            <a:srgbClr val="000000"/>
                          </a:solidFill>
                          <a:effectLst/>
                          <a:latin typeface="Arial" panose="020B0604020202020204" pitchFamily="34" charset="0"/>
                        </a:rPr>
                        <a:t>Mean AQI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Category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6250890"/>
                  </a:ext>
                </a:extLst>
              </a:tr>
              <a:tr h="232937">
                <a:tc>
                  <a:txBody>
                    <a:bodyPr/>
                    <a:lstStyle/>
                    <a:p>
                      <a:pPr algn="ctr" fontAlgn="ctr"/>
                      <a:r>
                        <a:rPr lang="en-US" sz="1300" b="0" i="0" u="none" strike="noStrike">
                          <a:solidFill>
                            <a:srgbClr val="000000"/>
                          </a:solidFill>
                          <a:effectLst/>
                          <a:latin typeface="Arial" panose="020B060402020202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dirty="0">
                          <a:solidFill>
                            <a:srgbClr val="000000"/>
                          </a:solidFill>
                          <a:effectLst/>
                          <a:latin typeface="Arial" panose="020B0604020202020204" pitchFamily="34" charset="0"/>
                        </a:rPr>
                        <a:t>Thiruvananthapuram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 Thiruvananthapuram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b"/>
                      <a:r>
                        <a:rPr lang="en-US" sz="1300" b="0" i="0" u="none" strike="noStrike">
                          <a:solidFill>
                            <a:srgbClr val="000000"/>
                          </a:solidFill>
                          <a:effectLst/>
                          <a:latin typeface="Arial" panose="020B0604020202020204" pitchFamily="34" charset="0"/>
                        </a:rPr>
                        <a:t>71.56814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extLst>
                  <a:ext uri="{0D108BD9-81ED-4DB2-BD59-A6C34878D82A}">
                    <a16:rowId xmlns:a16="http://schemas.microsoft.com/office/drawing/2014/main" val="3296507126"/>
                  </a:ext>
                </a:extLst>
              </a:tr>
              <a:tr h="232937">
                <a:tc>
                  <a:txBody>
                    <a:bodyPr/>
                    <a:lstStyle/>
                    <a:p>
                      <a:pPr algn="ctr" fontAlgn="ctr"/>
                      <a:r>
                        <a:rPr lang="en-US" sz="1300" b="0" i="0" u="none" strike="noStrike">
                          <a:solidFill>
                            <a:srgbClr val="000000"/>
                          </a:solidFill>
                          <a:effectLst/>
                          <a:latin typeface="Arial" panose="020B060402020202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dirty="0" err="1">
                          <a:solidFill>
                            <a:srgbClr val="000000"/>
                          </a:solidFill>
                          <a:effectLst/>
                          <a:latin typeface="Arial" panose="020B0604020202020204" pitchFamily="34" charset="0"/>
                        </a:rPr>
                        <a:t>Vishakapatnam</a:t>
                      </a:r>
                      <a:endParaRPr lang="en-US" sz="1300" b="0" i="0" u="none" strike="noStrike" dirty="0">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 Vishakapatnam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b"/>
                      <a:r>
                        <a:rPr lang="en-US" sz="1300" b="0" i="0" u="none" strike="noStrike">
                          <a:solidFill>
                            <a:srgbClr val="000000"/>
                          </a:solidFill>
                          <a:effectLst/>
                          <a:latin typeface="Arial" panose="020B0604020202020204" pitchFamily="34" charset="0"/>
                        </a:rPr>
                        <a:t>104.8119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extLst>
                  <a:ext uri="{0D108BD9-81ED-4DB2-BD59-A6C34878D82A}">
                    <a16:rowId xmlns:a16="http://schemas.microsoft.com/office/drawing/2014/main" val="1067280906"/>
                  </a:ext>
                </a:extLst>
              </a:tr>
              <a:tr h="232937">
                <a:tc>
                  <a:txBody>
                    <a:bodyPr/>
                    <a:lstStyle/>
                    <a:p>
                      <a:pPr algn="ctr" fontAlgn="ctr"/>
                      <a:r>
                        <a:rPr lang="en-US" sz="1300" b="0" i="0" u="none" strike="noStrike">
                          <a:solidFill>
                            <a:srgbClr val="000000"/>
                          </a:solidFill>
                          <a:effectLst/>
                          <a:latin typeface="Arial" panose="020B060402020202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Jaipur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dirty="0">
                          <a:solidFill>
                            <a:srgbClr val="000000"/>
                          </a:solidFill>
                          <a:effectLst/>
                          <a:latin typeface="Arial" panose="020B0604020202020204" pitchFamily="34" charset="0"/>
                        </a:rPr>
                        <a:t> Jaipur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b"/>
                      <a:r>
                        <a:rPr lang="en-US" sz="1300" b="0" i="0" u="none" strike="noStrike">
                          <a:solidFill>
                            <a:srgbClr val="000000"/>
                          </a:solidFill>
                          <a:effectLst/>
                          <a:latin typeface="Arial" panose="020B0604020202020204" pitchFamily="34" charset="0"/>
                        </a:rPr>
                        <a:t>114.2921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0" i="0" u="none" strike="noStrike">
                          <a:solidFill>
                            <a:srgbClr val="000000"/>
                          </a:solidFill>
                          <a:effectLst/>
                          <a:latin typeface="Arial" panose="020B0604020202020204" pitchFamily="34" charset="0"/>
                        </a:rPr>
                        <a:t>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extLst>
                  <a:ext uri="{0D108BD9-81ED-4DB2-BD59-A6C34878D82A}">
                    <a16:rowId xmlns:a16="http://schemas.microsoft.com/office/drawing/2014/main" val="1988316020"/>
                  </a:ext>
                </a:extLst>
              </a:tr>
              <a:tr h="232937">
                <a:tc>
                  <a:txBody>
                    <a:bodyPr/>
                    <a:lstStyle/>
                    <a:p>
                      <a:pPr algn="ctr" fontAlgn="ctr"/>
                      <a:r>
                        <a:rPr lang="en-US" sz="1300" b="0" i="0" u="none" strike="noStrike">
                          <a:solidFill>
                            <a:srgbClr val="000000"/>
                          </a:solidFill>
                          <a:effectLst/>
                          <a:latin typeface="Arial" panose="020B060402020202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Guwahati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 Guwahati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b"/>
                      <a:r>
                        <a:rPr lang="en-US" sz="1300" b="0" i="0" u="none" strike="noStrike">
                          <a:solidFill>
                            <a:srgbClr val="000000"/>
                          </a:solidFill>
                          <a:effectLst/>
                          <a:latin typeface="Arial" panose="020B0604020202020204" pitchFamily="34" charset="0"/>
                        </a:rPr>
                        <a:t>140.5122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extLst>
                  <a:ext uri="{0D108BD9-81ED-4DB2-BD59-A6C34878D82A}">
                    <a16:rowId xmlns:a16="http://schemas.microsoft.com/office/drawing/2014/main" val="3722809080"/>
                  </a:ext>
                </a:extLst>
              </a:tr>
              <a:tr h="232937">
                <a:tc>
                  <a:txBody>
                    <a:bodyPr/>
                    <a:lstStyle/>
                    <a:p>
                      <a:pPr algn="ctr" fontAlgn="ctr"/>
                      <a:r>
                        <a:rPr lang="en-US" sz="1300" b="0" i="0" u="none" strike="noStrike">
                          <a:solidFill>
                            <a:srgbClr val="000000"/>
                          </a:solidFill>
                          <a:effectLst/>
                          <a:latin typeface="Arial" panose="020B060402020202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Jorapokhar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dirty="0">
                          <a:solidFill>
                            <a:srgbClr val="000000"/>
                          </a:solidFill>
                          <a:effectLst/>
                          <a:latin typeface="Arial" panose="020B0604020202020204" pitchFamily="34" charset="0"/>
                        </a:rPr>
                        <a:t> </a:t>
                      </a:r>
                      <a:r>
                        <a:rPr lang="en-US" sz="1300" b="0" i="0" u="none" strike="noStrike" dirty="0" err="1">
                          <a:solidFill>
                            <a:srgbClr val="000000"/>
                          </a:solidFill>
                          <a:effectLst/>
                          <a:latin typeface="Arial" panose="020B0604020202020204" pitchFamily="34" charset="0"/>
                        </a:rPr>
                        <a:t>Jorapokhar</a:t>
                      </a:r>
                      <a:endParaRPr lang="en-US" sz="1300" b="0" i="0" u="none" strike="noStrike" dirty="0">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b"/>
                      <a:r>
                        <a:rPr lang="en-US" sz="1300" b="0" i="0" u="none" strike="noStrike">
                          <a:solidFill>
                            <a:srgbClr val="000000"/>
                          </a:solidFill>
                          <a:effectLst/>
                          <a:latin typeface="Arial" panose="020B0604020202020204" pitchFamily="34" charset="0"/>
                        </a:rPr>
                        <a:t>147.4311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extLst>
                  <a:ext uri="{0D108BD9-81ED-4DB2-BD59-A6C34878D82A}">
                    <a16:rowId xmlns:a16="http://schemas.microsoft.com/office/drawing/2014/main" val="2447175277"/>
                  </a:ext>
                </a:extLst>
              </a:tr>
              <a:tr h="232937">
                <a:tc>
                  <a:txBody>
                    <a:bodyPr/>
                    <a:lstStyle/>
                    <a:p>
                      <a:pPr algn="ctr" fontAlgn="ctr"/>
                      <a:r>
                        <a:rPr lang="en-US" sz="1300" b="0" i="0" u="none" strike="noStrike">
                          <a:solidFill>
                            <a:srgbClr val="000000"/>
                          </a:solidFill>
                          <a:effectLst/>
                          <a:latin typeface="Arial" panose="020B060402020202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Gurugram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 Gurugram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b"/>
                      <a:r>
                        <a:rPr lang="en-US" sz="1300" b="0" i="0" u="none" strike="noStrike">
                          <a:solidFill>
                            <a:srgbClr val="000000"/>
                          </a:solidFill>
                          <a:effectLst/>
                          <a:latin typeface="Arial" panose="020B0604020202020204" pitchFamily="34" charset="0"/>
                        </a:rPr>
                        <a:t>181.1529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extLst>
                  <a:ext uri="{0D108BD9-81ED-4DB2-BD59-A6C34878D82A}">
                    <a16:rowId xmlns:a16="http://schemas.microsoft.com/office/drawing/2014/main" val="1625171838"/>
                  </a:ext>
                </a:extLst>
              </a:tr>
              <a:tr h="232937">
                <a:tc>
                  <a:txBody>
                    <a:bodyPr/>
                    <a:lstStyle/>
                    <a:p>
                      <a:pPr algn="ctr" fontAlgn="ctr"/>
                      <a:r>
                        <a:rPr lang="en-US" sz="1300" b="0" i="0" u="none" strike="noStrike">
                          <a:solidFill>
                            <a:srgbClr val="000000"/>
                          </a:solidFill>
                          <a:effectLst/>
                          <a:latin typeface="Arial" panose="020B060402020202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dirty="0">
                          <a:solidFill>
                            <a:srgbClr val="000000"/>
                          </a:solidFill>
                          <a:effectLst/>
                          <a:latin typeface="Arial" panose="020B0604020202020204" pitchFamily="34" charset="0"/>
                        </a:rPr>
                        <a:t>Lucknow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dirty="0">
                          <a:solidFill>
                            <a:srgbClr val="000000"/>
                          </a:solidFill>
                          <a:effectLst/>
                          <a:latin typeface="Arial" panose="020B0604020202020204" pitchFamily="34" charset="0"/>
                        </a:rPr>
                        <a:t> Lucknow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b"/>
                      <a:r>
                        <a:rPr lang="en-US" sz="1300" b="0" i="0" u="none" strike="noStrike">
                          <a:solidFill>
                            <a:srgbClr val="000000"/>
                          </a:solidFill>
                          <a:effectLst/>
                          <a:latin typeface="Arial" panose="020B0604020202020204" pitchFamily="34" charset="0"/>
                        </a:rPr>
                        <a:t>184.513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extLst>
                  <a:ext uri="{0D108BD9-81ED-4DB2-BD59-A6C34878D82A}">
                    <a16:rowId xmlns:a16="http://schemas.microsoft.com/office/drawing/2014/main" val="742164309"/>
                  </a:ext>
                </a:extLst>
              </a:tr>
              <a:tr h="232937">
                <a:tc>
                  <a:txBody>
                    <a:bodyPr/>
                    <a:lstStyle/>
                    <a:p>
                      <a:pPr algn="ctr" fontAlgn="ctr"/>
                      <a:r>
                        <a:rPr lang="en-US" sz="1300" b="0" i="0" u="none" strike="noStrike">
                          <a:solidFill>
                            <a:srgbClr val="000000"/>
                          </a:solidFill>
                          <a:effectLst/>
                          <a:latin typeface="Arial" panose="020B060402020202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Patna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 Patna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b"/>
                      <a:r>
                        <a:rPr lang="en-US" sz="1300" b="0" i="0" u="none" strike="noStrike">
                          <a:solidFill>
                            <a:srgbClr val="000000"/>
                          </a:solidFill>
                          <a:effectLst/>
                          <a:latin typeface="Arial" panose="020B0604020202020204" pitchFamily="34" charset="0"/>
                        </a:rPr>
                        <a:t>193.7189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0" i="0" u="none" strike="noStrike">
                          <a:solidFill>
                            <a:srgbClr val="000000"/>
                          </a:solidFill>
                          <a:effectLst/>
                          <a:latin typeface="Arial" panose="020B060402020202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extLst>
                  <a:ext uri="{0D108BD9-81ED-4DB2-BD59-A6C34878D82A}">
                    <a16:rowId xmlns:a16="http://schemas.microsoft.com/office/drawing/2014/main" val="3770202473"/>
                  </a:ext>
                </a:extLst>
              </a:tr>
              <a:tr h="232937">
                <a:tc>
                  <a:txBody>
                    <a:bodyPr/>
                    <a:lstStyle/>
                    <a:p>
                      <a:pPr algn="ctr"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US" sz="1300" b="0" i="0" u="none" strike="noStrike" dirty="0">
                        <a:solidFill>
                          <a:srgbClr val="000000"/>
                        </a:solidFill>
                        <a:effectLst/>
                        <a:latin typeface="Arial" panose="020B060402020202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686547506"/>
                  </a:ext>
                </a:extLst>
              </a:tr>
              <a:tr h="232937">
                <a:tc>
                  <a:txBody>
                    <a:bodyPr/>
                    <a:lstStyle/>
                    <a:p>
                      <a:pPr algn="ctr"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tc>
                  <a:txBody>
                    <a:bodyPr/>
                    <a:lstStyle/>
                    <a:p>
                      <a:pPr algn="ctr"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tc>
                  <a:txBody>
                    <a:bodyPr/>
                    <a:lstStyle/>
                    <a:p>
                      <a:pPr algn="ctr" fontAlgn="b"/>
                      <a:endParaRPr lang="en-US" sz="1300" b="0" i="0" u="none" strike="noStrike" dirty="0">
                        <a:solidFill>
                          <a:srgbClr val="000000"/>
                        </a:solidFill>
                        <a:effectLst/>
                        <a:latin typeface="Arial" panose="020B0604020202020204" pitchFamily="34" charset="0"/>
                      </a:endParaRP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300" b="0" i="0" u="none" strike="noStrike">
                        <a:solidFill>
                          <a:srgbClr val="000000"/>
                        </a:solidFill>
                        <a:effectLst/>
                        <a:latin typeface="Arial" panose="020B0604020202020204" pitchFamily="34" charset="0"/>
                      </a:endParaRPr>
                    </a:p>
                  </a:txBody>
                  <a:tcPr marL="6350" marR="6350" marT="6350" marB="0" anchor="b">
                    <a:lnL>
                      <a:noFill/>
                    </a:lnL>
                    <a:lnR>
                      <a:noFill/>
                    </a:lnR>
                    <a:lnT>
                      <a:noFill/>
                    </a:lnT>
                    <a:lnB>
                      <a:noFill/>
                    </a:lnB>
                  </a:tcPr>
                </a:tc>
                <a:extLst>
                  <a:ext uri="{0D108BD9-81ED-4DB2-BD59-A6C34878D82A}">
                    <a16:rowId xmlns:a16="http://schemas.microsoft.com/office/drawing/2014/main" val="426137966"/>
                  </a:ext>
                </a:extLst>
              </a:tr>
              <a:tr h="242256">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a:noFill/>
                    </a:lnL>
                    <a:lnR>
                      <a:noFill/>
                    </a:lnR>
                    <a:lnT>
                      <a:noFill/>
                    </a:lnT>
                    <a:lnB>
                      <a:noFill/>
                    </a:lnB>
                  </a:tcPr>
                </a:tc>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a:noFill/>
                    </a:lnL>
                    <a:lnR w="6350" cap="flat" cmpd="sng" algn="ctr">
                      <a:solidFill>
                        <a:srgbClr val="000000"/>
                      </a:solidFill>
                      <a:prstDash val="solid"/>
                      <a:round/>
                      <a:headEnd type="none" w="med" len="med"/>
                      <a:tailEnd type="none" w="med" len="med"/>
                    </a:lnR>
                    <a:lnT>
                      <a:noFill/>
                    </a:lnT>
                    <a:lnB>
                      <a:noFill/>
                    </a:lnB>
                  </a:tcPr>
                </a:tc>
                <a:tc gridSpan="2">
                  <a:txBody>
                    <a:bodyPr/>
                    <a:lstStyle/>
                    <a:p>
                      <a:pPr algn="ctr" fontAlgn="ctr"/>
                      <a:r>
                        <a:rPr lang="en-US" sz="1300" b="1" i="0" u="none" strike="noStrike" dirty="0">
                          <a:solidFill>
                            <a:srgbClr val="000000"/>
                          </a:solidFill>
                          <a:effectLst/>
                          <a:latin typeface="Arial" panose="020B0604020202020204" pitchFamily="34" charset="0"/>
                        </a:rPr>
                        <a:t>AFTER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6489901"/>
                  </a:ext>
                </a:extLst>
              </a:tr>
              <a:tr h="242256">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dirty="0">
                          <a:solidFill>
                            <a:srgbClr val="000000"/>
                          </a:solidFill>
                          <a:effectLst/>
                          <a:latin typeface="Arial" panose="020B0604020202020204" pitchFamily="34" charset="0"/>
                        </a:rPr>
                        <a:t>GOOD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1" i="0" u="none" strike="noStrike" dirty="0">
                          <a:solidFill>
                            <a:srgbClr val="000000"/>
                          </a:solidFill>
                          <a:effectLst/>
                          <a:latin typeface="Arial" panose="020B0604020202020204" pitchFamily="34" charset="0"/>
                        </a:rPr>
                        <a:t>BAD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1" i="0" u="none" strike="noStrike" dirty="0">
                          <a:solidFill>
                            <a:srgbClr val="000000"/>
                          </a:solidFill>
                          <a:effectLst/>
                          <a:latin typeface="Arial" panose="020B0604020202020204"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6175667"/>
                  </a:ext>
                </a:extLst>
              </a:tr>
              <a:tr h="232937">
                <a:tc rowSpan="2">
                  <a:txBody>
                    <a:bodyPr/>
                    <a:lstStyle/>
                    <a:p>
                      <a:pPr algn="ctr" fontAlgn="ctr"/>
                      <a:r>
                        <a:rPr lang="en-US" sz="1300" b="1" i="0" u="none" strike="noStrike">
                          <a:solidFill>
                            <a:srgbClr val="000000"/>
                          </a:solidFill>
                          <a:effectLst/>
                          <a:latin typeface="Arial" panose="020B0604020202020204" pitchFamily="34" charset="0"/>
                        </a:rPr>
                        <a:t>BEFORE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GOOD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F1DA"/>
                    </a:solidFill>
                  </a:tcPr>
                </a:tc>
                <a:tc>
                  <a:txBody>
                    <a:bodyPr/>
                    <a:lstStyle/>
                    <a:p>
                      <a:pPr algn="ctr" fontAlgn="ctr"/>
                      <a:r>
                        <a:rPr lang="en-US" sz="1300" b="1" i="0" u="none" strike="noStrike" dirty="0">
                          <a:solidFill>
                            <a:srgbClr val="000000"/>
                          </a:solidFill>
                          <a:effectLst/>
                          <a:latin typeface="Arial" panose="020B060402020202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300" b="1" i="0" u="none" strike="noStrike">
                          <a:solidFill>
                            <a:srgbClr val="000000"/>
                          </a:solidFill>
                          <a:effectLst/>
                          <a:latin typeface="Arial" panose="020B060402020202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300" b="1" i="0" u="none" strike="noStrike" dirty="0">
                          <a:solidFill>
                            <a:srgbClr val="000000"/>
                          </a:solidFill>
                          <a:effectLst/>
                          <a:latin typeface="Arial" panose="020B060402020202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6517389"/>
                  </a:ext>
                </a:extLst>
              </a:tr>
              <a:tr h="232937">
                <a:tc vMerge="1">
                  <a:txBody>
                    <a:bodyPr/>
                    <a:lstStyle/>
                    <a:p>
                      <a:endParaRPr lang="en-GB"/>
                    </a:p>
                  </a:txBody>
                  <a:tcPr/>
                </a:tc>
                <a:tc>
                  <a:txBody>
                    <a:bodyPr/>
                    <a:lstStyle/>
                    <a:p>
                      <a:pPr algn="ctr" fontAlgn="ctr"/>
                      <a:r>
                        <a:rPr lang="en-US" sz="1300" b="1" i="0" u="none" strike="noStrike" dirty="0">
                          <a:solidFill>
                            <a:srgbClr val="000000"/>
                          </a:solidFill>
                          <a:effectLst/>
                          <a:latin typeface="Arial" panose="020B0604020202020204" pitchFamily="34" charset="0"/>
                        </a:rPr>
                        <a:t>BAD</a:t>
                      </a:r>
                    </a:p>
                  </a:txBody>
                  <a:tcPr marL="6350" marR="6350" marT="6350" marB="0" anchor="ctr">
                    <a:lnL w="6350"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AD7"/>
                    </a:solidFill>
                  </a:tcPr>
                </a:tc>
                <a:tc>
                  <a:txBody>
                    <a:bodyPr/>
                    <a:lstStyle/>
                    <a:p>
                      <a:pPr algn="ctr" fontAlgn="ctr"/>
                      <a:r>
                        <a:rPr lang="en-US" sz="1300" b="1" i="0" u="none" strike="noStrike" dirty="0">
                          <a:solidFill>
                            <a:srgbClr val="000000"/>
                          </a:solidFill>
                          <a:effectLst/>
                          <a:latin typeface="Arial" panose="020B0604020202020204" pitchFamily="34" charset="0"/>
                        </a:rPr>
                        <a:t>191</a:t>
                      </a:r>
                    </a:p>
                  </a:txBody>
                  <a:tcPr marL="6350" marR="6350" marT="635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300" b="1" i="0" u="none" strike="noStrike">
                          <a:solidFill>
                            <a:srgbClr val="000000"/>
                          </a:solidFill>
                          <a:effectLst/>
                          <a:latin typeface="Arial" panose="020B0604020202020204" pitchFamily="34" charset="0"/>
                        </a:rPr>
                        <a:t>4</a:t>
                      </a:r>
                    </a:p>
                  </a:txBody>
                  <a:tcPr marL="6350" marR="6350" marT="6350" marB="0" anchor="ctr">
                    <a:lnL w="381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300" b="1" i="0" u="none" strike="noStrike" dirty="0">
                          <a:solidFill>
                            <a:srgbClr val="000000"/>
                          </a:solidFill>
                          <a:effectLst/>
                          <a:latin typeface="Arial" panose="020B0604020202020204" pitchFamily="34" charset="0"/>
                        </a:rPr>
                        <a:t>195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7764241"/>
                  </a:ext>
                </a:extLst>
              </a:tr>
              <a:tr h="242256">
                <a:tc>
                  <a:txBody>
                    <a:bodyPr/>
                    <a:lstStyle/>
                    <a:p>
                      <a:pPr algn="ctr" fontAlgn="ctr"/>
                      <a:endParaRPr lang="en-US" sz="1300" b="1" i="0" u="none" strike="noStrike">
                        <a:solidFill>
                          <a:srgbClr val="000000"/>
                        </a:solidFill>
                        <a:effectLst/>
                        <a:latin typeface="Arial" panose="020B0604020202020204" pitchFamily="34" charset="0"/>
                      </a:endParaRPr>
                    </a:p>
                  </a:txBody>
                  <a:tcPr marL="6350" marR="6350" marT="635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sz="1300" b="1" i="0" u="none" strike="noStrike">
                          <a:solidFill>
                            <a:srgbClr val="000000"/>
                          </a:solidFill>
                          <a:effectLst/>
                          <a:latin typeface="Arial" panose="020B0604020202020204"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a:solidFill>
                            <a:srgbClr val="000000"/>
                          </a:solidFill>
                          <a:effectLst/>
                          <a:latin typeface="Arial" panose="020B0604020202020204" pitchFamily="34" charset="0"/>
                        </a:rPr>
                        <a:t>192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dirty="0">
                          <a:solidFill>
                            <a:srgbClr val="000000"/>
                          </a:solidFill>
                          <a:effectLst/>
                          <a:latin typeface="Arial" panose="020B060402020202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1" i="0" u="none" strike="noStrike" dirty="0">
                          <a:solidFill>
                            <a:srgbClr val="000000"/>
                          </a:solidFill>
                          <a:effectLst/>
                          <a:latin typeface="Arial" panose="020B0604020202020204" pitchFamily="34" charset="0"/>
                        </a:rPr>
                        <a:t>200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6650951"/>
                  </a:ext>
                </a:extLst>
              </a:tr>
            </a:tbl>
          </a:graphicData>
        </a:graphic>
      </p:graphicFrame>
    </p:spTree>
    <p:extLst>
      <p:ext uri="{BB962C8B-B14F-4D97-AF65-F5344CB8AC3E}">
        <p14:creationId xmlns:p14="http://schemas.microsoft.com/office/powerpoint/2010/main" val="4285302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4"/>
          <p:cNvSpPr txBox="1">
            <a:spLocks noGrp="1"/>
          </p:cNvSpPr>
          <p:nvPr>
            <p:ph type="title"/>
          </p:nvPr>
        </p:nvSpPr>
        <p:spPr>
          <a:xfrm>
            <a:off x="2672550" y="542100"/>
            <a:ext cx="3798900" cy="72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LIMITATIONS</a:t>
            </a:r>
            <a:endParaRPr dirty="0"/>
          </a:p>
        </p:txBody>
      </p:sp>
      <p:sp>
        <p:nvSpPr>
          <p:cNvPr id="467" name="Google Shape;467;p34"/>
          <p:cNvSpPr txBox="1">
            <a:spLocks noGrp="1"/>
          </p:cNvSpPr>
          <p:nvPr>
            <p:ph type="subTitle" idx="1"/>
          </p:nvPr>
        </p:nvSpPr>
        <p:spPr>
          <a:xfrm>
            <a:off x="716280" y="1333500"/>
            <a:ext cx="7962899" cy="1996130"/>
          </a:xfrm>
          <a:prstGeom prst="rect">
            <a:avLst/>
          </a:prstGeom>
        </p:spPr>
        <p:txBody>
          <a:bodyPr spcFirstLastPara="1" wrap="square" lIns="91425" tIns="91425" rIns="91425" bIns="91425" anchor="t" anchorCtr="0">
            <a:noAutofit/>
          </a:bodyPr>
          <a:lstStyle/>
          <a:p>
            <a:pPr algn="l" fontAlgn="base">
              <a:buFont typeface="Arial" panose="020B0604020202020204" pitchFamily="34" charset="0"/>
              <a:buChar char="•"/>
            </a:pPr>
            <a:r>
              <a:rPr lang="en-IN" sz="1600" dirty="0"/>
              <a:t>The study was not inclusive of all of the states in India. (We chose just 15 cities because of unavailability of data for other cities and hence the data was not representative of India.</a:t>
            </a:r>
          </a:p>
          <a:p>
            <a:pPr algn="l" fontAlgn="base">
              <a:buFont typeface="Arial" panose="020B0604020202020204" pitchFamily="34" charset="0"/>
              <a:buChar char="•"/>
            </a:pPr>
            <a:r>
              <a:rPr lang="en-IN" sz="1600" dirty="0"/>
              <a:t>Data was just restricted till Jun 2020.</a:t>
            </a:r>
            <a:r>
              <a:rPr lang="en-US" sz="1600" dirty="0"/>
              <a:t>​</a:t>
            </a:r>
          </a:p>
          <a:p>
            <a:pPr algn="l" fontAlgn="base">
              <a:buFont typeface="Arial" panose="020B0604020202020204" pitchFamily="34" charset="0"/>
              <a:buChar char="•"/>
            </a:pPr>
            <a:r>
              <a:rPr lang="en-US" sz="1600" dirty="0"/>
              <a:t>Car registration was considered constant due to the lack of unavailability of data.</a:t>
            </a:r>
            <a:endParaRPr lang="en-IN" sz="1600" dirty="0"/>
          </a:p>
          <a:p>
            <a:pPr algn="l" fontAlgn="base">
              <a:buFont typeface="Arial" panose="020B0604020202020204" pitchFamily="34" charset="0"/>
              <a:buChar char="•"/>
            </a:pPr>
            <a:r>
              <a:rPr lang="en-IN" sz="1600" dirty="0"/>
              <a:t>Only a limited number of factors were considered.</a:t>
            </a:r>
            <a:r>
              <a:rPr lang="en-US" sz="1600" dirty="0"/>
              <a:t>​</a:t>
            </a:r>
          </a:p>
        </p:txBody>
      </p:sp>
    </p:spTree>
    <p:extLst>
      <p:ext uri="{BB962C8B-B14F-4D97-AF65-F5344CB8AC3E}">
        <p14:creationId xmlns:p14="http://schemas.microsoft.com/office/powerpoint/2010/main" val="2495883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7" name="Google Shape;507;p36"/>
          <p:cNvSpPr txBox="1">
            <a:spLocks noGrp="1"/>
          </p:cNvSpPr>
          <p:nvPr>
            <p:ph type="title"/>
          </p:nvPr>
        </p:nvSpPr>
        <p:spPr>
          <a:xfrm>
            <a:off x="933870" y="2728092"/>
            <a:ext cx="3306052" cy="120837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8000" dirty="0"/>
              <a:t>FUTURE SCOPE</a:t>
            </a:r>
            <a:endParaRPr sz="8000" dirty="0"/>
          </a:p>
        </p:txBody>
      </p:sp>
      <p:grpSp>
        <p:nvGrpSpPr>
          <p:cNvPr id="509" name="Google Shape;509;p36"/>
          <p:cNvGrpSpPr/>
          <p:nvPr/>
        </p:nvGrpSpPr>
        <p:grpSpPr>
          <a:xfrm>
            <a:off x="4584851" y="798716"/>
            <a:ext cx="3692747" cy="3689803"/>
            <a:chOff x="1736800" y="621675"/>
            <a:chExt cx="4451775" cy="4448225"/>
          </a:xfrm>
        </p:grpSpPr>
        <p:sp>
          <p:nvSpPr>
            <p:cNvPr id="510" name="Google Shape;510;p36"/>
            <p:cNvSpPr/>
            <p:nvPr/>
          </p:nvSpPr>
          <p:spPr>
            <a:xfrm>
              <a:off x="2950350" y="621675"/>
              <a:ext cx="3168575" cy="3683275"/>
            </a:xfrm>
            <a:custGeom>
              <a:avLst/>
              <a:gdLst/>
              <a:ahLst/>
              <a:cxnLst/>
              <a:rect l="l" t="t" r="r" b="b"/>
              <a:pathLst>
                <a:path w="126743" h="147331" extrusionOk="0">
                  <a:moveTo>
                    <a:pt x="30909" y="1"/>
                  </a:moveTo>
                  <a:cubicBezTo>
                    <a:pt x="27620" y="1"/>
                    <a:pt x="24316" y="644"/>
                    <a:pt x="21289" y="1809"/>
                  </a:cubicBezTo>
                  <a:cubicBezTo>
                    <a:pt x="4585" y="8250"/>
                    <a:pt x="1894" y="30443"/>
                    <a:pt x="798" y="45838"/>
                  </a:cubicBezTo>
                  <a:cubicBezTo>
                    <a:pt x="1" y="56970"/>
                    <a:pt x="1763" y="68353"/>
                    <a:pt x="4573" y="79104"/>
                  </a:cubicBezTo>
                  <a:cubicBezTo>
                    <a:pt x="7252" y="89391"/>
                    <a:pt x="10919" y="99821"/>
                    <a:pt x="16872" y="108703"/>
                  </a:cubicBezTo>
                  <a:cubicBezTo>
                    <a:pt x="24516" y="120121"/>
                    <a:pt x="36208" y="129717"/>
                    <a:pt x="48257" y="136075"/>
                  </a:cubicBezTo>
                  <a:cubicBezTo>
                    <a:pt x="59206" y="141857"/>
                    <a:pt x="71298" y="147331"/>
                    <a:pt x="83763" y="147331"/>
                  </a:cubicBezTo>
                  <a:cubicBezTo>
                    <a:pt x="86980" y="147331"/>
                    <a:pt x="90223" y="146966"/>
                    <a:pt x="93477" y="146148"/>
                  </a:cubicBezTo>
                  <a:cubicBezTo>
                    <a:pt x="118670" y="139814"/>
                    <a:pt x="126743" y="111060"/>
                    <a:pt x="120778" y="88522"/>
                  </a:cubicBezTo>
                  <a:cubicBezTo>
                    <a:pt x="114622" y="65245"/>
                    <a:pt x="94334" y="48767"/>
                    <a:pt x="73177" y="39278"/>
                  </a:cubicBezTo>
                  <a:cubicBezTo>
                    <a:pt x="67581" y="36765"/>
                    <a:pt x="60175" y="33920"/>
                    <a:pt x="55924" y="29312"/>
                  </a:cubicBezTo>
                  <a:cubicBezTo>
                    <a:pt x="52436" y="25526"/>
                    <a:pt x="52436" y="20359"/>
                    <a:pt x="51233" y="15632"/>
                  </a:cubicBezTo>
                  <a:cubicBezTo>
                    <a:pt x="49995" y="10774"/>
                    <a:pt x="47340" y="6547"/>
                    <a:pt x="43185" y="3642"/>
                  </a:cubicBezTo>
                  <a:cubicBezTo>
                    <a:pt x="39567" y="1122"/>
                    <a:pt x="35251" y="1"/>
                    <a:pt x="30909" y="1"/>
                  </a:cubicBezTo>
                  <a:close/>
                </a:path>
              </a:pathLst>
            </a:custGeom>
            <a:solidFill>
              <a:srgbClr val="3FB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6"/>
            <p:cNvSpPr/>
            <p:nvPr/>
          </p:nvSpPr>
          <p:spPr>
            <a:xfrm>
              <a:off x="1743950" y="2590925"/>
              <a:ext cx="3777575" cy="2478975"/>
            </a:xfrm>
            <a:custGeom>
              <a:avLst/>
              <a:gdLst/>
              <a:ahLst/>
              <a:cxnLst/>
              <a:rect l="l" t="t" r="r" b="b"/>
              <a:pathLst>
                <a:path w="151103" h="99159" extrusionOk="0">
                  <a:moveTo>
                    <a:pt x="80976" y="0"/>
                  </a:moveTo>
                  <a:cubicBezTo>
                    <a:pt x="80204" y="0"/>
                    <a:pt x="79434" y="12"/>
                    <a:pt x="78665" y="36"/>
                  </a:cubicBezTo>
                  <a:cubicBezTo>
                    <a:pt x="73998" y="179"/>
                    <a:pt x="69664" y="929"/>
                    <a:pt x="65295" y="1727"/>
                  </a:cubicBezTo>
                  <a:cubicBezTo>
                    <a:pt x="60520" y="2156"/>
                    <a:pt x="55722" y="2560"/>
                    <a:pt x="50912" y="2894"/>
                  </a:cubicBezTo>
                  <a:cubicBezTo>
                    <a:pt x="47459" y="3132"/>
                    <a:pt x="44006" y="3394"/>
                    <a:pt x="40613" y="3799"/>
                  </a:cubicBezTo>
                  <a:cubicBezTo>
                    <a:pt x="39833" y="3747"/>
                    <a:pt x="39057" y="3709"/>
                    <a:pt x="38304" y="3709"/>
                  </a:cubicBezTo>
                  <a:cubicBezTo>
                    <a:pt x="36286" y="3709"/>
                    <a:pt x="34441" y="3980"/>
                    <a:pt x="33183" y="4977"/>
                  </a:cubicBezTo>
                  <a:cubicBezTo>
                    <a:pt x="32433" y="5132"/>
                    <a:pt x="31695" y="5299"/>
                    <a:pt x="30957" y="5477"/>
                  </a:cubicBezTo>
                  <a:cubicBezTo>
                    <a:pt x="16300" y="9013"/>
                    <a:pt x="6763" y="18491"/>
                    <a:pt x="3406" y="29647"/>
                  </a:cubicBezTo>
                  <a:cubicBezTo>
                    <a:pt x="1" y="40994"/>
                    <a:pt x="3084" y="54281"/>
                    <a:pt x="9514" y="65723"/>
                  </a:cubicBezTo>
                  <a:cubicBezTo>
                    <a:pt x="15038" y="75545"/>
                    <a:pt x="24087" y="84308"/>
                    <a:pt x="36303" y="90226"/>
                  </a:cubicBezTo>
                  <a:cubicBezTo>
                    <a:pt x="49235" y="96492"/>
                    <a:pt x="65296" y="99158"/>
                    <a:pt x="79683" y="99158"/>
                  </a:cubicBezTo>
                  <a:cubicBezTo>
                    <a:pt x="80303" y="99158"/>
                    <a:pt x="80921" y="99153"/>
                    <a:pt x="81535" y="99144"/>
                  </a:cubicBezTo>
                  <a:cubicBezTo>
                    <a:pt x="97203" y="98894"/>
                    <a:pt x="111693" y="94834"/>
                    <a:pt x="123826" y="88571"/>
                  </a:cubicBezTo>
                  <a:cubicBezTo>
                    <a:pt x="135780" y="82415"/>
                    <a:pt x="144757" y="73474"/>
                    <a:pt x="148031" y="62472"/>
                  </a:cubicBezTo>
                  <a:cubicBezTo>
                    <a:pt x="151103" y="52126"/>
                    <a:pt x="148198" y="40232"/>
                    <a:pt x="142185" y="29826"/>
                  </a:cubicBezTo>
                  <a:cubicBezTo>
                    <a:pt x="138304" y="23099"/>
                    <a:pt x="132541" y="16872"/>
                    <a:pt x="124993" y="11954"/>
                  </a:cubicBezTo>
                  <a:cubicBezTo>
                    <a:pt x="116206" y="6227"/>
                    <a:pt x="105562" y="3084"/>
                    <a:pt x="94786" y="1215"/>
                  </a:cubicBezTo>
                  <a:cubicBezTo>
                    <a:pt x="90180" y="420"/>
                    <a:pt x="85557" y="0"/>
                    <a:pt x="80976" y="0"/>
                  </a:cubicBezTo>
                  <a:close/>
                </a:path>
              </a:pathLst>
            </a:custGeom>
            <a:solidFill>
              <a:srgbClr val="FFFFFF">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6"/>
            <p:cNvSpPr/>
            <p:nvPr/>
          </p:nvSpPr>
          <p:spPr>
            <a:xfrm>
              <a:off x="4102875" y="1393400"/>
              <a:ext cx="2085700" cy="1942975"/>
            </a:xfrm>
            <a:custGeom>
              <a:avLst/>
              <a:gdLst/>
              <a:ahLst/>
              <a:cxnLst/>
              <a:rect l="l" t="t" r="r" b="b"/>
              <a:pathLst>
                <a:path w="83428" h="77719" extrusionOk="0">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rgbClr val="5AD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6"/>
            <p:cNvSpPr/>
            <p:nvPr/>
          </p:nvSpPr>
          <p:spPr>
            <a:xfrm>
              <a:off x="3636950" y="1852825"/>
              <a:ext cx="1947450" cy="1333525"/>
            </a:xfrm>
            <a:custGeom>
              <a:avLst/>
              <a:gdLst/>
              <a:ahLst/>
              <a:cxnLst/>
              <a:rect l="l" t="t" r="r" b="b"/>
              <a:pathLst>
                <a:path w="77898" h="53341" extrusionOk="0">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6"/>
            <p:cNvSpPr/>
            <p:nvPr/>
          </p:nvSpPr>
          <p:spPr>
            <a:xfrm>
              <a:off x="4653100" y="2680525"/>
              <a:ext cx="490125" cy="66750"/>
            </a:xfrm>
            <a:custGeom>
              <a:avLst/>
              <a:gdLst/>
              <a:ahLst/>
              <a:cxnLst/>
              <a:rect l="l" t="t" r="r" b="b"/>
              <a:pathLst>
                <a:path w="19605" h="2670" extrusionOk="0">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6"/>
            <p:cNvSpPr/>
            <p:nvPr/>
          </p:nvSpPr>
          <p:spPr>
            <a:xfrm>
              <a:off x="5039700" y="1915525"/>
              <a:ext cx="186000" cy="408475"/>
            </a:xfrm>
            <a:custGeom>
              <a:avLst/>
              <a:gdLst/>
              <a:ahLst/>
              <a:cxnLst/>
              <a:rect l="l" t="t" r="r" b="b"/>
              <a:pathLst>
                <a:path w="7440" h="16339" extrusionOk="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6"/>
            <p:cNvSpPr/>
            <p:nvPr/>
          </p:nvSpPr>
          <p:spPr>
            <a:xfrm>
              <a:off x="1955000" y="777275"/>
              <a:ext cx="1748150" cy="2266025"/>
            </a:xfrm>
            <a:custGeom>
              <a:avLst/>
              <a:gdLst/>
              <a:ahLst/>
              <a:cxnLst/>
              <a:rect l="l" t="t" r="r" b="b"/>
              <a:pathLst>
                <a:path w="69926" h="90641" extrusionOk="0">
                  <a:moveTo>
                    <a:pt x="18523" y="0"/>
                  </a:moveTo>
                  <a:cubicBezTo>
                    <a:pt x="16491" y="0"/>
                    <a:pt x="14474" y="212"/>
                    <a:pt x="12514" y="681"/>
                  </a:cubicBezTo>
                  <a:cubicBezTo>
                    <a:pt x="8025" y="1752"/>
                    <a:pt x="3239" y="4252"/>
                    <a:pt x="1334" y="8503"/>
                  </a:cubicBezTo>
                  <a:cubicBezTo>
                    <a:pt x="1274" y="8562"/>
                    <a:pt x="1227" y="8610"/>
                    <a:pt x="1167" y="8670"/>
                  </a:cubicBezTo>
                  <a:cubicBezTo>
                    <a:pt x="762" y="8991"/>
                    <a:pt x="715" y="9455"/>
                    <a:pt x="858" y="9836"/>
                  </a:cubicBezTo>
                  <a:cubicBezTo>
                    <a:pt x="703" y="10384"/>
                    <a:pt x="596" y="10944"/>
                    <a:pt x="536" y="11551"/>
                  </a:cubicBezTo>
                  <a:cubicBezTo>
                    <a:pt x="0" y="16968"/>
                    <a:pt x="3263" y="22302"/>
                    <a:pt x="6311" y="26505"/>
                  </a:cubicBezTo>
                  <a:cubicBezTo>
                    <a:pt x="13490" y="36399"/>
                    <a:pt x="23503" y="43602"/>
                    <a:pt x="32862" y="51258"/>
                  </a:cubicBezTo>
                  <a:cubicBezTo>
                    <a:pt x="42625" y="59271"/>
                    <a:pt x="49923" y="67689"/>
                    <a:pt x="56198" y="78619"/>
                  </a:cubicBezTo>
                  <a:cubicBezTo>
                    <a:pt x="57321" y="80578"/>
                    <a:pt x="62210" y="90640"/>
                    <a:pt x="65877" y="90640"/>
                  </a:cubicBezTo>
                  <a:cubicBezTo>
                    <a:pt x="66176" y="90640"/>
                    <a:pt x="66467" y="90573"/>
                    <a:pt x="66747" y="90430"/>
                  </a:cubicBezTo>
                  <a:cubicBezTo>
                    <a:pt x="69926" y="88810"/>
                    <a:pt x="69759" y="78154"/>
                    <a:pt x="69795" y="74952"/>
                  </a:cubicBezTo>
                  <a:cubicBezTo>
                    <a:pt x="69842" y="69999"/>
                    <a:pt x="69247" y="64998"/>
                    <a:pt x="68342" y="60104"/>
                  </a:cubicBezTo>
                  <a:cubicBezTo>
                    <a:pt x="68080" y="58676"/>
                    <a:pt x="67794" y="57271"/>
                    <a:pt x="67497" y="55866"/>
                  </a:cubicBezTo>
                  <a:cubicBezTo>
                    <a:pt x="65187" y="45305"/>
                    <a:pt x="61413" y="34423"/>
                    <a:pt x="56007" y="25029"/>
                  </a:cubicBezTo>
                  <a:cubicBezTo>
                    <a:pt x="51007" y="16349"/>
                    <a:pt x="43982" y="8039"/>
                    <a:pt x="34683" y="3824"/>
                  </a:cubicBezTo>
                  <a:cubicBezTo>
                    <a:pt x="29749" y="1583"/>
                    <a:pt x="24080" y="0"/>
                    <a:pt x="18523" y="0"/>
                  </a:cubicBezTo>
                  <a:close/>
                </a:path>
              </a:pathLst>
            </a:custGeom>
            <a:solidFill>
              <a:srgbClr val="75D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6"/>
            <p:cNvSpPr/>
            <p:nvPr/>
          </p:nvSpPr>
          <p:spPr>
            <a:xfrm>
              <a:off x="2544625" y="1125700"/>
              <a:ext cx="1171925" cy="2553025"/>
            </a:xfrm>
            <a:custGeom>
              <a:avLst/>
              <a:gdLst/>
              <a:ahLst/>
              <a:cxnLst/>
              <a:rect l="l" t="t" r="r" b="b"/>
              <a:pathLst>
                <a:path w="46877" h="102121" extrusionOk="0">
                  <a:moveTo>
                    <a:pt x="249" y="0"/>
                  </a:moveTo>
                  <a:cubicBezTo>
                    <a:pt x="0" y="0"/>
                    <a:pt x="69" y="331"/>
                    <a:pt x="644" y="817"/>
                  </a:cubicBezTo>
                  <a:cubicBezTo>
                    <a:pt x="644" y="817"/>
                    <a:pt x="1049" y="1162"/>
                    <a:pt x="1799" y="1805"/>
                  </a:cubicBezTo>
                  <a:cubicBezTo>
                    <a:pt x="2180" y="2114"/>
                    <a:pt x="2633" y="2519"/>
                    <a:pt x="3157" y="2984"/>
                  </a:cubicBezTo>
                  <a:cubicBezTo>
                    <a:pt x="3419" y="3222"/>
                    <a:pt x="3704" y="3472"/>
                    <a:pt x="4002" y="3746"/>
                  </a:cubicBezTo>
                  <a:cubicBezTo>
                    <a:pt x="4300" y="4008"/>
                    <a:pt x="4609" y="4305"/>
                    <a:pt x="4943" y="4603"/>
                  </a:cubicBezTo>
                  <a:cubicBezTo>
                    <a:pt x="6264" y="5805"/>
                    <a:pt x="7788" y="7317"/>
                    <a:pt x="9467" y="9032"/>
                  </a:cubicBezTo>
                  <a:cubicBezTo>
                    <a:pt x="11134" y="10770"/>
                    <a:pt x="12932" y="12747"/>
                    <a:pt x="14765" y="14926"/>
                  </a:cubicBezTo>
                  <a:cubicBezTo>
                    <a:pt x="18409" y="19295"/>
                    <a:pt x="22100" y="24522"/>
                    <a:pt x="25231" y="30035"/>
                  </a:cubicBezTo>
                  <a:cubicBezTo>
                    <a:pt x="26791" y="32785"/>
                    <a:pt x="28219" y="35619"/>
                    <a:pt x="29529" y="38381"/>
                  </a:cubicBezTo>
                  <a:cubicBezTo>
                    <a:pt x="29696" y="38726"/>
                    <a:pt x="29862" y="39071"/>
                    <a:pt x="30029" y="39405"/>
                  </a:cubicBezTo>
                  <a:cubicBezTo>
                    <a:pt x="30184" y="39750"/>
                    <a:pt x="30339" y="40095"/>
                    <a:pt x="30505" y="40441"/>
                  </a:cubicBezTo>
                  <a:cubicBezTo>
                    <a:pt x="30815" y="41131"/>
                    <a:pt x="31124" y="41798"/>
                    <a:pt x="31422" y="42477"/>
                  </a:cubicBezTo>
                  <a:cubicBezTo>
                    <a:pt x="31720" y="43143"/>
                    <a:pt x="32006" y="43810"/>
                    <a:pt x="32291" y="44465"/>
                  </a:cubicBezTo>
                  <a:cubicBezTo>
                    <a:pt x="32363" y="44632"/>
                    <a:pt x="32434" y="44798"/>
                    <a:pt x="32506" y="44953"/>
                  </a:cubicBezTo>
                  <a:cubicBezTo>
                    <a:pt x="32577" y="45120"/>
                    <a:pt x="32637" y="45286"/>
                    <a:pt x="32708" y="45453"/>
                  </a:cubicBezTo>
                  <a:cubicBezTo>
                    <a:pt x="32839" y="45775"/>
                    <a:pt x="32970" y="46096"/>
                    <a:pt x="33113" y="46418"/>
                  </a:cubicBezTo>
                  <a:cubicBezTo>
                    <a:pt x="33649" y="47691"/>
                    <a:pt x="34161" y="49025"/>
                    <a:pt x="34708" y="50394"/>
                  </a:cubicBezTo>
                  <a:cubicBezTo>
                    <a:pt x="34970" y="51085"/>
                    <a:pt x="35232" y="51787"/>
                    <a:pt x="35494" y="52490"/>
                  </a:cubicBezTo>
                  <a:cubicBezTo>
                    <a:pt x="35625" y="52835"/>
                    <a:pt x="35768" y="53192"/>
                    <a:pt x="35899" y="53549"/>
                  </a:cubicBezTo>
                  <a:cubicBezTo>
                    <a:pt x="36018" y="53907"/>
                    <a:pt x="36149" y="54264"/>
                    <a:pt x="36280" y="54621"/>
                  </a:cubicBezTo>
                  <a:cubicBezTo>
                    <a:pt x="36411" y="54990"/>
                    <a:pt x="36542" y="55347"/>
                    <a:pt x="36661" y="55716"/>
                  </a:cubicBezTo>
                  <a:cubicBezTo>
                    <a:pt x="36732" y="55895"/>
                    <a:pt x="36792" y="56073"/>
                    <a:pt x="36863" y="56252"/>
                  </a:cubicBezTo>
                  <a:cubicBezTo>
                    <a:pt x="36923" y="56443"/>
                    <a:pt x="36982" y="56621"/>
                    <a:pt x="37054" y="56812"/>
                  </a:cubicBezTo>
                  <a:cubicBezTo>
                    <a:pt x="37304" y="57550"/>
                    <a:pt x="37554" y="58288"/>
                    <a:pt x="37804" y="59026"/>
                  </a:cubicBezTo>
                  <a:cubicBezTo>
                    <a:pt x="38280" y="60526"/>
                    <a:pt x="38780" y="62027"/>
                    <a:pt x="39233" y="63551"/>
                  </a:cubicBezTo>
                  <a:cubicBezTo>
                    <a:pt x="39697" y="65075"/>
                    <a:pt x="40126" y="66599"/>
                    <a:pt x="40554" y="68123"/>
                  </a:cubicBezTo>
                  <a:cubicBezTo>
                    <a:pt x="40769" y="68885"/>
                    <a:pt x="40971" y="69647"/>
                    <a:pt x="41173" y="70409"/>
                  </a:cubicBezTo>
                  <a:cubicBezTo>
                    <a:pt x="41376" y="71159"/>
                    <a:pt x="41566" y="71921"/>
                    <a:pt x="41757" y="72671"/>
                  </a:cubicBezTo>
                  <a:cubicBezTo>
                    <a:pt x="41852" y="73052"/>
                    <a:pt x="41947" y="73421"/>
                    <a:pt x="42043" y="73802"/>
                  </a:cubicBezTo>
                  <a:cubicBezTo>
                    <a:pt x="42126" y="74171"/>
                    <a:pt x="42221" y="74540"/>
                    <a:pt x="42304" y="74921"/>
                  </a:cubicBezTo>
                  <a:cubicBezTo>
                    <a:pt x="42388" y="75290"/>
                    <a:pt x="42483" y="75659"/>
                    <a:pt x="42566" y="76028"/>
                  </a:cubicBezTo>
                  <a:cubicBezTo>
                    <a:pt x="42650" y="76397"/>
                    <a:pt x="42745" y="76766"/>
                    <a:pt x="42816" y="77124"/>
                  </a:cubicBezTo>
                  <a:cubicBezTo>
                    <a:pt x="43126" y="78588"/>
                    <a:pt x="43436" y="80029"/>
                    <a:pt x="43686" y="81422"/>
                  </a:cubicBezTo>
                  <a:cubicBezTo>
                    <a:pt x="44733" y="87018"/>
                    <a:pt x="45341" y="91995"/>
                    <a:pt x="45722" y="95554"/>
                  </a:cubicBezTo>
                  <a:cubicBezTo>
                    <a:pt x="45817" y="96447"/>
                    <a:pt x="45900" y="97257"/>
                    <a:pt x="45972" y="97960"/>
                  </a:cubicBezTo>
                  <a:cubicBezTo>
                    <a:pt x="46055" y="98650"/>
                    <a:pt x="46114" y="99257"/>
                    <a:pt x="46150" y="99745"/>
                  </a:cubicBezTo>
                  <a:cubicBezTo>
                    <a:pt x="46245" y="100734"/>
                    <a:pt x="46305" y="101269"/>
                    <a:pt x="46305" y="101269"/>
                  </a:cubicBezTo>
                  <a:cubicBezTo>
                    <a:pt x="46369" y="101838"/>
                    <a:pt x="46515" y="102121"/>
                    <a:pt x="46640" y="102121"/>
                  </a:cubicBezTo>
                  <a:cubicBezTo>
                    <a:pt x="46769" y="102121"/>
                    <a:pt x="46877" y="101820"/>
                    <a:pt x="46853" y="101222"/>
                  </a:cubicBezTo>
                  <a:cubicBezTo>
                    <a:pt x="46853" y="101222"/>
                    <a:pt x="46805" y="100686"/>
                    <a:pt x="46734" y="99698"/>
                  </a:cubicBezTo>
                  <a:cubicBezTo>
                    <a:pt x="46686" y="99210"/>
                    <a:pt x="46638" y="98602"/>
                    <a:pt x="46579" y="97900"/>
                  </a:cubicBezTo>
                  <a:cubicBezTo>
                    <a:pt x="46507" y="97198"/>
                    <a:pt x="46436" y="96388"/>
                    <a:pt x="46353" y="95495"/>
                  </a:cubicBezTo>
                  <a:cubicBezTo>
                    <a:pt x="46007" y="91923"/>
                    <a:pt x="45472" y="86922"/>
                    <a:pt x="44483" y="81279"/>
                  </a:cubicBezTo>
                  <a:cubicBezTo>
                    <a:pt x="44245" y="79874"/>
                    <a:pt x="43948" y="78421"/>
                    <a:pt x="43650" y="76945"/>
                  </a:cubicBezTo>
                  <a:cubicBezTo>
                    <a:pt x="43590" y="76576"/>
                    <a:pt x="43495" y="76207"/>
                    <a:pt x="43412" y="75838"/>
                  </a:cubicBezTo>
                  <a:cubicBezTo>
                    <a:pt x="43328" y="75469"/>
                    <a:pt x="43245" y="75088"/>
                    <a:pt x="43162" y="74719"/>
                  </a:cubicBezTo>
                  <a:cubicBezTo>
                    <a:pt x="43078" y="74338"/>
                    <a:pt x="42995" y="73969"/>
                    <a:pt x="42912" y="73588"/>
                  </a:cubicBezTo>
                  <a:cubicBezTo>
                    <a:pt x="42816" y="73218"/>
                    <a:pt x="42721" y="72837"/>
                    <a:pt x="42626" y="72456"/>
                  </a:cubicBezTo>
                  <a:cubicBezTo>
                    <a:pt x="42447" y="71694"/>
                    <a:pt x="42269" y="70932"/>
                    <a:pt x="42066" y="70170"/>
                  </a:cubicBezTo>
                  <a:cubicBezTo>
                    <a:pt x="41876" y="69408"/>
                    <a:pt x="41673" y="68646"/>
                    <a:pt x="41471" y="67873"/>
                  </a:cubicBezTo>
                  <a:cubicBezTo>
                    <a:pt x="41054" y="66337"/>
                    <a:pt x="40638" y="64801"/>
                    <a:pt x="40173" y="63265"/>
                  </a:cubicBezTo>
                  <a:cubicBezTo>
                    <a:pt x="39733" y="61741"/>
                    <a:pt x="39245" y="60217"/>
                    <a:pt x="38768" y="58717"/>
                  </a:cubicBezTo>
                  <a:cubicBezTo>
                    <a:pt x="38518" y="57967"/>
                    <a:pt x="38268" y="57216"/>
                    <a:pt x="38030" y="56478"/>
                  </a:cubicBezTo>
                  <a:cubicBezTo>
                    <a:pt x="37971" y="56288"/>
                    <a:pt x="37899" y="56109"/>
                    <a:pt x="37840" y="55919"/>
                  </a:cubicBezTo>
                  <a:cubicBezTo>
                    <a:pt x="37780" y="55740"/>
                    <a:pt x="37709" y="55550"/>
                    <a:pt x="37649" y="55371"/>
                  </a:cubicBezTo>
                  <a:cubicBezTo>
                    <a:pt x="37518" y="55002"/>
                    <a:pt x="37387" y="54633"/>
                    <a:pt x="37268" y="54276"/>
                  </a:cubicBezTo>
                  <a:cubicBezTo>
                    <a:pt x="37137" y="53907"/>
                    <a:pt x="37006" y="53549"/>
                    <a:pt x="36887" y="53192"/>
                  </a:cubicBezTo>
                  <a:cubicBezTo>
                    <a:pt x="36756" y="52823"/>
                    <a:pt x="36613" y="52478"/>
                    <a:pt x="36482" y="52121"/>
                  </a:cubicBezTo>
                  <a:cubicBezTo>
                    <a:pt x="36220" y="51406"/>
                    <a:pt x="35970" y="50704"/>
                    <a:pt x="35696" y="50013"/>
                  </a:cubicBezTo>
                  <a:cubicBezTo>
                    <a:pt x="35161" y="48644"/>
                    <a:pt x="34637" y="47287"/>
                    <a:pt x="34101" y="46013"/>
                  </a:cubicBezTo>
                  <a:cubicBezTo>
                    <a:pt x="33958" y="45679"/>
                    <a:pt x="33827" y="45358"/>
                    <a:pt x="33696" y="45036"/>
                  </a:cubicBezTo>
                  <a:cubicBezTo>
                    <a:pt x="33625" y="44870"/>
                    <a:pt x="33553" y="44703"/>
                    <a:pt x="33482" y="44536"/>
                  </a:cubicBezTo>
                  <a:cubicBezTo>
                    <a:pt x="33410" y="44382"/>
                    <a:pt x="33339" y="44215"/>
                    <a:pt x="33268" y="44048"/>
                  </a:cubicBezTo>
                  <a:cubicBezTo>
                    <a:pt x="32982" y="43393"/>
                    <a:pt x="32696" y="42715"/>
                    <a:pt x="32398" y="42036"/>
                  </a:cubicBezTo>
                  <a:cubicBezTo>
                    <a:pt x="32089" y="41369"/>
                    <a:pt x="31779" y="40691"/>
                    <a:pt x="31458" y="40000"/>
                  </a:cubicBezTo>
                  <a:cubicBezTo>
                    <a:pt x="31303" y="39655"/>
                    <a:pt x="31136" y="39309"/>
                    <a:pt x="30982" y="38964"/>
                  </a:cubicBezTo>
                  <a:cubicBezTo>
                    <a:pt x="30815" y="38619"/>
                    <a:pt x="30648" y="38274"/>
                    <a:pt x="30482" y="37928"/>
                  </a:cubicBezTo>
                  <a:cubicBezTo>
                    <a:pt x="29136" y="35142"/>
                    <a:pt x="27684" y="32309"/>
                    <a:pt x="26088" y="29546"/>
                  </a:cubicBezTo>
                  <a:cubicBezTo>
                    <a:pt x="22885" y="23998"/>
                    <a:pt x="19111" y="18759"/>
                    <a:pt x="15384" y="14414"/>
                  </a:cubicBezTo>
                  <a:cubicBezTo>
                    <a:pt x="13515" y="12235"/>
                    <a:pt x="11682" y="10258"/>
                    <a:pt x="9979" y="8532"/>
                  </a:cubicBezTo>
                  <a:cubicBezTo>
                    <a:pt x="8264" y="6829"/>
                    <a:pt x="6705" y="5329"/>
                    <a:pt x="5359" y="4139"/>
                  </a:cubicBezTo>
                  <a:cubicBezTo>
                    <a:pt x="5026" y="3841"/>
                    <a:pt x="4716" y="3555"/>
                    <a:pt x="4419" y="3281"/>
                  </a:cubicBezTo>
                  <a:cubicBezTo>
                    <a:pt x="4109" y="3019"/>
                    <a:pt x="3823" y="2769"/>
                    <a:pt x="3550" y="2543"/>
                  </a:cubicBezTo>
                  <a:cubicBezTo>
                    <a:pt x="3014" y="2079"/>
                    <a:pt x="2561" y="1674"/>
                    <a:pt x="2180" y="1364"/>
                  </a:cubicBezTo>
                  <a:cubicBezTo>
                    <a:pt x="1406" y="733"/>
                    <a:pt x="990" y="388"/>
                    <a:pt x="990" y="388"/>
                  </a:cubicBezTo>
                  <a:cubicBezTo>
                    <a:pt x="657" y="117"/>
                    <a:pt x="397" y="0"/>
                    <a:pt x="249"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6"/>
            <p:cNvSpPr/>
            <p:nvPr/>
          </p:nvSpPr>
          <p:spPr>
            <a:xfrm>
              <a:off x="3414400" y="1814125"/>
              <a:ext cx="59600" cy="670275"/>
            </a:xfrm>
            <a:custGeom>
              <a:avLst/>
              <a:gdLst/>
              <a:ahLst/>
              <a:cxnLst/>
              <a:rect l="l" t="t" r="r" b="b"/>
              <a:pathLst>
                <a:path w="2384" h="26811" extrusionOk="0">
                  <a:moveTo>
                    <a:pt x="289" y="0"/>
                  </a:moveTo>
                  <a:cubicBezTo>
                    <a:pt x="158" y="0"/>
                    <a:pt x="25" y="72"/>
                    <a:pt x="1" y="212"/>
                  </a:cubicBezTo>
                  <a:cubicBezTo>
                    <a:pt x="1" y="212"/>
                    <a:pt x="1" y="724"/>
                    <a:pt x="13" y="1557"/>
                  </a:cubicBezTo>
                  <a:cubicBezTo>
                    <a:pt x="13" y="2390"/>
                    <a:pt x="24" y="3557"/>
                    <a:pt x="48" y="4891"/>
                  </a:cubicBezTo>
                  <a:cubicBezTo>
                    <a:pt x="84" y="7558"/>
                    <a:pt x="179" y="10868"/>
                    <a:pt x="322" y="13463"/>
                  </a:cubicBezTo>
                  <a:cubicBezTo>
                    <a:pt x="501" y="16047"/>
                    <a:pt x="798" y="19357"/>
                    <a:pt x="1156" y="22000"/>
                  </a:cubicBezTo>
                  <a:cubicBezTo>
                    <a:pt x="1239" y="22667"/>
                    <a:pt x="1310" y="23286"/>
                    <a:pt x="1394" y="23845"/>
                  </a:cubicBezTo>
                  <a:cubicBezTo>
                    <a:pt x="1477" y="24405"/>
                    <a:pt x="1560" y="24893"/>
                    <a:pt x="1620" y="25310"/>
                  </a:cubicBezTo>
                  <a:cubicBezTo>
                    <a:pt x="1751" y="26143"/>
                    <a:pt x="1822" y="26643"/>
                    <a:pt x="1822" y="26643"/>
                  </a:cubicBezTo>
                  <a:cubicBezTo>
                    <a:pt x="1848" y="26757"/>
                    <a:pt x="1960" y="26811"/>
                    <a:pt x="2076" y="26811"/>
                  </a:cubicBezTo>
                  <a:cubicBezTo>
                    <a:pt x="2226" y="26811"/>
                    <a:pt x="2383" y="26721"/>
                    <a:pt x="2370" y="26560"/>
                  </a:cubicBezTo>
                  <a:cubicBezTo>
                    <a:pt x="2370" y="26560"/>
                    <a:pt x="2322" y="26060"/>
                    <a:pt x="2251" y="25238"/>
                  </a:cubicBezTo>
                  <a:cubicBezTo>
                    <a:pt x="2203" y="24822"/>
                    <a:pt x="2156" y="24322"/>
                    <a:pt x="2108" y="23762"/>
                  </a:cubicBezTo>
                  <a:cubicBezTo>
                    <a:pt x="2048" y="23202"/>
                    <a:pt x="2013" y="22583"/>
                    <a:pt x="1953" y="21917"/>
                  </a:cubicBezTo>
                  <a:cubicBezTo>
                    <a:pt x="1727" y="19273"/>
                    <a:pt x="1560" y="15975"/>
                    <a:pt x="1394" y="13392"/>
                  </a:cubicBezTo>
                  <a:cubicBezTo>
                    <a:pt x="1072" y="8224"/>
                    <a:pt x="560" y="200"/>
                    <a:pt x="560" y="200"/>
                  </a:cubicBezTo>
                  <a:cubicBezTo>
                    <a:pt x="537" y="66"/>
                    <a:pt x="414" y="0"/>
                    <a:pt x="289"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6"/>
            <p:cNvSpPr/>
            <p:nvPr/>
          </p:nvSpPr>
          <p:spPr>
            <a:xfrm>
              <a:off x="2742000" y="1801225"/>
              <a:ext cx="531925" cy="236125"/>
            </a:xfrm>
            <a:custGeom>
              <a:avLst/>
              <a:gdLst/>
              <a:ahLst/>
              <a:cxnLst/>
              <a:rect l="l" t="t" r="r" b="b"/>
              <a:pathLst>
                <a:path w="21277" h="9445" extrusionOk="0">
                  <a:moveTo>
                    <a:pt x="1569" y="0"/>
                  </a:moveTo>
                  <a:cubicBezTo>
                    <a:pt x="1521" y="0"/>
                    <a:pt x="1475" y="1"/>
                    <a:pt x="1429" y="1"/>
                  </a:cubicBezTo>
                  <a:cubicBezTo>
                    <a:pt x="1239" y="1"/>
                    <a:pt x="1072" y="13"/>
                    <a:pt x="929" y="25"/>
                  </a:cubicBezTo>
                  <a:cubicBezTo>
                    <a:pt x="786" y="25"/>
                    <a:pt x="655" y="37"/>
                    <a:pt x="560" y="49"/>
                  </a:cubicBezTo>
                  <a:cubicBezTo>
                    <a:pt x="358" y="61"/>
                    <a:pt x="239" y="73"/>
                    <a:pt x="239" y="73"/>
                  </a:cubicBezTo>
                  <a:cubicBezTo>
                    <a:pt x="0" y="132"/>
                    <a:pt x="48" y="585"/>
                    <a:pt x="286" y="632"/>
                  </a:cubicBezTo>
                  <a:cubicBezTo>
                    <a:pt x="286" y="632"/>
                    <a:pt x="393" y="620"/>
                    <a:pt x="584" y="620"/>
                  </a:cubicBezTo>
                  <a:cubicBezTo>
                    <a:pt x="616" y="616"/>
                    <a:pt x="650" y="615"/>
                    <a:pt x="687" y="615"/>
                  </a:cubicBezTo>
                  <a:cubicBezTo>
                    <a:pt x="761" y="615"/>
                    <a:pt x="846" y="620"/>
                    <a:pt x="941" y="620"/>
                  </a:cubicBezTo>
                  <a:cubicBezTo>
                    <a:pt x="1084" y="620"/>
                    <a:pt x="1239" y="620"/>
                    <a:pt x="1417" y="632"/>
                  </a:cubicBezTo>
                  <a:cubicBezTo>
                    <a:pt x="2120" y="668"/>
                    <a:pt x="3096" y="811"/>
                    <a:pt x="4191" y="1085"/>
                  </a:cubicBezTo>
                  <a:cubicBezTo>
                    <a:pt x="5287" y="1347"/>
                    <a:pt x="6489" y="1751"/>
                    <a:pt x="7668" y="2216"/>
                  </a:cubicBezTo>
                  <a:cubicBezTo>
                    <a:pt x="8847" y="2680"/>
                    <a:pt x="9990" y="3216"/>
                    <a:pt x="10990" y="3692"/>
                  </a:cubicBezTo>
                  <a:cubicBezTo>
                    <a:pt x="12978" y="4657"/>
                    <a:pt x="15479" y="6014"/>
                    <a:pt x="17419" y="7228"/>
                  </a:cubicBezTo>
                  <a:cubicBezTo>
                    <a:pt x="19372" y="8419"/>
                    <a:pt x="20789" y="9419"/>
                    <a:pt x="20789" y="9419"/>
                  </a:cubicBezTo>
                  <a:cubicBezTo>
                    <a:pt x="20814" y="9436"/>
                    <a:pt x="20841" y="9444"/>
                    <a:pt x="20870" y="9444"/>
                  </a:cubicBezTo>
                  <a:cubicBezTo>
                    <a:pt x="21056" y="9444"/>
                    <a:pt x="21277" y="9113"/>
                    <a:pt x="21122" y="8979"/>
                  </a:cubicBezTo>
                  <a:cubicBezTo>
                    <a:pt x="21122" y="8979"/>
                    <a:pt x="19765" y="7859"/>
                    <a:pt x="17860" y="6550"/>
                  </a:cubicBezTo>
                  <a:cubicBezTo>
                    <a:pt x="16907" y="5883"/>
                    <a:pt x="15824" y="5169"/>
                    <a:pt x="14717" y="4514"/>
                  </a:cubicBezTo>
                  <a:cubicBezTo>
                    <a:pt x="13597" y="3847"/>
                    <a:pt x="12466" y="3228"/>
                    <a:pt x="11454" y="2728"/>
                  </a:cubicBezTo>
                  <a:cubicBezTo>
                    <a:pt x="10430" y="2240"/>
                    <a:pt x="9240" y="1728"/>
                    <a:pt x="8013" y="1299"/>
                  </a:cubicBezTo>
                  <a:cubicBezTo>
                    <a:pt x="6787" y="859"/>
                    <a:pt x="5513" y="513"/>
                    <a:pt x="4358" y="287"/>
                  </a:cubicBezTo>
                  <a:cubicBezTo>
                    <a:pt x="3275" y="86"/>
                    <a:pt x="2296" y="0"/>
                    <a:pt x="1569"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6"/>
            <p:cNvSpPr/>
            <p:nvPr/>
          </p:nvSpPr>
          <p:spPr>
            <a:xfrm>
              <a:off x="2896175" y="1225675"/>
              <a:ext cx="58250" cy="290675"/>
            </a:xfrm>
            <a:custGeom>
              <a:avLst/>
              <a:gdLst/>
              <a:ahLst/>
              <a:cxnLst/>
              <a:rect l="l" t="t" r="r" b="b"/>
              <a:pathLst>
                <a:path w="2330" h="11627" extrusionOk="0">
                  <a:moveTo>
                    <a:pt x="372" y="0"/>
                  </a:moveTo>
                  <a:cubicBezTo>
                    <a:pt x="220" y="0"/>
                    <a:pt x="24" y="52"/>
                    <a:pt x="1" y="128"/>
                  </a:cubicBezTo>
                  <a:cubicBezTo>
                    <a:pt x="1" y="128"/>
                    <a:pt x="13" y="354"/>
                    <a:pt x="37" y="711"/>
                  </a:cubicBezTo>
                  <a:cubicBezTo>
                    <a:pt x="48" y="1080"/>
                    <a:pt x="72" y="1580"/>
                    <a:pt x="96" y="2164"/>
                  </a:cubicBezTo>
                  <a:cubicBezTo>
                    <a:pt x="144" y="3318"/>
                    <a:pt x="179" y="4771"/>
                    <a:pt x="310" y="5914"/>
                  </a:cubicBezTo>
                  <a:cubicBezTo>
                    <a:pt x="429" y="7045"/>
                    <a:pt x="703" y="8510"/>
                    <a:pt x="1060" y="9641"/>
                  </a:cubicBezTo>
                  <a:cubicBezTo>
                    <a:pt x="1156" y="9926"/>
                    <a:pt x="1227" y="10188"/>
                    <a:pt x="1322" y="10426"/>
                  </a:cubicBezTo>
                  <a:cubicBezTo>
                    <a:pt x="1406" y="10665"/>
                    <a:pt x="1477" y="10879"/>
                    <a:pt x="1549" y="11046"/>
                  </a:cubicBezTo>
                  <a:cubicBezTo>
                    <a:pt x="1703" y="11391"/>
                    <a:pt x="1787" y="11593"/>
                    <a:pt x="1787" y="11593"/>
                  </a:cubicBezTo>
                  <a:cubicBezTo>
                    <a:pt x="1800" y="11616"/>
                    <a:pt x="1832" y="11626"/>
                    <a:pt x="1876" y="11626"/>
                  </a:cubicBezTo>
                  <a:cubicBezTo>
                    <a:pt x="2033" y="11626"/>
                    <a:pt x="2329" y="11496"/>
                    <a:pt x="2311" y="11403"/>
                  </a:cubicBezTo>
                  <a:cubicBezTo>
                    <a:pt x="2311" y="11403"/>
                    <a:pt x="2251" y="11188"/>
                    <a:pt x="2156" y="10843"/>
                  </a:cubicBezTo>
                  <a:cubicBezTo>
                    <a:pt x="2108" y="10677"/>
                    <a:pt x="2061" y="10462"/>
                    <a:pt x="2001" y="10224"/>
                  </a:cubicBezTo>
                  <a:cubicBezTo>
                    <a:pt x="1942" y="9998"/>
                    <a:pt x="1906" y="9724"/>
                    <a:pt x="1846" y="9450"/>
                  </a:cubicBezTo>
                  <a:cubicBezTo>
                    <a:pt x="1632" y="8331"/>
                    <a:pt x="1489" y="6914"/>
                    <a:pt x="1370" y="5795"/>
                  </a:cubicBezTo>
                  <a:cubicBezTo>
                    <a:pt x="1251" y="4688"/>
                    <a:pt x="1072" y="3247"/>
                    <a:pt x="906" y="2092"/>
                  </a:cubicBezTo>
                  <a:cubicBezTo>
                    <a:pt x="822" y="1509"/>
                    <a:pt x="727" y="997"/>
                    <a:pt x="668" y="640"/>
                  </a:cubicBezTo>
                  <a:cubicBezTo>
                    <a:pt x="596" y="282"/>
                    <a:pt x="549" y="56"/>
                    <a:pt x="549" y="56"/>
                  </a:cubicBezTo>
                  <a:cubicBezTo>
                    <a:pt x="531" y="17"/>
                    <a:pt x="459" y="0"/>
                    <a:pt x="372"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6"/>
            <p:cNvSpPr/>
            <p:nvPr/>
          </p:nvSpPr>
          <p:spPr>
            <a:xfrm>
              <a:off x="1736800" y="1865100"/>
              <a:ext cx="1752800" cy="1023700"/>
            </a:xfrm>
            <a:custGeom>
              <a:avLst/>
              <a:gdLst/>
              <a:ahLst/>
              <a:cxnLst/>
              <a:rect l="l" t="t" r="r" b="b"/>
              <a:pathLst>
                <a:path w="70112" h="40948" extrusionOk="0">
                  <a:moveTo>
                    <a:pt x="18049" y="1"/>
                  </a:moveTo>
                  <a:cubicBezTo>
                    <a:pt x="11492" y="1"/>
                    <a:pt x="4224" y="1919"/>
                    <a:pt x="1442" y="7055"/>
                  </a:cubicBezTo>
                  <a:cubicBezTo>
                    <a:pt x="418" y="8960"/>
                    <a:pt x="1" y="11293"/>
                    <a:pt x="453" y="14127"/>
                  </a:cubicBezTo>
                  <a:cubicBezTo>
                    <a:pt x="1489" y="20604"/>
                    <a:pt x="6788" y="25307"/>
                    <a:pt x="11872" y="28926"/>
                  </a:cubicBezTo>
                  <a:cubicBezTo>
                    <a:pt x="18587" y="33689"/>
                    <a:pt x="27528" y="34260"/>
                    <a:pt x="35482" y="34796"/>
                  </a:cubicBezTo>
                  <a:cubicBezTo>
                    <a:pt x="41363" y="35201"/>
                    <a:pt x="47281" y="35356"/>
                    <a:pt x="53139" y="36141"/>
                  </a:cubicBezTo>
                  <a:cubicBezTo>
                    <a:pt x="57306" y="36689"/>
                    <a:pt x="61604" y="37523"/>
                    <a:pt x="65414" y="39380"/>
                  </a:cubicBezTo>
                  <a:cubicBezTo>
                    <a:pt x="66259" y="39809"/>
                    <a:pt x="67081" y="40261"/>
                    <a:pt x="67890" y="40773"/>
                  </a:cubicBezTo>
                  <a:cubicBezTo>
                    <a:pt x="68085" y="40895"/>
                    <a:pt x="68284" y="40948"/>
                    <a:pt x="68475" y="40948"/>
                  </a:cubicBezTo>
                  <a:cubicBezTo>
                    <a:pt x="69387" y="40948"/>
                    <a:pt x="70111" y="39750"/>
                    <a:pt x="69176" y="39130"/>
                  </a:cubicBezTo>
                  <a:cubicBezTo>
                    <a:pt x="69081" y="39070"/>
                    <a:pt x="68986" y="39011"/>
                    <a:pt x="68891" y="38951"/>
                  </a:cubicBezTo>
                  <a:cubicBezTo>
                    <a:pt x="68867" y="38892"/>
                    <a:pt x="68843" y="38832"/>
                    <a:pt x="68807" y="38785"/>
                  </a:cubicBezTo>
                  <a:cubicBezTo>
                    <a:pt x="65390" y="32903"/>
                    <a:pt x="61342" y="27319"/>
                    <a:pt x="56770" y="22211"/>
                  </a:cubicBezTo>
                  <a:cubicBezTo>
                    <a:pt x="56449" y="21806"/>
                    <a:pt x="56115" y="21402"/>
                    <a:pt x="55770" y="20997"/>
                  </a:cubicBezTo>
                  <a:cubicBezTo>
                    <a:pt x="51638" y="16115"/>
                    <a:pt x="46828" y="11638"/>
                    <a:pt x="41470" y="8126"/>
                  </a:cubicBezTo>
                  <a:cubicBezTo>
                    <a:pt x="36303" y="4733"/>
                    <a:pt x="30612" y="2006"/>
                    <a:pt x="24552" y="673"/>
                  </a:cubicBezTo>
                  <a:cubicBezTo>
                    <a:pt x="22631" y="244"/>
                    <a:pt x="20385" y="1"/>
                    <a:pt x="18049" y="1"/>
                  </a:cubicBezTo>
                  <a:close/>
                </a:path>
              </a:pathLst>
            </a:custGeom>
            <a:solidFill>
              <a:srgbClr val="5AD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6"/>
            <p:cNvSpPr/>
            <p:nvPr/>
          </p:nvSpPr>
          <p:spPr>
            <a:xfrm>
              <a:off x="2112150" y="2219350"/>
              <a:ext cx="1607200" cy="1043925"/>
            </a:xfrm>
            <a:custGeom>
              <a:avLst/>
              <a:gdLst/>
              <a:ahLst/>
              <a:cxnLst/>
              <a:rect l="l" t="t" r="r" b="b"/>
              <a:pathLst>
                <a:path w="64288" h="41757" extrusionOk="0">
                  <a:moveTo>
                    <a:pt x="487" y="0"/>
                  </a:moveTo>
                  <a:cubicBezTo>
                    <a:pt x="23" y="0"/>
                    <a:pt x="1" y="382"/>
                    <a:pt x="644" y="600"/>
                  </a:cubicBezTo>
                  <a:cubicBezTo>
                    <a:pt x="644" y="600"/>
                    <a:pt x="2049" y="1064"/>
                    <a:pt x="4382" y="1826"/>
                  </a:cubicBezTo>
                  <a:cubicBezTo>
                    <a:pt x="6704" y="2600"/>
                    <a:pt x="9966" y="3695"/>
                    <a:pt x="13633" y="5017"/>
                  </a:cubicBezTo>
                  <a:cubicBezTo>
                    <a:pt x="17301" y="6339"/>
                    <a:pt x="21384" y="7910"/>
                    <a:pt x="25373" y="9625"/>
                  </a:cubicBezTo>
                  <a:cubicBezTo>
                    <a:pt x="29362" y="11339"/>
                    <a:pt x="33255" y="13220"/>
                    <a:pt x="36577" y="15030"/>
                  </a:cubicBezTo>
                  <a:cubicBezTo>
                    <a:pt x="38244" y="15935"/>
                    <a:pt x="39994" y="16947"/>
                    <a:pt x="41768" y="18054"/>
                  </a:cubicBezTo>
                  <a:cubicBezTo>
                    <a:pt x="43542" y="19150"/>
                    <a:pt x="45352" y="20340"/>
                    <a:pt x="47102" y="21614"/>
                  </a:cubicBezTo>
                  <a:cubicBezTo>
                    <a:pt x="48852" y="22888"/>
                    <a:pt x="50555" y="24234"/>
                    <a:pt x="52150" y="25615"/>
                  </a:cubicBezTo>
                  <a:cubicBezTo>
                    <a:pt x="52555" y="25972"/>
                    <a:pt x="52948" y="26317"/>
                    <a:pt x="53341" y="26663"/>
                  </a:cubicBezTo>
                  <a:cubicBezTo>
                    <a:pt x="53722" y="27008"/>
                    <a:pt x="54091" y="27365"/>
                    <a:pt x="54472" y="27710"/>
                  </a:cubicBezTo>
                  <a:cubicBezTo>
                    <a:pt x="54662" y="27877"/>
                    <a:pt x="54841" y="28056"/>
                    <a:pt x="55008" y="28234"/>
                  </a:cubicBezTo>
                  <a:cubicBezTo>
                    <a:pt x="55186" y="28425"/>
                    <a:pt x="55365" y="28591"/>
                    <a:pt x="55532" y="28782"/>
                  </a:cubicBezTo>
                  <a:cubicBezTo>
                    <a:pt x="55889" y="29139"/>
                    <a:pt x="56222" y="29496"/>
                    <a:pt x="56555" y="29853"/>
                  </a:cubicBezTo>
                  <a:cubicBezTo>
                    <a:pt x="57877" y="31270"/>
                    <a:pt x="59032" y="32675"/>
                    <a:pt x="59996" y="33997"/>
                  </a:cubicBezTo>
                  <a:cubicBezTo>
                    <a:pt x="60961" y="35318"/>
                    <a:pt x="61723" y="36557"/>
                    <a:pt x="62259" y="37640"/>
                  </a:cubicBezTo>
                  <a:cubicBezTo>
                    <a:pt x="62806" y="38724"/>
                    <a:pt x="63163" y="39617"/>
                    <a:pt x="63366" y="40248"/>
                  </a:cubicBezTo>
                  <a:cubicBezTo>
                    <a:pt x="63413" y="40414"/>
                    <a:pt x="63461" y="40545"/>
                    <a:pt x="63509" y="40676"/>
                  </a:cubicBezTo>
                  <a:cubicBezTo>
                    <a:pt x="63521" y="40736"/>
                    <a:pt x="63544" y="40783"/>
                    <a:pt x="63556" y="40843"/>
                  </a:cubicBezTo>
                  <a:cubicBezTo>
                    <a:pt x="63568" y="40890"/>
                    <a:pt x="63580" y="40938"/>
                    <a:pt x="63592" y="40986"/>
                  </a:cubicBezTo>
                  <a:cubicBezTo>
                    <a:pt x="63640" y="41152"/>
                    <a:pt x="63663" y="41236"/>
                    <a:pt x="63663" y="41236"/>
                  </a:cubicBezTo>
                  <a:cubicBezTo>
                    <a:pt x="63763" y="41585"/>
                    <a:pt x="63920" y="41756"/>
                    <a:pt x="64045" y="41756"/>
                  </a:cubicBezTo>
                  <a:cubicBezTo>
                    <a:pt x="64187" y="41756"/>
                    <a:pt x="64287" y="41532"/>
                    <a:pt x="64211" y="41093"/>
                  </a:cubicBezTo>
                  <a:cubicBezTo>
                    <a:pt x="64211" y="41093"/>
                    <a:pt x="64187" y="41010"/>
                    <a:pt x="64152" y="40831"/>
                  </a:cubicBezTo>
                  <a:cubicBezTo>
                    <a:pt x="64140" y="40783"/>
                    <a:pt x="64128" y="40736"/>
                    <a:pt x="64116" y="40688"/>
                  </a:cubicBezTo>
                  <a:cubicBezTo>
                    <a:pt x="64104" y="40629"/>
                    <a:pt x="64080" y="40569"/>
                    <a:pt x="64068" y="40509"/>
                  </a:cubicBezTo>
                  <a:cubicBezTo>
                    <a:pt x="64033" y="40379"/>
                    <a:pt x="63985" y="40236"/>
                    <a:pt x="63937" y="40069"/>
                  </a:cubicBezTo>
                  <a:cubicBezTo>
                    <a:pt x="63735" y="39414"/>
                    <a:pt x="63390" y="38474"/>
                    <a:pt x="62854" y="37354"/>
                  </a:cubicBezTo>
                  <a:cubicBezTo>
                    <a:pt x="62306" y="36223"/>
                    <a:pt x="61556" y="34937"/>
                    <a:pt x="60604" y="33568"/>
                  </a:cubicBezTo>
                  <a:cubicBezTo>
                    <a:pt x="59639" y="32199"/>
                    <a:pt x="58484" y="30746"/>
                    <a:pt x="57175" y="29282"/>
                  </a:cubicBezTo>
                  <a:cubicBezTo>
                    <a:pt x="56841" y="28913"/>
                    <a:pt x="56508" y="28556"/>
                    <a:pt x="56163" y="28187"/>
                  </a:cubicBezTo>
                  <a:cubicBezTo>
                    <a:pt x="55996" y="27996"/>
                    <a:pt x="55805" y="27817"/>
                    <a:pt x="55639" y="27627"/>
                  </a:cubicBezTo>
                  <a:cubicBezTo>
                    <a:pt x="55460" y="27436"/>
                    <a:pt x="55281" y="27258"/>
                    <a:pt x="55091" y="27079"/>
                  </a:cubicBezTo>
                  <a:cubicBezTo>
                    <a:pt x="54710" y="26722"/>
                    <a:pt x="54341" y="26353"/>
                    <a:pt x="53948" y="25984"/>
                  </a:cubicBezTo>
                  <a:cubicBezTo>
                    <a:pt x="53567" y="25639"/>
                    <a:pt x="53174" y="25281"/>
                    <a:pt x="52769" y="24912"/>
                  </a:cubicBezTo>
                  <a:cubicBezTo>
                    <a:pt x="51174" y="23495"/>
                    <a:pt x="49459" y="22102"/>
                    <a:pt x="47709" y="20793"/>
                  </a:cubicBezTo>
                  <a:cubicBezTo>
                    <a:pt x="45947" y="19483"/>
                    <a:pt x="44137" y="18257"/>
                    <a:pt x="42339" y="17126"/>
                  </a:cubicBezTo>
                  <a:cubicBezTo>
                    <a:pt x="40553" y="16006"/>
                    <a:pt x="38791" y="14971"/>
                    <a:pt x="37101" y="14066"/>
                  </a:cubicBezTo>
                  <a:cubicBezTo>
                    <a:pt x="33743" y="12220"/>
                    <a:pt x="29802" y="10363"/>
                    <a:pt x="25778" y="8684"/>
                  </a:cubicBezTo>
                  <a:cubicBezTo>
                    <a:pt x="21742" y="7005"/>
                    <a:pt x="17610" y="5481"/>
                    <a:pt x="13907" y="4231"/>
                  </a:cubicBezTo>
                  <a:cubicBezTo>
                    <a:pt x="10204" y="2957"/>
                    <a:pt x="6930" y="1933"/>
                    <a:pt x="4585" y="1207"/>
                  </a:cubicBezTo>
                  <a:cubicBezTo>
                    <a:pt x="2239" y="493"/>
                    <a:pt x="822" y="52"/>
                    <a:pt x="822" y="52"/>
                  </a:cubicBezTo>
                  <a:cubicBezTo>
                    <a:pt x="693" y="16"/>
                    <a:pt x="581" y="0"/>
                    <a:pt x="487"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6"/>
            <p:cNvSpPr/>
            <p:nvPr/>
          </p:nvSpPr>
          <p:spPr>
            <a:xfrm>
              <a:off x="2695475" y="2245500"/>
              <a:ext cx="328950" cy="329525"/>
            </a:xfrm>
            <a:custGeom>
              <a:avLst/>
              <a:gdLst/>
              <a:ahLst/>
              <a:cxnLst/>
              <a:rect l="l" t="t" r="r" b="b"/>
              <a:pathLst>
                <a:path w="13158" h="13181" extrusionOk="0">
                  <a:moveTo>
                    <a:pt x="362" y="1"/>
                  </a:moveTo>
                  <a:cubicBezTo>
                    <a:pt x="191" y="1"/>
                    <a:pt x="1" y="385"/>
                    <a:pt x="123" y="518"/>
                  </a:cubicBezTo>
                  <a:cubicBezTo>
                    <a:pt x="123" y="518"/>
                    <a:pt x="409" y="697"/>
                    <a:pt x="873" y="994"/>
                  </a:cubicBezTo>
                  <a:cubicBezTo>
                    <a:pt x="1087" y="1161"/>
                    <a:pt x="1349" y="1364"/>
                    <a:pt x="1647" y="1590"/>
                  </a:cubicBezTo>
                  <a:cubicBezTo>
                    <a:pt x="1790" y="1709"/>
                    <a:pt x="1933" y="1840"/>
                    <a:pt x="2100" y="1971"/>
                  </a:cubicBezTo>
                  <a:cubicBezTo>
                    <a:pt x="2242" y="2114"/>
                    <a:pt x="2409" y="2245"/>
                    <a:pt x="2576" y="2399"/>
                  </a:cubicBezTo>
                  <a:cubicBezTo>
                    <a:pt x="3874" y="3602"/>
                    <a:pt x="5302" y="5293"/>
                    <a:pt x="6433" y="6638"/>
                  </a:cubicBezTo>
                  <a:cubicBezTo>
                    <a:pt x="7564" y="7972"/>
                    <a:pt x="9041" y="9674"/>
                    <a:pt x="10303" y="10984"/>
                  </a:cubicBezTo>
                  <a:cubicBezTo>
                    <a:pt x="10636" y="11305"/>
                    <a:pt x="10934" y="11603"/>
                    <a:pt x="11208" y="11877"/>
                  </a:cubicBezTo>
                  <a:cubicBezTo>
                    <a:pt x="11494" y="12139"/>
                    <a:pt x="11744" y="12365"/>
                    <a:pt x="11958" y="12567"/>
                  </a:cubicBezTo>
                  <a:cubicBezTo>
                    <a:pt x="12398" y="12936"/>
                    <a:pt x="12660" y="13163"/>
                    <a:pt x="12660" y="13163"/>
                  </a:cubicBezTo>
                  <a:cubicBezTo>
                    <a:pt x="12678" y="13175"/>
                    <a:pt x="12699" y="13180"/>
                    <a:pt x="12721" y="13180"/>
                  </a:cubicBezTo>
                  <a:cubicBezTo>
                    <a:pt x="12891" y="13180"/>
                    <a:pt x="13157" y="12850"/>
                    <a:pt x="13041" y="12734"/>
                  </a:cubicBezTo>
                  <a:cubicBezTo>
                    <a:pt x="13041" y="12734"/>
                    <a:pt x="12803" y="12496"/>
                    <a:pt x="12410" y="12091"/>
                  </a:cubicBezTo>
                  <a:cubicBezTo>
                    <a:pt x="12220" y="11889"/>
                    <a:pt x="11994" y="11639"/>
                    <a:pt x="11744" y="11365"/>
                  </a:cubicBezTo>
                  <a:cubicBezTo>
                    <a:pt x="11494" y="11079"/>
                    <a:pt x="11220" y="10758"/>
                    <a:pt x="10934" y="10412"/>
                  </a:cubicBezTo>
                  <a:cubicBezTo>
                    <a:pt x="9779" y="9043"/>
                    <a:pt x="8422" y="7269"/>
                    <a:pt x="7279" y="5924"/>
                  </a:cubicBezTo>
                  <a:cubicBezTo>
                    <a:pt x="6136" y="4566"/>
                    <a:pt x="4564" y="2923"/>
                    <a:pt x="3123" y="1768"/>
                  </a:cubicBezTo>
                  <a:cubicBezTo>
                    <a:pt x="2945" y="1614"/>
                    <a:pt x="2754" y="1495"/>
                    <a:pt x="2588" y="1364"/>
                  </a:cubicBezTo>
                  <a:cubicBezTo>
                    <a:pt x="2409" y="1233"/>
                    <a:pt x="2254" y="1114"/>
                    <a:pt x="2088" y="994"/>
                  </a:cubicBezTo>
                  <a:cubicBezTo>
                    <a:pt x="1766" y="792"/>
                    <a:pt x="1468" y="602"/>
                    <a:pt x="1218" y="447"/>
                  </a:cubicBezTo>
                  <a:cubicBezTo>
                    <a:pt x="706" y="173"/>
                    <a:pt x="397" y="6"/>
                    <a:pt x="397" y="6"/>
                  </a:cubicBezTo>
                  <a:cubicBezTo>
                    <a:pt x="385" y="2"/>
                    <a:pt x="374" y="1"/>
                    <a:pt x="362" y="1"/>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6"/>
            <p:cNvSpPr/>
            <p:nvPr/>
          </p:nvSpPr>
          <p:spPr>
            <a:xfrm>
              <a:off x="2179125" y="2402975"/>
              <a:ext cx="489325" cy="87375"/>
            </a:xfrm>
            <a:custGeom>
              <a:avLst/>
              <a:gdLst/>
              <a:ahLst/>
              <a:cxnLst/>
              <a:rect l="l" t="t" r="r" b="b"/>
              <a:pathLst>
                <a:path w="19573" h="3495" extrusionOk="0">
                  <a:moveTo>
                    <a:pt x="14883" y="0"/>
                  </a:moveTo>
                  <a:cubicBezTo>
                    <a:pt x="14840" y="0"/>
                    <a:pt x="14796" y="2"/>
                    <a:pt x="14753" y="6"/>
                  </a:cubicBezTo>
                  <a:cubicBezTo>
                    <a:pt x="14622" y="6"/>
                    <a:pt x="14491" y="18"/>
                    <a:pt x="14348" y="18"/>
                  </a:cubicBezTo>
                  <a:cubicBezTo>
                    <a:pt x="14086" y="29"/>
                    <a:pt x="13812" y="41"/>
                    <a:pt x="13538" y="53"/>
                  </a:cubicBezTo>
                  <a:cubicBezTo>
                    <a:pt x="13264" y="77"/>
                    <a:pt x="12990" y="101"/>
                    <a:pt x="12717" y="125"/>
                  </a:cubicBezTo>
                  <a:cubicBezTo>
                    <a:pt x="12169" y="172"/>
                    <a:pt x="11621" y="256"/>
                    <a:pt x="11097" y="315"/>
                  </a:cubicBezTo>
                  <a:cubicBezTo>
                    <a:pt x="10573" y="387"/>
                    <a:pt x="10061" y="470"/>
                    <a:pt x="9597" y="553"/>
                  </a:cubicBezTo>
                  <a:cubicBezTo>
                    <a:pt x="7716" y="899"/>
                    <a:pt x="5358" y="1518"/>
                    <a:pt x="3477" y="2042"/>
                  </a:cubicBezTo>
                  <a:cubicBezTo>
                    <a:pt x="2537" y="2292"/>
                    <a:pt x="1715" y="2518"/>
                    <a:pt x="1132" y="2685"/>
                  </a:cubicBezTo>
                  <a:cubicBezTo>
                    <a:pt x="536" y="2839"/>
                    <a:pt x="179" y="2935"/>
                    <a:pt x="179" y="2935"/>
                  </a:cubicBezTo>
                  <a:cubicBezTo>
                    <a:pt x="1" y="3018"/>
                    <a:pt x="96" y="3482"/>
                    <a:pt x="298" y="3494"/>
                  </a:cubicBezTo>
                  <a:cubicBezTo>
                    <a:pt x="298" y="3494"/>
                    <a:pt x="667" y="3435"/>
                    <a:pt x="1275" y="3327"/>
                  </a:cubicBezTo>
                  <a:cubicBezTo>
                    <a:pt x="1870" y="3208"/>
                    <a:pt x="2715" y="3042"/>
                    <a:pt x="3668" y="2851"/>
                  </a:cubicBezTo>
                  <a:cubicBezTo>
                    <a:pt x="5585" y="2470"/>
                    <a:pt x="7942" y="1982"/>
                    <a:pt x="9800" y="1649"/>
                  </a:cubicBezTo>
                  <a:cubicBezTo>
                    <a:pt x="11645" y="1292"/>
                    <a:pt x="14002" y="922"/>
                    <a:pt x="15919" y="839"/>
                  </a:cubicBezTo>
                  <a:cubicBezTo>
                    <a:pt x="16038" y="833"/>
                    <a:pt x="16154" y="833"/>
                    <a:pt x="16269" y="833"/>
                  </a:cubicBezTo>
                  <a:cubicBezTo>
                    <a:pt x="16384" y="833"/>
                    <a:pt x="16497" y="833"/>
                    <a:pt x="16610" y="827"/>
                  </a:cubicBezTo>
                  <a:lnTo>
                    <a:pt x="17253" y="827"/>
                  </a:lnTo>
                  <a:cubicBezTo>
                    <a:pt x="17646" y="851"/>
                    <a:pt x="18015" y="875"/>
                    <a:pt x="18312" y="887"/>
                  </a:cubicBezTo>
                  <a:cubicBezTo>
                    <a:pt x="18896" y="970"/>
                    <a:pt x="19253" y="1018"/>
                    <a:pt x="19253" y="1018"/>
                  </a:cubicBezTo>
                  <a:cubicBezTo>
                    <a:pt x="19255" y="1018"/>
                    <a:pt x="19257" y="1018"/>
                    <a:pt x="19259" y="1018"/>
                  </a:cubicBezTo>
                  <a:cubicBezTo>
                    <a:pt x="19446" y="1018"/>
                    <a:pt x="19572" y="505"/>
                    <a:pt x="19372" y="458"/>
                  </a:cubicBezTo>
                  <a:cubicBezTo>
                    <a:pt x="19372" y="458"/>
                    <a:pt x="19015" y="375"/>
                    <a:pt x="18396" y="244"/>
                  </a:cubicBezTo>
                  <a:cubicBezTo>
                    <a:pt x="18086" y="196"/>
                    <a:pt x="17717" y="149"/>
                    <a:pt x="17300" y="89"/>
                  </a:cubicBezTo>
                  <a:cubicBezTo>
                    <a:pt x="17086" y="77"/>
                    <a:pt x="16860" y="65"/>
                    <a:pt x="16634" y="41"/>
                  </a:cubicBezTo>
                  <a:cubicBezTo>
                    <a:pt x="16407" y="29"/>
                    <a:pt x="16157" y="6"/>
                    <a:pt x="15919" y="6"/>
                  </a:cubicBezTo>
                  <a:lnTo>
                    <a:pt x="15145" y="6"/>
                  </a:lnTo>
                  <a:cubicBezTo>
                    <a:pt x="15058" y="6"/>
                    <a:pt x="14971" y="0"/>
                    <a:pt x="14883" y="0"/>
                  </a:cubicBezTo>
                  <a:close/>
                </a:path>
              </a:pathLst>
            </a:custGeom>
            <a:solidFill>
              <a:srgbClr val="439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6"/>
            <p:cNvSpPr/>
            <p:nvPr/>
          </p:nvSpPr>
          <p:spPr>
            <a:xfrm>
              <a:off x="2525000" y="1956025"/>
              <a:ext cx="2631025" cy="2630700"/>
            </a:xfrm>
            <a:custGeom>
              <a:avLst/>
              <a:gdLst/>
              <a:ahLst/>
              <a:cxnLst/>
              <a:rect l="l" t="t" r="r" b="b"/>
              <a:pathLst>
                <a:path w="105241" h="105228" extrusionOk="0">
                  <a:moveTo>
                    <a:pt x="52614" y="1"/>
                  </a:moveTo>
                  <a:cubicBezTo>
                    <a:pt x="23563" y="1"/>
                    <a:pt x="1" y="23551"/>
                    <a:pt x="1" y="52614"/>
                  </a:cubicBezTo>
                  <a:cubicBezTo>
                    <a:pt x="1" y="81677"/>
                    <a:pt x="23563" y="105228"/>
                    <a:pt x="52614" y="105228"/>
                  </a:cubicBezTo>
                  <a:cubicBezTo>
                    <a:pt x="81678" y="105228"/>
                    <a:pt x="105240" y="81677"/>
                    <a:pt x="105240" y="52614"/>
                  </a:cubicBezTo>
                  <a:cubicBezTo>
                    <a:pt x="105240" y="23551"/>
                    <a:pt x="81678" y="1"/>
                    <a:pt x="52614" y="1"/>
                  </a:cubicBez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6"/>
            <p:cNvSpPr/>
            <p:nvPr/>
          </p:nvSpPr>
          <p:spPr>
            <a:xfrm>
              <a:off x="4178175" y="4397625"/>
              <a:ext cx="88750" cy="32875"/>
            </a:xfrm>
            <a:custGeom>
              <a:avLst/>
              <a:gdLst/>
              <a:ahLst/>
              <a:cxnLst/>
              <a:rect l="l" t="t" r="r" b="b"/>
              <a:pathLst>
                <a:path w="3550" h="1315" extrusionOk="0">
                  <a:moveTo>
                    <a:pt x="1702" y="1"/>
                  </a:moveTo>
                  <a:cubicBezTo>
                    <a:pt x="1127" y="1"/>
                    <a:pt x="621" y="113"/>
                    <a:pt x="251" y="694"/>
                  </a:cubicBezTo>
                  <a:cubicBezTo>
                    <a:pt x="0" y="1204"/>
                    <a:pt x="466" y="1315"/>
                    <a:pt x="914" y="1315"/>
                  </a:cubicBezTo>
                  <a:cubicBezTo>
                    <a:pt x="1104" y="1315"/>
                    <a:pt x="1290" y="1295"/>
                    <a:pt x="1418" y="1277"/>
                  </a:cubicBezTo>
                  <a:cubicBezTo>
                    <a:pt x="1763" y="1230"/>
                    <a:pt x="3549" y="920"/>
                    <a:pt x="3442" y="301"/>
                  </a:cubicBezTo>
                  <a:cubicBezTo>
                    <a:pt x="3393" y="56"/>
                    <a:pt x="3004" y="24"/>
                    <a:pt x="2687" y="24"/>
                  </a:cubicBezTo>
                  <a:cubicBezTo>
                    <a:pt x="2572" y="24"/>
                    <a:pt x="2466" y="28"/>
                    <a:pt x="2390" y="28"/>
                  </a:cubicBezTo>
                  <a:cubicBezTo>
                    <a:pt x="2369" y="28"/>
                    <a:pt x="2351" y="28"/>
                    <a:pt x="2335" y="27"/>
                  </a:cubicBezTo>
                  <a:cubicBezTo>
                    <a:pt x="2117" y="15"/>
                    <a:pt x="1905" y="1"/>
                    <a:pt x="1702" y="1"/>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6"/>
            <p:cNvSpPr/>
            <p:nvPr/>
          </p:nvSpPr>
          <p:spPr>
            <a:xfrm>
              <a:off x="3759975" y="2855825"/>
              <a:ext cx="289350" cy="91800"/>
            </a:xfrm>
            <a:custGeom>
              <a:avLst/>
              <a:gdLst/>
              <a:ahLst/>
              <a:cxnLst/>
              <a:rect l="l" t="t" r="r" b="b"/>
              <a:pathLst>
                <a:path w="11574" h="3672" extrusionOk="0">
                  <a:moveTo>
                    <a:pt x="3129" y="1"/>
                  </a:moveTo>
                  <a:cubicBezTo>
                    <a:pt x="2199" y="1"/>
                    <a:pt x="1385" y="597"/>
                    <a:pt x="453" y="715"/>
                  </a:cubicBezTo>
                  <a:cubicBezTo>
                    <a:pt x="440" y="712"/>
                    <a:pt x="429" y="711"/>
                    <a:pt x="417" y="711"/>
                  </a:cubicBezTo>
                  <a:cubicBezTo>
                    <a:pt x="386" y="711"/>
                    <a:pt x="357" y="722"/>
                    <a:pt x="322" y="739"/>
                  </a:cubicBezTo>
                  <a:cubicBezTo>
                    <a:pt x="179" y="858"/>
                    <a:pt x="156" y="870"/>
                    <a:pt x="60" y="1049"/>
                  </a:cubicBezTo>
                  <a:cubicBezTo>
                    <a:pt x="1" y="1156"/>
                    <a:pt x="60" y="1275"/>
                    <a:pt x="179" y="1323"/>
                  </a:cubicBezTo>
                  <a:cubicBezTo>
                    <a:pt x="409" y="1413"/>
                    <a:pt x="616" y="1449"/>
                    <a:pt x="810" y="1449"/>
                  </a:cubicBezTo>
                  <a:cubicBezTo>
                    <a:pt x="1551" y="1449"/>
                    <a:pt x="2099" y="929"/>
                    <a:pt x="2944" y="929"/>
                  </a:cubicBezTo>
                  <a:cubicBezTo>
                    <a:pt x="2959" y="929"/>
                    <a:pt x="2974" y="929"/>
                    <a:pt x="2989" y="930"/>
                  </a:cubicBezTo>
                  <a:cubicBezTo>
                    <a:pt x="3882" y="954"/>
                    <a:pt x="4299" y="1680"/>
                    <a:pt x="5073" y="1870"/>
                  </a:cubicBezTo>
                  <a:cubicBezTo>
                    <a:pt x="5799" y="2061"/>
                    <a:pt x="6180" y="1989"/>
                    <a:pt x="6835" y="2478"/>
                  </a:cubicBezTo>
                  <a:cubicBezTo>
                    <a:pt x="7085" y="2668"/>
                    <a:pt x="8097" y="2894"/>
                    <a:pt x="7526" y="3347"/>
                  </a:cubicBezTo>
                  <a:cubicBezTo>
                    <a:pt x="7395" y="3454"/>
                    <a:pt x="7514" y="3668"/>
                    <a:pt x="7656" y="3668"/>
                  </a:cubicBezTo>
                  <a:cubicBezTo>
                    <a:pt x="7787" y="3670"/>
                    <a:pt x="7930" y="3671"/>
                    <a:pt x="8083" y="3671"/>
                  </a:cubicBezTo>
                  <a:cubicBezTo>
                    <a:pt x="9172" y="3671"/>
                    <a:pt x="10737" y="3597"/>
                    <a:pt x="11478" y="2918"/>
                  </a:cubicBezTo>
                  <a:cubicBezTo>
                    <a:pt x="11574" y="2823"/>
                    <a:pt x="11538" y="2680"/>
                    <a:pt x="11443" y="2620"/>
                  </a:cubicBezTo>
                  <a:cubicBezTo>
                    <a:pt x="10109" y="1704"/>
                    <a:pt x="8002" y="1608"/>
                    <a:pt x="6442" y="1120"/>
                  </a:cubicBezTo>
                  <a:cubicBezTo>
                    <a:pt x="5454" y="811"/>
                    <a:pt x="4216" y="25"/>
                    <a:pt x="3156" y="1"/>
                  </a:cubicBezTo>
                  <a:cubicBezTo>
                    <a:pt x="3147" y="1"/>
                    <a:pt x="3138" y="1"/>
                    <a:pt x="3129" y="1"/>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6"/>
            <p:cNvSpPr/>
            <p:nvPr/>
          </p:nvSpPr>
          <p:spPr>
            <a:xfrm>
              <a:off x="3922500" y="2967700"/>
              <a:ext cx="77800" cy="27925"/>
            </a:xfrm>
            <a:custGeom>
              <a:avLst/>
              <a:gdLst/>
              <a:ahLst/>
              <a:cxnLst/>
              <a:rect l="l" t="t" r="r" b="b"/>
              <a:pathLst>
                <a:path w="3112" h="1117" extrusionOk="0">
                  <a:moveTo>
                    <a:pt x="337" y="0"/>
                  </a:moveTo>
                  <a:cubicBezTo>
                    <a:pt x="283" y="0"/>
                    <a:pt x="230" y="15"/>
                    <a:pt x="179" y="50"/>
                  </a:cubicBezTo>
                  <a:cubicBezTo>
                    <a:pt x="1" y="181"/>
                    <a:pt x="1" y="491"/>
                    <a:pt x="108" y="658"/>
                  </a:cubicBezTo>
                  <a:cubicBezTo>
                    <a:pt x="251" y="884"/>
                    <a:pt x="560" y="920"/>
                    <a:pt x="798" y="943"/>
                  </a:cubicBezTo>
                  <a:cubicBezTo>
                    <a:pt x="1203" y="979"/>
                    <a:pt x="1560" y="955"/>
                    <a:pt x="1965" y="1074"/>
                  </a:cubicBezTo>
                  <a:cubicBezTo>
                    <a:pt x="2048" y="1100"/>
                    <a:pt x="2176" y="1117"/>
                    <a:pt x="2312" y="1117"/>
                  </a:cubicBezTo>
                  <a:cubicBezTo>
                    <a:pt x="2680" y="1117"/>
                    <a:pt x="3111" y="992"/>
                    <a:pt x="2894" y="574"/>
                  </a:cubicBezTo>
                  <a:cubicBezTo>
                    <a:pt x="2751" y="312"/>
                    <a:pt x="2358" y="158"/>
                    <a:pt x="2084" y="98"/>
                  </a:cubicBezTo>
                  <a:cubicBezTo>
                    <a:pt x="2031" y="88"/>
                    <a:pt x="1979" y="83"/>
                    <a:pt x="1928" y="83"/>
                  </a:cubicBezTo>
                  <a:cubicBezTo>
                    <a:pt x="1607" y="83"/>
                    <a:pt x="1327" y="261"/>
                    <a:pt x="1025" y="261"/>
                  </a:cubicBezTo>
                  <a:cubicBezTo>
                    <a:pt x="989" y="261"/>
                    <a:pt x="954" y="258"/>
                    <a:pt x="917" y="253"/>
                  </a:cubicBezTo>
                  <a:cubicBezTo>
                    <a:pt x="749" y="197"/>
                    <a:pt x="536" y="0"/>
                    <a:pt x="337" y="0"/>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6"/>
            <p:cNvSpPr/>
            <p:nvPr/>
          </p:nvSpPr>
          <p:spPr>
            <a:xfrm>
              <a:off x="4042750" y="2932100"/>
              <a:ext cx="156725" cy="70025"/>
            </a:xfrm>
            <a:custGeom>
              <a:avLst/>
              <a:gdLst/>
              <a:ahLst/>
              <a:cxnLst/>
              <a:rect l="l" t="t" r="r" b="b"/>
              <a:pathLst>
                <a:path w="6269" h="2801" extrusionOk="0">
                  <a:moveTo>
                    <a:pt x="1479" y="1"/>
                  </a:moveTo>
                  <a:cubicBezTo>
                    <a:pt x="1168" y="1"/>
                    <a:pt x="881" y="65"/>
                    <a:pt x="656" y="236"/>
                  </a:cubicBezTo>
                  <a:cubicBezTo>
                    <a:pt x="644" y="248"/>
                    <a:pt x="632" y="260"/>
                    <a:pt x="620" y="272"/>
                  </a:cubicBezTo>
                  <a:cubicBezTo>
                    <a:pt x="572" y="331"/>
                    <a:pt x="536" y="415"/>
                    <a:pt x="584" y="498"/>
                  </a:cubicBezTo>
                  <a:cubicBezTo>
                    <a:pt x="763" y="820"/>
                    <a:pt x="2037" y="1177"/>
                    <a:pt x="2013" y="1462"/>
                  </a:cubicBezTo>
                  <a:cubicBezTo>
                    <a:pt x="2013" y="1441"/>
                    <a:pt x="1814" y="1427"/>
                    <a:pt x="1543" y="1427"/>
                  </a:cubicBezTo>
                  <a:cubicBezTo>
                    <a:pt x="1059" y="1427"/>
                    <a:pt x="346" y="1471"/>
                    <a:pt x="132" y="1593"/>
                  </a:cubicBezTo>
                  <a:cubicBezTo>
                    <a:pt x="25" y="1641"/>
                    <a:pt x="1" y="1808"/>
                    <a:pt x="84" y="1891"/>
                  </a:cubicBezTo>
                  <a:cubicBezTo>
                    <a:pt x="358" y="2129"/>
                    <a:pt x="739" y="2153"/>
                    <a:pt x="1084" y="2189"/>
                  </a:cubicBezTo>
                  <a:cubicBezTo>
                    <a:pt x="1117" y="2191"/>
                    <a:pt x="1150" y="2192"/>
                    <a:pt x="1185" y="2192"/>
                  </a:cubicBezTo>
                  <a:cubicBezTo>
                    <a:pt x="1376" y="2192"/>
                    <a:pt x="1598" y="2160"/>
                    <a:pt x="1803" y="2160"/>
                  </a:cubicBezTo>
                  <a:cubicBezTo>
                    <a:pt x="1917" y="2160"/>
                    <a:pt x="2025" y="2170"/>
                    <a:pt x="2120" y="2201"/>
                  </a:cubicBezTo>
                  <a:cubicBezTo>
                    <a:pt x="2239" y="2236"/>
                    <a:pt x="2620" y="2713"/>
                    <a:pt x="2787" y="2748"/>
                  </a:cubicBezTo>
                  <a:cubicBezTo>
                    <a:pt x="2924" y="2783"/>
                    <a:pt x="2968" y="2801"/>
                    <a:pt x="3008" y="2801"/>
                  </a:cubicBezTo>
                  <a:cubicBezTo>
                    <a:pt x="3052" y="2801"/>
                    <a:pt x="3091" y="2780"/>
                    <a:pt x="3239" y="2736"/>
                  </a:cubicBezTo>
                  <a:cubicBezTo>
                    <a:pt x="3891" y="2553"/>
                    <a:pt x="2687" y="2151"/>
                    <a:pt x="4035" y="2151"/>
                  </a:cubicBezTo>
                  <a:cubicBezTo>
                    <a:pt x="4091" y="2151"/>
                    <a:pt x="4151" y="2152"/>
                    <a:pt x="4216" y="2153"/>
                  </a:cubicBezTo>
                  <a:cubicBezTo>
                    <a:pt x="4404" y="2153"/>
                    <a:pt x="4531" y="2298"/>
                    <a:pt x="4712" y="2298"/>
                  </a:cubicBezTo>
                  <a:cubicBezTo>
                    <a:pt x="4725" y="2298"/>
                    <a:pt x="4738" y="2298"/>
                    <a:pt x="4751" y="2296"/>
                  </a:cubicBezTo>
                  <a:cubicBezTo>
                    <a:pt x="4823" y="2296"/>
                    <a:pt x="4918" y="2248"/>
                    <a:pt x="4930" y="2165"/>
                  </a:cubicBezTo>
                  <a:cubicBezTo>
                    <a:pt x="4988" y="1789"/>
                    <a:pt x="5359" y="1686"/>
                    <a:pt x="5719" y="1686"/>
                  </a:cubicBezTo>
                  <a:cubicBezTo>
                    <a:pt x="5803" y="1686"/>
                    <a:pt x="5887" y="1692"/>
                    <a:pt x="5966" y="1701"/>
                  </a:cubicBezTo>
                  <a:cubicBezTo>
                    <a:pt x="5977" y="1702"/>
                    <a:pt x="5989" y="1703"/>
                    <a:pt x="6000" y="1703"/>
                  </a:cubicBezTo>
                  <a:cubicBezTo>
                    <a:pt x="6142" y="1703"/>
                    <a:pt x="6268" y="1570"/>
                    <a:pt x="6180" y="1427"/>
                  </a:cubicBezTo>
                  <a:cubicBezTo>
                    <a:pt x="5668" y="570"/>
                    <a:pt x="4335" y="736"/>
                    <a:pt x="3537" y="498"/>
                  </a:cubicBezTo>
                  <a:cubicBezTo>
                    <a:pt x="3016" y="333"/>
                    <a:pt x="2185" y="1"/>
                    <a:pt x="1479" y="1"/>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6"/>
            <p:cNvSpPr/>
            <p:nvPr/>
          </p:nvSpPr>
          <p:spPr>
            <a:xfrm>
              <a:off x="4212125" y="2968325"/>
              <a:ext cx="65725" cy="32225"/>
            </a:xfrm>
            <a:custGeom>
              <a:avLst/>
              <a:gdLst/>
              <a:ahLst/>
              <a:cxnLst/>
              <a:rect l="l" t="t" r="r" b="b"/>
              <a:pathLst>
                <a:path w="2629" h="1289" extrusionOk="0">
                  <a:moveTo>
                    <a:pt x="1267" y="1"/>
                  </a:moveTo>
                  <a:cubicBezTo>
                    <a:pt x="1051" y="1"/>
                    <a:pt x="840" y="31"/>
                    <a:pt x="667" y="85"/>
                  </a:cubicBezTo>
                  <a:cubicBezTo>
                    <a:pt x="298" y="204"/>
                    <a:pt x="0" y="549"/>
                    <a:pt x="477" y="775"/>
                  </a:cubicBezTo>
                  <a:cubicBezTo>
                    <a:pt x="786" y="918"/>
                    <a:pt x="1143" y="1002"/>
                    <a:pt x="1477" y="1109"/>
                  </a:cubicBezTo>
                  <a:cubicBezTo>
                    <a:pt x="1679" y="1180"/>
                    <a:pt x="1905" y="1276"/>
                    <a:pt x="2132" y="1287"/>
                  </a:cubicBezTo>
                  <a:cubicBezTo>
                    <a:pt x="2142" y="1288"/>
                    <a:pt x="2151" y="1288"/>
                    <a:pt x="2161" y="1288"/>
                  </a:cubicBezTo>
                  <a:cubicBezTo>
                    <a:pt x="2629" y="1288"/>
                    <a:pt x="2556" y="722"/>
                    <a:pt x="2370" y="418"/>
                  </a:cubicBezTo>
                  <a:cubicBezTo>
                    <a:pt x="2370" y="406"/>
                    <a:pt x="2358" y="406"/>
                    <a:pt x="2358" y="394"/>
                  </a:cubicBezTo>
                  <a:cubicBezTo>
                    <a:pt x="2346" y="394"/>
                    <a:pt x="2346" y="383"/>
                    <a:pt x="2346" y="383"/>
                  </a:cubicBezTo>
                  <a:cubicBezTo>
                    <a:pt x="2105" y="110"/>
                    <a:pt x="1675" y="1"/>
                    <a:pt x="1267" y="1"/>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6"/>
            <p:cNvSpPr/>
            <p:nvPr/>
          </p:nvSpPr>
          <p:spPr>
            <a:xfrm>
              <a:off x="3918025" y="2797925"/>
              <a:ext cx="53625" cy="58200"/>
            </a:xfrm>
            <a:custGeom>
              <a:avLst/>
              <a:gdLst/>
              <a:ahLst/>
              <a:cxnLst/>
              <a:rect l="l" t="t" r="r" b="b"/>
              <a:pathLst>
                <a:path w="2145" h="2328" extrusionOk="0">
                  <a:moveTo>
                    <a:pt x="502" y="0"/>
                  </a:moveTo>
                  <a:cubicBezTo>
                    <a:pt x="471" y="0"/>
                    <a:pt x="436" y="8"/>
                    <a:pt x="406" y="31"/>
                  </a:cubicBezTo>
                  <a:cubicBezTo>
                    <a:pt x="1" y="269"/>
                    <a:pt x="191" y="1043"/>
                    <a:pt x="322" y="1388"/>
                  </a:cubicBezTo>
                  <a:cubicBezTo>
                    <a:pt x="476" y="1817"/>
                    <a:pt x="915" y="2328"/>
                    <a:pt x="1413" y="2328"/>
                  </a:cubicBezTo>
                  <a:cubicBezTo>
                    <a:pt x="1454" y="2328"/>
                    <a:pt x="1495" y="2324"/>
                    <a:pt x="1537" y="2317"/>
                  </a:cubicBezTo>
                  <a:cubicBezTo>
                    <a:pt x="2144" y="2210"/>
                    <a:pt x="1632" y="1424"/>
                    <a:pt x="1477" y="1150"/>
                  </a:cubicBezTo>
                  <a:cubicBezTo>
                    <a:pt x="1323" y="853"/>
                    <a:pt x="977" y="43"/>
                    <a:pt x="549" y="7"/>
                  </a:cubicBezTo>
                  <a:cubicBezTo>
                    <a:pt x="536" y="3"/>
                    <a:pt x="519" y="0"/>
                    <a:pt x="502" y="0"/>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6"/>
            <p:cNvSpPr/>
            <p:nvPr/>
          </p:nvSpPr>
          <p:spPr>
            <a:xfrm>
              <a:off x="3800175" y="2889750"/>
              <a:ext cx="37525" cy="28300"/>
            </a:xfrm>
            <a:custGeom>
              <a:avLst/>
              <a:gdLst/>
              <a:ahLst/>
              <a:cxnLst/>
              <a:rect l="l" t="t" r="r" b="b"/>
              <a:pathLst>
                <a:path w="1501" h="1132" extrusionOk="0">
                  <a:moveTo>
                    <a:pt x="721" y="0"/>
                  </a:moveTo>
                  <a:cubicBezTo>
                    <a:pt x="418" y="0"/>
                    <a:pt x="117" y="126"/>
                    <a:pt x="12" y="382"/>
                  </a:cubicBezTo>
                  <a:cubicBezTo>
                    <a:pt x="0" y="430"/>
                    <a:pt x="0" y="454"/>
                    <a:pt x="12" y="489"/>
                  </a:cubicBezTo>
                  <a:cubicBezTo>
                    <a:pt x="12" y="811"/>
                    <a:pt x="393" y="1073"/>
                    <a:pt x="667" y="1121"/>
                  </a:cubicBezTo>
                  <a:cubicBezTo>
                    <a:pt x="707" y="1128"/>
                    <a:pt x="750" y="1131"/>
                    <a:pt x="793" y="1131"/>
                  </a:cubicBezTo>
                  <a:cubicBezTo>
                    <a:pt x="1113" y="1131"/>
                    <a:pt x="1500" y="942"/>
                    <a:pt x="1500" y="597"/>
                  </a:cubicBezTo>
                  <a:cubicBezTo>
                    <a:pt x="1500" y="203"/>
                    <a:pt x="1108" y="0"/>
                    <a:pt x="721" y="0"/>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6"/>
            <p:cNvSpPr/>
            <p:nvPr/>
          </p:nvSpPr>
          <p:spPr>
            <a:xfrm>
              <a:off x="4054075" y="2895650"/>
              <a:ext cx="42875" cy="32800"/>
            </a:xfrm>
            <a:custGeom>
              <a:avLst/>
              <a:gdLst/>
              <a:ahLst/>
              <a:cxnLst/>
              <a:rect l="l" t="t" r="r" b="b"/>
              <a:pathLst>
                <a:path w="1715" h="1312" extrusionOk="0">
                  <a:moveTo>
                    <a:pt x="797" y="1"/>
                  </a:moveTo>
                  <a:cubicBezTo>
                    <a:pt x="716" y="1"/>
                    <a:pt x="636" y="13"/>
                    <a:pt x="560" y="39"/>
                  </a:cubicBezTo>
                  <a:cubicBezTo>
                    <a:pt x="560" y="39"/>
                    <a:pt x="548" y="51"/>
                    <a:pt x="548" y="51"/>
                  </a:cubicBezTo>
                  <a:lnTo>
                    <a:pt x="512" y="51"/>
                  </a:lnTo>
                  <a:cubicBezTo>
                    <a:pt x="179" y="230"/>
                    <a:pt x="0" y="646"/>
                    <a:pt x="238" y="980"/>
                  </a:cubicBezTo>
                  <a:cubicBezTo>
                    <a:pt x="388" y="1191"/>
                    <a:pt x="649" y="1311"/>
                    <a:pt x="904" y="1311"/>
                  </a:cubicBezTo>
                  <a:cubicBezTo>
                    <a:pt x="994" y="1311"/>
                    <a:pt x="1083" y="1296"/>
                    <a:pt x="1167" y="1266"/>
                  </a:cubicBezTo>
                  <a:cubicBezTo>
                    <a:pt x="1512" y="1135"/>
                    <a:pt x="1715" y="742"/>
                    <a:pt x="1524" y="396"/>
                  </a:cubicBezTo>
                  <a:cubicBezTo>
                    <a:pt x="1376" y="155"/>
                    <a:pt x="1082" y="1"/>
                    <a:pt x="797" y="1"/>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6"/>
            <p:cNvSpPr/>
            <p:nvPr/>
          </p:nvSpPr>
          <p:spPr>
            <a:xfrm>
              <a:off x="3014650" y="1963250"/>
              <a:ext cx="1907400" cy="2504750"/>
            </a:xfrm>
            <a:custGeom>
              <a:avLst/>
              <a:gdLst/>
              <a:ahLst/>
              <a:cxnLst/>
              <a:rect l="l" t="t" r="r" b="b"/>
              <a:pathLst>
                <a:path w="76296" h="100190" extrusionOk="0">
                  <a:moveTo>
                    <a:pt x="35267" y="1963"/>
                  </a:moveTo>
                  <a:cubicBezTo>
                    <a:pt x="35411" y="1963"/>
                    <a:pt x="35575" y="1983"/>
                    <a:pt x="35791" y="2033"/>
                  </a:cubicBezTo>
                  <a:cubicBezTo>
                    <a:pt x="35606" y="2008"/>
                    <a:pt x="35431" y="1996"/>
                    <a:pt x="35255" y="1996"/>
                  </a:cubicBezTo>
                  <a:cubicBezTo>
                    <a:pt x="35103" y="1996"/>
                    <a:pt x="34951" y="2005"/>
                    <a:pt x="34791" y="2021"/>
                  </a:cubicBezTo>
                  <a:cubicBezTo>
                    <a:pt x="34886" y="1997"/>
                    <a:pt x="34981" y="1974"/>
                    <a:pt x="35088" y="1974"/>
                  </a:cubicBezTo>
                  <a:cubicBezTo>
                    <a:pt x="35146" y="1966"/>
                    <a:pt x="35205" y="1963"/>
                    <a:pt x="35267" y="1963"/>
                  </a:cubicBezTo>
                  <a:close/>
                  <a:moveTo>
                    <a:pt x="20348" y="1628"/>
                  </a:moveTo>
                  <a:cubicBezTo>
                    <a:pt x="19622" y="1771"/>
                    <a:pt x="18884" y="1938"/>
                    <a:pt x="18181" y="2117"/>
                  </a:cubicBezTo>
                  <a:cubicBezTo>
                    <a:pt x="18884" y="1926"/>
                    <a:pt x="19610" y="1759"/>
                    <a:pt x="20348" y="1628"/>
                  </a:cubicBezTo>
                  <a:close/>
                  <a:moveTo>
                    <a:pt x="42875" y="4486"/>
                  </a:moveTo>
                  <a:lnTo>
                    <a:pt x="42875" y="4486"/>
                  </a:lnTo>
                  <a:cubicBezTo>
                    <a:pt x="43030" y="4593"/>
                    <a:pt x="43173" y="4712"/>
                    <a:pt x="43280" y="4855"/>
                  </a:cubicBezTo>
                  <a:cubicBezTo>
                    <a:pt x="43065" y="4676"/>
                    <a:pt x="43054" y="4629"/>
                    <a:pt x="42875" y="4486"/>
                  </a:cubicBezTo>
                  <a:close/>
                  <a:moveTo>
                    <a:pt x="15872" y="4236"/>
                  </a:moveTo>
                  <a:cubicBezTo>
                    <a:pt x="15860" y="4283"/>
                    <a:pt x="15872" y="4331"/>
                    <a:pt x="15895" y="4379"/>
                  </a:cubicBezTo>
                  <a:cubicBezTo>
                    <a:pt x="16055" y="4720"/>
                    <a:pt x="16185" y="4819"/>
                    <a:pt x="16320" y="4819"/>
                  </a:cubicBezTo>
                  <a:cubicBezTo>
                    <a:pt x="16507" y="4819"/>
                    <a:pt x="16705" y="4632"/>
                    <a:pt x="17007" y="4632"/>
                  </a:cubicBezTo>
                  <a:cubicBezTo>
                    <a:pt x="17075" y="4632"/>
                    <a:pt x="17149" y="4641"/>
                    <a:pt x="17229" y="4664"/>
                  </a:cubicBezTo>
                  <a:cubicBezTo>
                    <a:pt x="17372" y="4712"/>
                    <a:pt x="17419" y="4843"/>
                    <a:pt x="17515" y="4986"/>
                  </a:cubicBezTo>
                  <a:cubicBezTo>
                    <a:pt x="16748" y="4865"/>
                    <a:pt x="15969" y="4778"/>
                    <a:pt x="15177" y="4778"/>
                  </a:cubicBezTo>
                  <a:cubicBezTo>
                    <a:pt x="14640" y="4778"/>
                    <a:pt x="14098" y="4818"/>
                    <a:pt x="13550" y="4915"/>
                  </a:cubicBezTo>
                  <a:cubicBezTo>
                    <a:pt x="13193" y="4974"/>
                    <a:pt x="12943" y="5081"/>
                    <a:pt x="12597" y="5176"/>
                  </a:cubicBezTo>
                  <a:cubicBezTo>
                    <a:pt x="12323" y="5248"/>
                    <a:pt x="12026" y="5260"/>
                    <a:pt x="11728" y="5284"/>
                  </a:cubicBezTo>
                  <a:cubicBezTo>
                    <a:pt x="11835" y="5272"/>
                    <a:pt x="11931" y="5260"/>
                    <a:pt x="12038" y="5236"/>
                  </a:cubicBezTo>
                  <a:cubicBezTo>
                    <a:pt x="13205" y="4986"/>
                    <a:pt x="14395" y="4700"/>
                    <a:pt x="15514" y="4343"/>
                  </a:cubicBezTo>
                  <a:cubicBezTo>
                    <a:pt x="15550" y="4343"/>
                    <a:pt x="15693" y="4295"/>
                    <a:pt x="15872" y="4236"/>
                  </a:cubicBezTo>
                  <a:close/>
                  <a:moveTo>
                    <a:pt x="14645" y="6069"/>
                  </a:moveTo>
                  <a:cubicBezTo>
                    <a:pt x="14752" y="6069"/>
                    <a:pt x="14860" y="6081"/>
                    <a:pt x="14967" y="6081"/>
                  </a:cubicBezTo>
                  <a:cubicBezTo>
                    <a:pt x="15050" y="6093"/>
                    <a:pt x="15121" y="6105"/>
                    <a:pt x="15205" y="6117"/>
                  </a:cubicBezTo>
                  <a:cubicBezTo>
                    <a:pt x="15324" y="6141"/>
                    <a:pt x="15348" y="6153"/>
                    <a:pt x="15276" y="6153"/>
                  </a:cubicBezTo>
                  <a:cubicBezTo>
                    <a:pt x="15169" y="6308"/>
                    <a:pt x="14740" y="6450"/>
                    <a:pt x="14550" y="6522"/>
                  </a:cubicBezTo>
                  <a:cubicBezTo>
                    <a:pt x="14401" y="6583"/>
                    <a:pt x="14141" y="6709"/>
                    <a:pt x="13930" y="6709"/>
                  </a:cubicBezTo>
                  <a:cubicBezTo>
                    <a:pt x="13854" y="6709"/>
                    <a:pt x="13785" y="6693"/>
                    <a:pt x="13728" y="6653"/>
                  </a:cubicBezTo>
                  <a:cubicBezTo>
                    <a:pt x="13312" y="6355"/>
                    <a:pt x="13597" y="6248"/>
                    <a:pt x="13788" y="6188"/>
                  </a:cubicBezTo>
                  <a:cubicBezTo>
                    <a:pt x="14062" y="6093"/>
                    <a:pt x="14359" y="6069"/>
                    <a:pt x="14645" y="6069"/>
                  </a:cubicBezTo>
                  <a:close/>
                  <a:moveTo>
                    <a:pt x="17995" y="7090"/>
                  </a:moveTo>
                  <a:cubicBezTo>
                    <a:pt x="18097" y="7090"/>
                    <a:pt x="18200" y="7099"/>
                    <a:pt x="18300" y="7117"/>
                  </a:cubicBezTo>
                  <a:cubicBezTo>
                    <a:pt x="18396" y="7141"/>
                    <a:pt x="18539" y="7153"/>
                    <a:pt x="18550" y="7272"/>
                  </a:cubicBezTo>
                  <a:cubicBezTo>
                    <a:pt x="18550" y="7367"/>
                    <a:pt x="18241" y="7546"/>
                    <a:pt x="18181" y="7570"/>
                  </a:cubicBezTo>
                  <a:cubicBezTo>
                    <a:pt x="17999" y="7670"/>
                    <a:pt x="17769" y="7749"/>
                    <a:pt x="17554" y="7749"/>
                  </a:cubicBezTo>
                  <a:cubicBezTo>
                    <a:pt x="17487" y="7749"/>
                    <a:pt x="17422" y="7741"/>
                    <a:pt x="17360" y="7724"/>
                  </a:cubicBezTo>
                  <a:cubicBezTo>
                    <a:pt x="17193" y="7689"/>
                    <a:pt x="16979" y="7582"/>
                    <a:pt x="17074" y="7403"/>
                  </a:cubicBezTo>
                  <a:cubicBezTo>
                    <a:pt x="17110" y="7331"/>
                    <a:pt x="17241" y="7284"/>
                    <a:pt x="17312" y="7248"/>
                  </a:cubicBezTo>
                  <a:cubicBezTo>
                    <a:pt x="17520" y="7140"/>
                    <a:pt x="17757" y="7090"/>
                    <a:pt x="17995" y="7090"/>
                  </a:cubicBezTo>
                  <a:close/>
                  <a:moveTo>
                    <a:pt x="54186" y="7879"/>
                  </a:moveTo>
                  <a:cubicBezTo>
                    <a:pt x="54186" y="7915"/>
                    <a:pt x="54186" y="7963"/>
                    <a:pt x="54186" y="8010"/>
                  </a:cubicBezTo>
                  <a:cubicBezTo>
                    <a:pt x="54186" y="8010"/>
                    <a:pt x="54174" y="7998"/>
                    <a:pt x="54174" y="7998"/>
                  </a:cubicBezTo>
                  <a:cubicBezTo>
                    <a:pt x="54162" y="7974"/>
                    <a:pt x="54150" y="7951"/>
                    <a:pt x="54138" y="7927"/>
                  </a:cubicBezTo>
                  <a:cubicBezTo>
                    <a:pt x="54162" y="7915"/>
                    <a:pt x="54174" y="7903"/>
                    <a:pt x="54186" y="7879"/>
                  </a:cubicBezTo>
                  <a:close/>
                  <a:moveTo>
                    <a:pt x="14696" y="8031"/>
                  </a:moveTo>
                  <a:cubicBezTo>
                    <a:pt x="14788" y="8031"/>
                    <a:pt x="14907" y="8057"/>
                    <a:pt x="14967" y="8117"/>
                  </a:cubicBezTo>
                  <a:cubicBezTo>
                    <a:pt x="15145" y="8272"/>
                    <a:pt x="14883" y="8415"/>
                    <a:pt x="14729" y="8439"/>
                  </a:cubicBezTo>
                  <a:cubicBezTo>
                    <a:pt x="14586" y="8427"/>
                    <a:pt x="14300" y="8332"/>
                    <a:pt x="14407" y="8153"/>
                  </a:cubicBezTo>
                  <a:cubicBezTo>
                    <a:pt x="14455" y="8082"/>
                    <a:pt x="14562" y="8046"/>
                    <a:pt x="14645" y="8034"/>
                  </a:cubicBezTo>
                  <a:cubicBezTo>
                    <a:pt x="14661" y="8032"/>
                    <a:pt x="14678" y="8031"/>
                    <a:pt x="14696" y="8031"/>
                  </a:cubicBezTo>
                  <a:close/>
                  <a:moveTo>
                    <a:pt x="21338" y="11827"/>
                  </a:moveTo>
                  <a:cubicBezTo>
                    <a:pt x="21591" y="11827"/>
                    <a:pt x="21895" y="12320"/>
                    <a:pt x="21956" y="12570"/>
                  </a:cubicBezTo>
                  <a:cubicBezTo>
                    <a:pt x="21979" y="12665"/>
                    <a:pt x="22015" y="12773"/>
                    <a:pt x="21991" y="12868"/>
                  </a:cubicBezTo>
                  <a:cubicBezTo>
                    <a:pt x="21961" y="12983"/>
                    <a:pt x="21890" y="13021"/>
                    <a:pt x="21806" y="13021"/>
                  </a:cubicBezTo>
                  <a:cubicBezTo>
                    <a:pt x="21726" y="13021"/>
                    <a:pt x="21632" y="12986"/>
                    <a:pt x="21551" y="12951"/>
                  </a:cubicBezTo>
                  <a:cubicBezTo>
                    <a:pt x="21229" y="12796"/>
                    <a:pt x="20991" y="12451"/>
                    <a:pt x="21086" y="12082"/>
                  </a:cubicBezTo>
                  <a:cubicBezTo>
                    <a:pt x="21152" y="11898"/>
                    <a:pt x="21241" y="11827"/>
                    <a:pt x="21338" y="11827"/>
                  </a:cubicBezTo>
                  <a:close/>
                  <a:moveTo>
                    <a:pt x="32862" y="12892"/>
                  </a:moveTo>
                  <a:lnTo>
                    <a:pt x="32862" y="12892"/>
                  </a:lnTo>
                  <a:cubicBezTo>
                    <a:pt x="32921" y="12963"/>
                    <a:pt x="32981" y="13023"/>
                    <a:pt x="33028" y="13082"/>
                  </a:cubicBezTo>
                  <a:cubicBezTo>
                    <a:pt x="33005" y="13070"/>
                    <a:pt x="32981" y="13058"/>
                    <a:pt x="32969" y="13046"/>
                  </a:cubicBezTo>
                  <a:cubicBezTo>
                    <a:pt x="32921" y="12999"/>
                    <a:pt x="32897" y="12963"/>
                    <a:pt x="32862" y="12892"/>
                  </a:cubicBezTo>
                  <a:close/>
                  <a:moveTo>
                    <a:pt x="28815" y="15080"/>
                  </a:moveTo>
                  <a:cubicBezTo>
                    <a:pt x="28943" y="15080"/>
                    <a:pt x="29073" y="15092"/>
                    <a:pt x="29207" y="15118"/>
                  </a:cubicBezTo>
                  <a:cubicBezTo>
                    <a:pt x="29659" y="15202"/>
                    <a:pt x="31469" y="15844"/>
                    <a:pt x="30135" y="16142"/>
                  </a:cubicBezTo>
                  <a:cubicBezTo>
                    <a:pt x="30077" y="16156"/>
                    <a:pt x="30013" y="16161"/>
                    <a:pt x="29945" y="16161"/>
                  </a:cubicBezTo>
                  <a:cubicBezTo>
                    <a:pt x="29668" y="16161"/>
                    <a:pt x="29331" y="16070"/>
                    <a:pt x="29066" y="16070"/>
                  </a:cubicBezTo>
                  <a:cubicBezTo>
                    <a:pt x="29053" y="16070"/>
                    <a:pt x="29040" y="16070"/>
                    <a:pt x="29028" y="16071"/>
                  </a:cubicBezTo>
                  <a:cubicBezTo>
                    <a:pt x="28103" y="16105"/>
                    <a:pt x="27188" y="16299"/>
                    <a:pt x="26274" y="16299"/>
                  </a:cubicBezTo>
                  <a:cubicBezTo>
                    <a:pt x="26224" y="16299"/>
                    <a:pt x="26173" y="16298"/>
                    <a:pt x="26123" y="16297"/>
                  </a:cubicBezTo>
                  <a:cubicBezTo>
                    <a:pt x="25985" y="16297"/>
                    <a:pt x="25769" y="16307"/>
                    <a:pt x="25577" y="16307"/>
                  </a:cubicBezTo>
                  <a:cubicBezTo>
                    <a:pt x="25208" y="16307"/>
                    <a:pt x="24931" y="16270"/>
                    <a:pt x="25480" y="16059"/>
                  </a:cubicBezTo>
                  <a:cubicBezTo>
                    <a:pt x="25873" y="15916"/>
                    <a:pt x="26290" y="15785"/>
                    <a:pt x="26694" y="15678"/>
                  </a:cubicBezTo>
                  <a:cubicBezTo>
                    <a:pt x="27424" y="15465"/>
                    <a:pt x="28084" y="15080"/>
                    <a:pt x="28815" y="15080"/>
                  </a:cubicBezTo>
                  <a:close/>
                  <a:moveTo>
                    <a:pt x="31750" y="18591"/>
                  </a:moveTo>
                  <a:lnTo>
                    <a:pt x="31750" y="18591"/>
                  </a:lnTo>
                  <a:cubicBezTo>
                    <a:pt x="31751" y="18592"/>
                    <a:pt x="31753" y="18593"/>
                    <a:pt x="31754" y="18595"/>
                  </a:cubicBezTo>
                  <a:cubicBezTo>
                    <a:pt x="31753" y="18594"/>
                    <a:pt x="31751" y="18592"/>
                    <a:pt x="31750" y="18591"/>
                  </a:cubicBezTo>
                  <a:close/>
                  <a:moveTo>
                    <a:pt x="37403" y="18124"/>
                  </a:moveTo>
                  <a:cubicBezTo>
                    <a:pt x="37414" y="18124"/>
                    <a:pt x="37424" y="18126"/>
                    <a:pt x="37434" y="18130"/>
                  </a:cubicBezTo>
                  <a:cubicBezTo>
                    <a:pt x="37529" y="18178"/>
                    <a:pt x="37529" y="18476"/>
                    <a:pt x="37481" y="18547"/>
                  </a:cubicBezTo>
                  <a:cubicBezTo>
                    <a:pt x="37420" y="18670"/>
                    <a:pt x="37303" y="18704"/>
                    <a:pt x="37174" y="18704"/>
                  </a:cubicBezTo>
                  <a:cubicBezTo>
                    <a:pt x="37027" y="18704"/>
                    <a:pt x="36863" y="18661"/>
                    <a:pt x="36743" y="18654"/>
                  </a:cubicBezTo>
                  <a:cubicBezTo>
                    <a:pt x="36720" y="18654"/>
                    <a:pt x="36697" y="18653"/>
                    <a:pt x="36674" y="18653"/>
                  </a:cubicBezTo>
                  <a:cubicBezTo>
                    <a:pt x="36448" y="18653"/>
                    <a:pt x="36229" y="18685"/>
                    <a:pt x="36010" y="18685"/>
                  </a:cubicBezTo>
                  <a:cubicBezTo>
                    <a:pt x="35886" y="18685"/>
                    <a:pt x="35762" y="18675"/>
                    <a:pt x="35636" y="18642"/>
                  </a:cubicBezTo>
                  <a:cubicBezTo>
                    <a:pt x="35564" y="18619"/>
                    <a:pt x="35505" y="18595"/>
                    <a:pt x="35445" y="18571"/>
                  </a:cubicBezTo>
                  <a:cubicBezTo>
                    <a:pt x="35648" y="18547"/>
                    <a:pt x="35862" y="18523"/>
                    <a:pt x="36065" y="18500"/>
                  </a:cubicBezTo>
                  <a:cubicBezTo>
                    <a:pt x="36457" y="18416"/>
                    <a:pt x="36874" y="18190"/>
                    <a:pt x="37267" y="18154"/>
                  </a:cubicBezTo>
                  <a:cubicBezTo>
                    <a:pt x="37305" y="18154"/>
                    <a:pt x="37359" y="18124"/>
                    <a:pt x="37403" y="18124"/>
                  </a:cubicBezTo>
                  <a:close/>
                  <a:moveTo>
                    <a:pt x="33379" y="16848"/>
                  </a:moveTo>
                  <a:cubicBezTo>
                    <a:pt x="33609" y="16848"/>
                    <a:pt x="33780" y="16998"/>
                    <a:pt x="33886" y="17297"/>
                  </a:cubicBezTo>
                  <a:cubicBezTo>
                    <a:pt x="34347" y="17615"/>
                    <a:pt x="34429" y="17774"/>
                    <a:pt x="34116" y="17774"/>
                  </a:cubicBezTo>
                  <a:cubicBezTo>
                    <a:pt x="34065" y="17774"/>
                    <a:pt x="34004" y="17770"/>
                    <a:pt x="33933" y="17761"/>
                  </a:cubicBezTo>
                  <a:cubicBezTo>
                    <a:pt x="33850" y="17821"/>
                    <a:pt x="33695" y="17797"/>
                    <a:pt x="33612" y="17845"/>
                  </a:cubicBezTo>
                  <a:cubicBezTo>
                    <a:pt x="33350" y="17988"/>
                    <a:pt x="33326" y="18107"/>
                    <a:pt x="33195" y="18369"/>
                  </a:cubicBezTo>
                  <a:cubicBezTo>
                    <a:pt x="33004" y="18735"/>
                    <a:pt x="32924" y="18861"/>
                    <a:pt x="32878" y="18861"/>
                  </a:cubicBezTo>
                  <a:cubicBezTo>
                    <a:pt x="32782" y="18861"/>
                    <a:pt x="32843" y="18290"/>
                    <a:pt x="32350" y="18226"/>
                  </a:cubicBezTo>
                  <a:cubicBezTo>
                    <a:pt x="32350" y="18226"/>
                    <a:pt x="31730" y="18436"/>
                    <a:pt x="31736" y="18562"/>
                  </a:cubicBezTo>
                  <a:lnTo>
                    <a:pt x="31736" y="18562"/>
                  </a:lnTo>
                  <a:cubicBezTo>
                    <a:pt x="31694" y="18404"/>
                    <a:pt x="31865" y="17804"/>
                    <a:pt x="31778" y="17630"/>
                  </a:cubicBezTo>
                  <a:cubicBezTo>
                    <a:pt x="31631" y="17305"/>
                    <a:pt x="31226" y="17183"/>
                    <a:pt x="30847" y="17183"/>
                  </a:cubicBezTo>
                  <a:cubicBezTo>
                    <a:pt x="30795" y="17183"/>
                    <a:pt x="30744" y="17186"/>
                    <a:pt x="30695" y="17190"/>
                  </a:cubicBezTo>
                  <a:cubicBezTo>
                    <a:pt x="31493" y="17071"/>
                    <a:pt x="32302" y="16987"/>
                    <a:pt x="33112" y="16904"/>
                  </a:cubicBezTo>
                  <a:cubicBezTo>
                    <a:pt x="33208" y="16867"/>
                    <a:pt x="33297" y="16848"/>
                    <a:pt x="33379" y="16848"/>
                  </a:cubicBezTo>
                  <a:close/>
                  <a:moveTo>
                    <a:pt x="30457" y="17214"/>
                  </a:moveTo>
                  <a:cubicBezTo>
                    <a:pt x="30421" y="17226"/>
                    <a:pt x="30385" y="17237"/>
                    <a:pt x="30350" y="17249"/>
                  </a:cubicBezTo>
                  <a:cubicBezTo>
                    <a:pt x="29849" y="17392"/>
                    <a:pt x="29302" y="18011"/>
                    <a:pt x="29242" y="18535"/>
                  </a:cubicBezTo>
                  <a:cubicBezTo>
                    <a:pt x="29195" y="19000"/>
                    <a:pt x="29457" y="19011"/>
                    <a:pt x="29528" y="19381"/>
                  </a:cubicBezTo>
                  <a:cubicBezTo>
                    <a:pt x="29599" y="19726"/>
                    <a:pt x="29814" y="19476"/>
                    <a:pt x="29361" y="19845"/>
                  </a:cubicBezTo>
                  <a:cubicBezTo>
                    <a:pt x="29254" y="19916"/>
                    <a:pt x="29159" y="20000"/>
                    <a:pt x="29064" y="20071"/>
                  </a:cubicBezTo>
                  <a:cubicBezTo>
                    <a:pt x="28768" y="19740"/>
                    <a:pt x="28461" y="19410"/>
                    <a:pt x="28154" y="19079"/>
                  </a:cubicBezTo>
                  <a:lnTo>
                    <a:pt x="28154" y="19079"/>
                  </a:lnTo>
                  <a:cubicBezTo>
                    <a:pt x="28203" y="19039"/>
                    <a:pt x="28375" y="17640"/>
                    <a:pt x="28351" y="17640"/>
                  </a:cubicBezTo>
                  <a:lnTo>
                    <a:pt x="28351" y="17640"/>
                  </a:lnTo>
                  <a:cubicBezTo>
                    <a:pt x="28351" y="17640"/>
                    <a:pt x="28351" y="17640"/>
                    <a:pt x="28350" y="17641"/>
                  </a:cubicBezTo>
                  <a:lnTo>
                    <a:pt x="28350" y="17641"/>
                  </a:lnTo>
                  <a:cubicBezTo>
                    <a:pt x="28532" y="17345"/>
                    <a:pt x="29636" y="17345"/>
                    <a:pt x="29921" y="17297"/>
                  </a:cubicBezTo>
                  <a:cubicBezTo>
                    <a:pt x="30100" y="17261"/>
                    <a:pt x="30278" y="17249"/>
                    <a:pt x="30457" y="17214"/>
                  </a:cubicBezTo>
                  <a:close/>
                  <a:moveTo>
                    <a:pt x="35826" y="19535"/>
                  </a:moveTo>
                  <a:cubicBezTo>
                    <a:pt x="35600" y="19773"/>
                    <a:pt x="35064" y="20000"/>
                    <a:pt x="34874" y="20095"/>
                  </a:cubicBezTo>
                  <a:cubicBezTo>
                    <a:pt x="34421" y="20297"/>
                    <a:pt x="33933" y="20428"/>
                    <a:pt x="33445" y="20524"/>
                  </a:cubicBezTo>
                  <a:cubicBezTo>
                    <a:pt x="33153" y="20574"/>
                    <a:pt x="32853" y="20624"/>
                    <a:pt x="32551" y="20624"/>
                  </a:cubicBezTo>
                  <a:cubicBezTo>
                    <a:pt x="32496" y="20624"/>
                    <a:pt x="32441" y="20623"/>
                    <a:pt x="32386" y="20619"/>
                  </a:cubicBezTo>
                  <a:cubicBezTo>
                    <a:pt x="31862" y="20571"/>
                    <a:pt x="31624" y="20250"/>
                    <a:pt x="32386" y="20107"/>
                  </a:cubicBezTo>
                  <a:cubicBezTo>
                    <a:pt x="32647" y="20047"/>
                    <a:pt x="32897" y="20059"/>
                    <a:pt x="33159" y="19964"/>
                  </a:cubicBezTo>
                  <a:cubicBezTo>
                    <a:pt x="33481" y="19845"/>
                    <a:pt x="33719" y="19654"/>
                    <a:pt x="34076" y="19619"/>
                  </a:cubicBezTo>
                  <a:cubicBezTo>
                    <a:pt x="34150" y="19614"/>
                    <a:pt x="34224" y="19612"/>
                    <a:pt x="34300" y="19612"/>
                  </a:cubicBezTo>
                  <a:cubicBezTo>
                    <a:pt x="34551" y="19612"/>
                    <a:pt x="34814" y="19633"/>
                    <a:pt x="35068" y="19633"/>
                  </a:cubicBezTo>
                  <a:cubicBezTo>
                    <a:pt x="35111" y="19633"/>
                    <a:pt x="35153" y="19632"/>
                    <a:pt x="35195" y="19631"/>
                  </a:cubicBezTo>
                  <a:cubicBezTo>
                    <a:pt x="35267" y="19619"/>
                    <a:pt x="35612" y="19559"/>
                    <a:pt x="35826" y="19535"/>
                  </a:cubicBezTo>
                  <a:close/>
                  <a:moveTo>
                    <a:pt x="3465" y="30465"/>
                  </a:moveTo>
                  <a:cubicBezTo>
                    <a:pt x="3477" y="30465"/>
                    <a:pt x="3477" y="30477"/>
                    <a:pt x="3477" y="30477"/>
                  </a:cubicBezTo>
                  <a:cubicBezTo>
                    <a:pt x="3489" y="30489"/>
                    <a:pt x="3489" y="30501"/>
                    <a:pt x="3489" y="30513"/>
                  </a:cubicBezTo>
                  <a:cubicBezTo>
                    <a:pt x="3489" y="30501"/>
                    <a:pt x="3477" y="30477"/>
                    <a:pt x="3465" y="30465"/>
                  </a:cubicBezTo>
                  <a:close/>
                  <a:moveTo>
                    <a:pt x="3489" y="31037"/>
                  </a:moveTo>
                  <a:cubicBezTo>
                    <a:pt x="3489" y="31180"/>
                    <a:pt x="3501" y="31215"/>
                    <a:pt x="3465" y="31299"/>
                  </a:cubicBezTo>
                  <a:cubicBezTo>
                    <a:pt x="3453" y="31323"/>
                    <a:pt x="3441" y="31358"/>
                    <a:pt x="3418" y="31394"/>
                  </a:cubicBezTo>
                  <a:cubicBezTo>
                    <a:pt x="3441" y="31263"/>
                    <a:pt x="3465" y="31144"/>
                    <a:pt x="3489" y="31037"/>
                  </a:cubicBezTo>
                  <a:close/>
                  <a:moveTo>
                    <a:pt x="19384" y="42298"/>
                  </a:moveTo>
                  <a:cubicBezTo>
                    <a:pt x="19474" y="42298"/>
                    <a:pt x="19564" y="42316"/>
                    <a:pt x="19658" y="42360"/>
                  </a:cubicBezTo>
                  <a:cubicBezTo>
                    <a:pt x="19717" y="42383"/>
                    <a:pt x="19753" y="42419"/>
                    <a:pt x="19789" y="42455"/>
                  </a:cubicBezTo>
                  <a:cubicBezTo>
                    <a:pt x="19598" y="42383"/>
                    <a:pt x="19384" y="42348"/>
                    <a:pt x="19134" y="42336"/>
                  </a:cubicBezTo>
                  <a:cubicBezTo>
                    <a:pt x="19219" y="42313"/>
                    <a:pt x="19302" y="42298"/>
                    <a:pt x="19384" y="42298"/>
                  </a:cubicBezTo>
                  <a:close/>
                  <a:moveTo>
                    <a:pt x="42934" y="47241"/>
                  </a:moveTo>
                  <a:cubicBezTo>
                    <a:pt x="42911" y="47253"/>
                    <a:pt x="42875" y="47265"/>
                    <a:pt x="42839" y="47289"/>
                  </a:cubicBezTo>
                  <a:cubicBezTo>
                    <a:pt x="42744" y="47336"/>
                    <a:pt x="42482" y="47467"/>
                    <a:pt x="42137" y="47551"/>
                  </a:cubicBezTo>
                  <a:cubicBezTo>
                    <a:pt x="42399" y="47420"/>
                    <a:pt x="42673" y="47313"/>
                    <a:pt x="42934" y="47241"/>
                  </a:cubicBezTo>
                  <a:close/>
                  <a:moveTo>
                    <a:pt x="35148" y="61493"/>
                  </a:moveTo>
                  <a:lnTo>
                    <a:pt x="35148" y="61493"/>
                  </a:lnTo>
                  <a:cubicBezTo>
                    <a:pt x="35183" y="61541"/>
                    <a:pt x="35219" y="61576"/>
                    <a:pt x="35243" y="61636"/>
                  </a:cubicBezTo>
                  <a:cubicBezTo>
                    <a:pt x="35243" y="61660"/>
                    <a:pt x="35243" y="61683"/>
                    <a:pt x="35255" y="61707"/>
                  </a:cubicBezTo>
                  <a:cubicBezTo>
                    <a:pt x="35219" y="61648"/>
                    <a:pt x="35195" y="61588"/>
                    <a:pt x="35148" y="61493"/>
                  </a:cubicBezTo>
                  <a:close/>
                  <a:moveTo>
                    <a:pt x="38381" y="72400"/>
                  </a:moveTo>
                  <a:cubicBezTo>
                    <a:pt x="38412" y="72400"/>
                    <a:pt x="38465" y="72406"/>
                    <a:pt x="38529" y="72411"/>
                  </a:cubicBezTo>
                  <a:cubicBezTo>
                    <a:pt x="38493" y="72435"/>
                    <a:pt x="38470" y="72459"/>
                    <a:pt x="38458" y="72482"/>
                  </a:cubicBezTo>
                  <a:cubicBezTo>
                    <a:pt x="38340" y="72416"/>
                    <a:pt x="38331" y="72400"/>
                    <a:pt x="38381" y="72400"/>
                  </a:cubicBezTo>
                  <a:close/>
                  <a:moveTo>
                    <a:pt x="44887" y="81079"/>
                  </a:moveTo>
                  <a:lnTo>
                    <a:pt x="44887" y="81079"/>
                  </a:lnTo>
                  <a:cubicBezTo>
                    <a:pt x="44851" y="81305"/>
                    <a:pt x="44804" y="81495"/>
                    <a:pt x="44732" y="81650"/>
                  </a:cubicBezTo>
                  <a:cubicBezTo>
                    <a:pt x="44649" y="81888"/>
                    <a:pt x="44506" y="82186"/>
                    <a:pt x="44327" y="82507"/>
                  </a:cubicBezTo>
                  <a:cubicBezTo>
                    <a:pt x="44554" y="82019"/>
                    <a:pt x="44744" y="81555"/>
                    <a:pt x="44887" y="81079"/>
                  </a:cubicBezTo>
                  <a:close/>
                  <a:moveTo>
                    <a:pt x="33517" y="1"/>
                  </a:moveTo>
                  <a:cubicBezTo>
                    <a:pt x="29804" y="1"/>
                    <a:pt x="26111" y="398"/>
                    <a:pt x="22444" y="1033"/>
                  </a:cubicBezTo>
                  <a:cubicBezTo>
                    <a:pt x="20420" y="1390"/>
                    <a:pt x="18372" y="1783"/>
                    <a:pt x="16407" y="2426"/>
                  </a:cubicBezTo>
                  <a:cubicBezTo>
                    <a:pt x="14693" y="2986"/>
                    <a:pt x="13562" y="4236"/>
                    <a:pt x="11931" y="4867"/>
                  </a:cubicBezTo>
                  <a:cubicBezTo>
                    <a:pt x="11728" y="4903"/>
                    <a:pt x="11454" y="4879"/>
                    <a:pt x="11264" y="4950"/>
                  </a:cubicBezTo>
                  <a:cubicBezTo>
                    <a:pt x="11109" y="5010"/>
                    <a:pt x="11061" y="5284"/>
                    <a:pt x="11264" y="5307"/>
                  </a:cubicBezTo>
                  <a:cubicBezTo>
                    <a:pt x="11002" y="5331"/>
                    <a:pt x="10752" y="5343"/>
                    <a:pt x="10538" y="5403"/>
                  </a:cubicBezTo>
                  <a:cubicBezTo>
                    <a:pt x="10049" y="5546"/>
                    <a:pt x="9668" y="5831"/>
                    <a:pt x="9216" y="6069"/>
                  </a:cubicBezTo>
                  <a:cubicBezTo>
                    <a:pt x="7001" y="7248"/>
                    <a:pt x="4977" y="8153"/>
                    <a:pt x="3049" y="9760"/>
                  </a:cubicBezTo>
                  <a:cubicBezTo>
                    <a:pt x="2965" y="9832"/>
                    <a:pt x="2977" y="9963"/>
                    <a:pt x="3049" y="10034"/>
                  </a:cubicBezTo>
                  <a:cubicBezTo>
                    <a:pt x="3370" y="10379"/>
                    <a:pt x="3799" y="10153"/>
                    <a:pt x="4096" y="10475"/>
                  </a:cubicBezTo>
                  <a:cubicBezTo>
                    <a:pt x="4811" y="11237"/>
                    <a:pt x="4180" y="11999"/>
                    <a:pt x="3989" y="12844"/>
                  </a:cubicBezTo>
                  <a:cubicBezTo>
                    <a:pt x="3775" y="13749"/>
                    <a:pt x="3965" y="14249"/>
                    <a:pt x="2929" y="14725"/>
                  </a:cubicBezTo>
                  <a:cubicBezTo>
                    <a:pt x="2858" y="14761"/>
                    <a:pt x="2810" y="14868"/>
                    <a:pt x="2834" y="14940"/>
                  </a:cubicBezTo>
                  <a:cubicBezTo>
                    <a:pt x="3013" y="15428"/>
                    <a:pt x="3513" y="15928"/>
                    <a:pt x="4013" y="15987"/>
                  </a:cubicBezTo>
                  <a:lnTo>
                    <a:pt x="4001" y="15987"/>
                  </a:lnTo>
                  <a:cubicBezTo>
                    <a:pt x="3775" y="16035"/>
                    <a:pt x="3846" y="16344"/>
                    <a:pt x="4049" y="16356"/>
                  </a:cubicBezTo>
                  <a:cubicBezTo>
                    <a:pt x="4501" y="16404"/>
                    <a:pt x="3775" y="16571"/>
                    <a:pt x="3430" y="16892"/>
                  </a:cubicBezTo>
                  <a:cubicBezTo>
                    <a:pt x="2989" y="17285"/>
                    <a:pt x="2584" y="17845"/>
                    <a:pt x="2275" y="18357"/>
                  </a:cubicBezTo>
                  <a:cubicBezTo>
                    <a:pt x="1751" y="19226"/>
                    <a:pt x="917" y="20297"/>
                    <a:pt x="489" y="21238"/>
                  </a:cubicBezTo>
                  <a:cubicBezTo>
                    <a:pt x="1" y="22286"/>
                    <a:pt x="120" y="22833"/>
                    <a:pt x="322" y="23964"/>
                  </a:cubicBezTo>
                  <a:cubicBezTo>
                    <a:pt x="620" y="25655"/>
                    <a:pt x="1870" y="26929"/>
                    <a:pt x="2191" y="28548"/>
                  </a:cubicBezTo>
                  <a:cubicBezTo>
                    <a:pt x="2334" y="29263"/>
                    <a:pt x="2251" y="29668"/>
                    <a:pt x="2525" y="30310"/>
                  </a:cubicBezTo>
                  <a:cubicBezTo>
                    <a:pt x="2584" y="30465"/>
                    <a:pt x="2929" y="30334"/>
                    <a:pt x="3037" y="30561"/>
                  </a:cubicBezTo>
                  <a:cubicBezTo>
                    <a:pt x="3251" y="31001"/>
                    <a:pt x="3084" y="31370"/>
                    <a:pt x="2620" y="31751"/>
                  </a:cubicBezTo>
                  <a:cubicBezTo>
                    <a:pt x="2537" y="31823"/>
                    <a:pt x="2548" y="31954"/>
                    <a:pt x="2620" y="32013"/>
                  </a:cubicBezTo>
                  <a:cubicBezTo>
                    <a:pt x="2918" y="32335"/>
                    <a:pt x="3501" y="32549"/>
                    <a:pt x="3739" y="32835"/>
                  </a:cubicBezTo>
                  <a:cubicBezTo>
                    <a:pt x="4275" y="33478"/>
                    <a:pt x="4001" y="33799"/>
                    <a:pt x="4001" y="34478"/>
                  </a:cubicBezTo>
                  <a:cubicBezTo>
                    <a:pt x="4001" y="34537"/>
                    <a:pt x="4037" y="34609"/>
                    <a:pt x="4096" y="34632"/>
                  </a:cubicBezTo>
                  <a:cubicBezTo>
                    <a:pt x="4644" y="34954"/>
                    <a:pt x="4763" y="35692"/>
                    <a:pt x="4918" y="36252"/>
                  </a:cubicBezTo>
                  <a:cubicBezTo>
                    <a:pt x="4942" y="36311"/>
                    <a:pt x="4989" y="36359"/>
                    <a:pt x="5061" y="36383"/>
                  </a:cubicBezTo>
                  <a:cubicBezTo>
                    <a:pt x="5213" y="36422"/>
                    <a:pt x="5348" y="36442"/>
                    <a:pt x="5473" y="36442"/>
                  </a:cubicBezTo>
                  <a:cubicBezTo>
                    <a:pt x="5767" y="36442"/>
                    <a:pt x="6006" y="36331"/>
                    <a:pt x="6299" y="36097"/>
                  </a:cubicBezTo>
                  <a:cubicBezTo>
                    <a:pt x="6347" y="36049"/>
                    <a:pt x="6358" y="35966"/>
                    <a:pt x="6347" y="35906"/>
                  </a:cubicBezTo>
                  <a:cubicBezTo>
                    <a:pt x="6251" y="35537"/>
                    <a:pt x="6037" y="35240"/>
                    <a:pt x="5942" y="34871"/>
                  </a:cubicBezTo>
                  <a:cubicBezTo>
                    <a:pt x="5918" y="34811"/>
                    <a:pt x="5870" y="34752"/>
                    <a:pt x="5799" y="34740"/>
                  </a:cubicBezTo>
                  <a:cubicBezTo>
                    <a:pt x="5501" y="34668"/>
                    <a:pt x="5263" y="33918"/>
                    <a:pt x="5084" y="33287"/>
                  </a:cubicBezTo>
                  <a:cubicBezTo>
                    <a:pt x="5096" y="33263"/>
                    <a:pt x="5108" y="33228"/>
                    <a:pt x="5108" y="33192"/>
                  </a:cubicBezTo>
                  <a:cubicBezTo>
                    <a:pt x="5108" y="33144"/>
                    <a:pt x="5084" y="33097"/>
                    <a:pt x="5013" y="33013"/>
                  </a:cubicBezTo>
                  <a:cubicBezTo>
                    <a:pt x="4965" y="32811"/>
                    <a:pt x="4906" y="32632"/>
                    <a:pt x="4870" y="32513"/>
                  </a:cubicBezTo>
                  <a:cubicBezTo>
                    <a:pt x="4715" y="32096"/>
                    <a:pt x="4358" y="31334"/>
                    <a:pt x="4465" y="30930"/>
                  </a:cubicBezTo>
                  <a:cubicBezTo>
                    <a:pt x="4489" y="30858"/>
                    <a:pt x="4465" y="30787"/>
                    <a:pt x="4418" y="30739"/>
                  </a:cubicBezTo>
                  <a:cubicBezTo>
                    <a:pt x="3933" y="30272"/>
                    <a:pt x="3405" y="28617"/>
                    <a:pt x="3771" y="28617"/>
                  </a:cubicBezTo>
                  <a:cubicBezTo>
                    <a:pt x="3882" y="28617"/>
                    <a:pt x="4073" y="28766"/>
                    <a:pt x="4370" y="29144"/>
                  </a:cubicBezTo>
                  <a:cubicBezTo>
                    <a:pt x="4775" y="29656"/>
                    <a:pt x="4418" y="30275"/>
                    <a:pt x="4573" y="30715"/>
                  </a:cubicBezTo>
                  <a:cubicBezTo>
                    <a:pt x="4751" y="31192"/>
                    <a:pt x="5180" y="31942"/>
                    <a:pt x="5477" y="32263"/>
                  </a:cubicBezTo>
                  <a:cubicBezTo>
                    <a:pt x="5775" y="32596"/>
                    <a:pt x="6751" y="32704"/>
                    <a:pt x="6156" y="33168"/>
                  </a:cubicBezTo>
                  <a:cubicBezTo>
                    <a:pt x="6085" y="33228"/>
                    <a:pt x="6097" y="33335"/>
                    <a:pt x="6132" y="33406"/>
                  </a:cubicBezTo>
                  <a:cubicBezTo>
                    <a:pt x="6680" y="34442"/>
                    <a:pt x="7966" y="35061"/>
                    <a:pt x="8537" y="36240"/>
                  </a:cubicBezTo>
                  <a:cubicBezTo>
                    <a:pt x="9014" y="37204"/>
                    <a:pt x="8633" y="38288"/>
                    <a:pt x="9049" y="39157"/>
                  </a:cubicBezTo>
                  <a:cubicBezTo>
                    <a:pt x="9371" y="39788"/>
                    <a:pt x="10502" y="40562"/>
                    <a:pt x="11145" y="40907"/>
                  </a:cubicBezTo>
                  <a:cubicBezTo>
                    <a:pt x="12264" y="41526"/>
                    <a:pt x="13681" y="42181"/>
                    <a:pt x="14907" y="42633"/>
                  </a:cubicBezTo>
                  <a:cubicBezTo>
                    <a:pt x="15512" y="42862"/>
                    <a:pt x="16016" y="42935"/>
                    <a:pt x="16500" y="42935"/>
                  </a:cubicBezTo>
                  <a:cubicBezTo>
                    <a:pt x="16796" y="42935"/>
                    <a:pt x="17085" y="42908"/>
                    <a:pt x="17384" y="42872"/>
                  </a:cubicBezTo>
                  <a:lnTo>
                    <a:pt x="17467" y="42872"/>
                  </a:lnTo>
                  <a:cubicBezTo>
                    <a:pt x="17527" y="42860"/>
                    <a:pt x="17574" y="42848"/>
                    <a:pt x="17634" y="42836"/>
                  </a:cubicBezTo>
                  <a:cubicBezTo>
                    <a:pt x="17967" y="42800"/>
                    <a:pt x="18312" y="42753"/>
                    <a:pt x="18693" y="42717"/>
                  </a:cubicBezTo>
                  <a:cubicBezTo>
                    <a:pt x="18710" y="42716"/>
                    <a:pt x="18727" y="42715"/>
                    <a:pt x="18745" y="42715"/>
                  </a:cubicBezTo>
                  <a:cubicBezTo>
                    <a:pt x="19112" y="42715"/>
                    <a:pt x="19750" y="42946"/>
                    <a:pt x="20432" y="43264"/>
                  </a:cubicBezTo>
                  <a:cubicBezTo>
                    <a:pt x="20682" y="43455"/>
                    <a:pt x="20872" y="43515"/>
                    <a:pt x="21217" y="43634"/>
                  </a:cubicBezTo>
                  <a:cubicBezTo>
                    <a:pt x="22039" y="44050"/>
                    <a:pt x="22837" y="44503"/>
                    <a:pt x="23206" y="44717"/>
                  </a:cubicBezTo>
                  <a:cubicBezTo>
                    <a:pt x="23563" y="44919"/>
                    <a:pt x="23956" y="45098"/>
                    <a:pt x="24349" y="45253"/>
                  </a:cubicBezTo>
                  <a:cubicBezTo>
                    <a:pt x="24515" y="45372"/>
                    <a:pt x="24694" y="45455"/>
                    <a:pt x="24968" y="45515"/>
                  </a:cubicBezTo>
                  <a:cubicBezTo>
                    <a:pt x="25016" y="45539"/>
                    <a:pt x="25075" y="45550"/>
                    <a:pt x="25123" y="45562"/>
                  </a:cubicBezTo>
                  <a:cubicBezTo>
                    <a:pt x="26718" y="46170"/>
                    <a:pt x="28242" y="46777"/>
                    <a:pt x="28456" y="48825"/>
                  </a:cubicBezTo>
                  <a:cubicBezTo>
                    <a:pt x="28468" y="48920"/>
                    <a:pt x="28516" y="48979"/>
                    <a:pt x="28599" y="49015"/>
                  </a:cubicBezTo>
                  <a:cubicBezTo>
                    <a:pt x="29480" y="49337"/>
                    <a:pt x="29492" y="49337"/>
                    <a:pt x="30314" y="49991"/>
                  </a:cubicBezTo>
                  <a:cubicBezTo>
                    <a:pt x="30469" y="50099"/>
                    <a:pt x="30397" y="50253"/>
                    <a:pt x="30552" y="50337"/>
                  </a:cubicBezTo>
                  <a:cubicBezTo>
                    <a:pt x="31445" y="50801"/>
                    <a:pt x="32528" y="50432"/>
                    <a:pt x="33195" y="51396"/>
                  </a:cubicBezTo>
                  <a:cubicBezTo>
                    <a:pt x="33234" y="51451"/>
                    <a:pt x="33294" y="51486"/>
                    <a:pt x="33358" y="51486"/>
                  </a:cubicBezTo>
                  <a:cubicBezTo>
                    <a:pt x="33391" y="51486"/>
                    <a:pt x="33425" y="51476"/>
                    <a:pt x="33457" y="51456"/>
                  </a:cubicBezTo>
                  <a:cubicBezTo>
                    <a:pt x="33694" y="51315"/>
                    <a:pt x="33806" y="51263"/>
                    <a:pt x="33852" y="51263"/>
                  </a:cubicBezTo>
                  <a:cubicBezTo>
                    <a:pt x="33974" y="51263"/>
                    <a:pt x="33642" y="51617"/>
                    <a:pt x="33910" y="51635"/>
                  </a:cubicBezTo>
                  <a:cubicBezTo>
                    <a:pt x="34209" y="51656"/>
                    <a:pt x="34396" y="51763"/>
                    <a:pt x="34611" y="51763"/>
                  </a:cubicBezTo>
                  <a:cubicBezTo>
                    <a:pt x="34747" y="51763"/>
                    <a:pt x="34895" y="51721"/>
                    <a:pt x="35088" y="51587"/>
                  </a:cubicBezTo>
                  <a:cubicBezTo>
                    <a:pt x="35172" y="51527"/>
                    <a:pt x="35207" y="51420"/>
                    <a:pt x="35148" y="51325"/>
                  </a:cubicBezTo>
                  <a:cubicBezTo>
                    <a:pt x="34969" y="50992"/>
                    <a:pt x="34624" y="50777"/>
                    <a:pt x="34981" y="50420"/>
                  </a:cubicBezTo>
                  <a:cubicBezTo>
                    <a:pt x="35123" y="50276"/>
                    <a:pt x="35276" y="50216"/>
                    <a:pt x="35434" y="50216"/>
                  </a:cubicBezTo>
                  <a:cubicBezTo>
                    <a:pt x="36005" y="50216"/>
                    <a:pt x="36634" y="50997"/>
                    <a:pt x="36969" y="51361"/>
                  </a:cubicBezTo>
                  <a:cubicBezTo>
                    <a:pt x="37743" y="52194"/>
                    <a:pt x="37886" y="53349"/>
                    <a:pt x="37862" y="54480"/>
                  </a:cubicBezTo>
                  <a:cubicBezTo>
                    <a:pt x="37850" y="55349"/>
                    <a:pt x="37505" y="55552"/>
                    <a:pt x="37017" y="56135"/>
                  </a:cubicBezTo>
                  <a:cubicBezTo>
                    <a:pt x="36184" y="57147"/>
                    <a:pt x="33576" y="58838"/>
                    <a:pt x="33921" y="60588"/>
                  </a:cubicBezTo>
                  <a:cubicBezTo>
                    <a:pt x="33981" y="60910"/>
                    <a:pt x="34433" y="61255"/>
                    <a:pt x="34457" y="61398"/>
                  </a:cubicBezTo>
                  <a:cubicBezTo>
                    <a:pt x="34648" y="62600"/>
                    <a:pt x="33838" y="61898"/>
                    <a:pt x="33564" y="62624"/>
                  </a:cubicBezTo>
                  <a:cubicBezTo>
                    <a:pt x="33171" y="63612"/>
                    <a:pt x="33433" y="64565"/>
                    <a:pt x="34017" y="65267"/>
                  </a:cubicBezTo>
                  <a:cubicBezTo>
                    <a:pt x="34517" y="65886"/>
                    <a:pt x="35326" y="66339"/>
                    <a:pt x="35862" y="67041"/>
                  </a:cubicBezTo>
                  <a:cubicBezTo>
                    <a:pt x="36338" y="67660"/>
                    <a:pt x="36803" y="68291"/>
                    <a:pt x="37255" y="68934"/>
                  </a:cubicBezTo>
                  <a:cubicBezTo>
                    <a:pt x="37684" y="69542"/>
                    <a:pt x="38493" y="70458"/>
                    <a:pt x="38601" y="71196"/>
                  </a:cubicBezTo>
                  <a:cubicBezTo>
                    <a:pt x="38636" y="71542"/>
                    <a:pt x="38136" y="72363"/>
                    <a:pt x="38208" y="72578"/>
                  </a:cubicBezTo>
                  <a:cubicBezTo>
                    <a:pt x="38577" y="73637"/>
                    <a:pt x="40625" y="73923"/>
                    <a:pt x="41518" y="74280"/>
                  </a:cubicBezTo>
                  <a:cubicBezTo>
                    <a:pt x="42565" y="74697"/>
                    <a:pt x="44351" y="75245"/>
                    <a:pt x="44816" y="76459"/>
                  </a:cubicBezTo>
                  <a:cubicBezTo>
                    <a:pt x="45054" y="77102"/>
                    <a:pt x="44887" y="78090"/>
                    <a:pt x="44863" y="78757"/>
                  </a:cubicBezTo>
                  <a:cubicBezTo>
                    <a:pt x="44804" y="80305"/>
                    <a:pt x="44673" y="81543"/>
                    <a:pt x="43887" y="82912"/>
                  </a:cubicBezTo>
                  <a:cubicBezTo>
                    <a:pt x="43280" y="83984"/>
                    <a:pt x="42708" y="84805"/>
                    <a:pt x="42506" y="86032"/>
                  </a:cubicBezTo>
                  <a:cubicBezTo>
                    <a:pt x="42399" y="86758"/>
                    <a:pt x="42601" y="87722"/>
                    <a:pt x="42149" y="88365"/>
                  </a:cubicBezTo>
                  <a:cubicBezTo>
                    <a:pt x="41815" y="88853"/>
                    <a:pt x="41089" y="89068"/>
                    <a:pt x="40708" y="89556"/>
                  </a:cubicBezTo>
                  <a:cubicBezTo>
                    <a:pt x="40208" y="90223"/>
                    <a:pt x="40184" y="90889"/>
                    <a:pt x="40006" y="91699"/>
                  </a:cubicBezTo>
                  <a:cubicBezTo>
                    <a:pt x="39779" y="92675"/>
                    <a:pt x="38743" y="93783"/>
                    <a:pt x="38732" y="94735"/>
                  </a:cubicBezTo>
                  <a:cubicBezTo>
                    <a:pt x="38732" y="94771"/>
                    <a:pt x="38755" y="94807"/>
                    <a:pt x="38767" y="94842"/>
                  </a:cubicBezTo>
                  <a:cubicBezTo>
                    <a:pt x="38743" y="94842"/>
                    <a:pt x="38720" y="94854"/>
                    <a:pt x="38696" y="94878"/>
                  </a:cubicBezTo>
                  <a:cubicBezTo>
                    <a:pt x="38684" y="94878"/>
                    <a:pt x="38684" y="94890"/>
                    <a:pt x="38672" y="94890"/>
                  </a:cubicBezTo>
                  <a:cubicBezTo>
                    <a:pt x="38672" y="94902"/>
                    <a:pt x="38660" y="94902"/>
                    <a:pt x="38660" y="94902"/>
                  </a:cubicBezTo>
                  <a:cubicBezTo>
                    <a:pt x="38660" y="94902"/>
                    <a:pt x="38648" y="94914"/>
                    <a:pt x="38648" y="94914"/>
                  </a:cubicBezTo>
                  <a:cubicBezTo>
                    <a:pt x="38648" y="94926"/>
                    <a:pt x="38636" y="94926"/>
                    <a:pt x="38636" y="94937"/>
                  </a:cubicBezTo>
                  <a:cubicBezTo>
                    <a:pt x="38422" y="95140"/>
                    <a:pt x="38362" y="95485"/>
                    <a:pt x="38112" y="95676"/>
                  </a:cubicBezTo>
                  <a:cubicBezTo>
                    <a:pt x="37850" y="95866"/>
                    <a:pt x="37505" y="95926"/>
                    <a:pt x="37255" y="96152"/>
                  </a:cubicBezTo>
                  <a:cubicBezTo>
                    <a:pt x="37100" y="96283"/>
                    <a:pt x="37029" y="96450"/>
                    <a:pt x="37208" y="96604"/>
                  </a:cubicBezTo>
                  <a:cubicBezTo>
                    <a:pt x="37286" y="96667"/>
                    <a:pt x="37384" y="96691"/>
                    <a:pt x="37487" y="96691"/>
                  </a:cubicBezTo>
                  <a:cubicBezTo>
                    <a:pt x="37620" y="96691"/>
                    <a:pt x="37760" y="96651"/>
                    <a:pt x="37874" y="96604"/>
                  </a:cubicBezTo>
                  <a:cubicBezTo>
                    <a:pt x="38124" y="96509"/>
                    <a:pt x="38362" y="96354"/>
                    <a:pt x="38589" y="96200"/>
                  </a:cubicBezTo>
                  <a:lnTo>
                    <a:pt x="38589" y="96200"/>
                  </a:lnTo>
                  <a:cubicBezTo>
                    <a:pt x="38291" y="96628"/>
                    <a:pt x="38017" y="97069"/>
                    <a:pt x="37862" y="97545"/>
                  </a:cubicBezTo>
                  <a:cubicBezTo>
                    <a:pt x="37197" y="99641"/>
                    <a:pt x="39375" y="100189"/>
                    <a:pt x="41433" y="100189"/>
                  </a:cubicBezTo>
                  <a:cubicBezTo>
                    <a:pt x="42544" y="100189"/>
                    <a:pt x="43621" y="100029"/>
                    <a:pt x="44197" y="99867"/>
                  </a:cubicBezTo>
                  <a:cubicBezTo>
                    <a:pt x="44395" y="99808"/>
                    <a:pt x="44364" y="99497"/>
                    <a:pt x="44160" y="99497"/>
                  </a:cubicBezTo>
                  <a:cubicBezTo>
                    <a:pt x="44157" y="99497"/>
                    <a:pt x="44153" y="99497"/>
                    <a:pt x="44149" y="99498"/>
                  </a:cubicBezTo>
                  <a:cubicBezTo>
                    <a:pt x="43944" y="99504"/>
                    <a:pt x="43812" y="99520"/>
                    <a:pt x="43717" y="99520"/>
                  </a:cubicBezTo>
                  <a:cubicBezTo>
                    <a:pt x="43472" y="99520"/>
                    <a:pt x="43484" y="99413"/>
                    <a:pt x="43149" y="98759"/>
                  </a:cubicBezTo>
                  <a:cubicBezTo>
                    <a:pt x="42788" y="98072"/>
                    <a:pt x="42657" y="97961"/>
                    <a:pt x="42680" y="97961"/>
                  </a:cubicBezTo>
                  <a:cubicBezTo>
                    <a:pt x="42692" y="97961"/>
                    <a:pt x="42739" y="97987"/>
                    <a:pt x="42814" y="97987"/>
                  </a:cubicBezTo>
                  <a:cubicBezTo>
                    <a:pt x="42912" y="97987"/>
                    <a:pt x="43058" y="97942"/>
                    <a:pt x="43232" y="97735"/>
                  </a:cubicBezTo>
                  <a:cubicBezTo>
                    <a:pt x="43839" y="97021"/>
                    <a:pt x="44947" y="96890"/>
                    <a:pt x="45721" y="96438"/>
                  </a:cubicBezTo>
                  <a:cubicBezTo>
                    <a:pt x="45840" y="96354"/>
                    <a:pt x="45840" y="96116"/>
                    <a:pt x="45673" y="96092"/>
                  </a:cubicBezTo>
                  <a:cubicBezTo>
                    <a:pt x="45435" y="96057"/>
                    <a:pt x="45149" y="96033"/>
                    <a:pt x="44982" y="95842"/>
                  </a:cubicBezTo>
                  <a:cubicBezTo>
                    <a:pt x="44911" y="95759"/>
                    <a:pt x="44851" y="95699"/>
                    <a:pt x="44792" y="95652"/>
                  </a:cubicBezTo>
                  <a:cubicBezTo>
                    <a:pt x="44899" y="95652"/>
                    <a:pt x="45042" y="95628"/>
                    <a:pt x="45220" y="95497"/>
                  </a:cubicBezTo>
                  <a:cubicBezTo>
                    <a:pt x="45649" y="95188"/>
                    <a:pt x="46054" y="95104"/>
                    <a:pt x="46399" y="94664"/>
                  </a:cubicBezTo>
                  <a:cubicBezTo>
                    <a:pt x="47054" y="93783"/>
                    <a:pt x="46649" y="93140"/>
                    <a:pt x="47947" y="92806"/>
                  </a:cubicBezTo>
                  <a:cubicBezTo>
                    <a:pt x="47999" y="92792"/>
                    <a:pt x="48057" y="92787"/>
                    <a:pt x="48119" y="92787"/>
                  </a:cubicBezTo>
                  <a:cubicBezTo>
                    <a:pt x="48290" y="92787"/>
                    <a:pt x="48490" y="92826"/>
                    <a:pt x="48682" y="92826"/>
                  </a:cubicBezTo>
                  <a:cubicBezTo>
                    <a:pt x="48769" y="92826"/>
                    <a:pt x="48855" y="92818"/>
                    <a:pt x="48935" y="92794"/>
                  </a:cubicBezTo>
                  <a:cubicBezTo>
                    <a:pt x="49411" y="92675"/>
                    <a:pt x="49590" y="91580"/>
                    <a:pt x="50566" y="91294"/>
                  </a:cubicBezTo>
                  <a:cubicBezTo>
                    <a:pt x="50649" y="91274"/>
                    <a:pt x="50734" y="91267"/>
                    <a:pt x="50822" y="91267"/>
                  </a:cubicBezTo>
                  <a:cubicBezTo>
                    <a:pt x="50994" y="91267"/>
                    <a:pt x="51174" y="91293"/>
                    <a:pt x="51352" y="91293"/>
                  </a:cubicBezTo>
                  <a:cubicBezTo>
                    <a:pt x="51453" y="91293"/>
                    <a:pt x="51553" y="91284"/>
                    <a:pt x="51650" y="91258"/>
                  </a:cubicBezTo>
                  <a:cubicBezTo>
                    <a:pt x="52507" y="91032"/>
                    <a:pt x="54138" y="90139"/>
                    <a:pt x="54567" y="89353"/>
                  </a:cubicBezTo>
                  <a:cubicBezTo>
                    <a:pt x="54603" y="89282"/>
                    <a:pt x="54603" y="89187"/>
                    <a:pt x="54543" y="89127"/>
                  </a:cubicBezTo>
                  <a:lnTo>
                    <a:pt x="54543" y="89127"/>
                  </a:lnTo>
                  <a:cubicBezTo>
                    <a:pt x="54552" y="89137"/>
                    <a:pt x="54561" y="89141"/>
                    <a:pt x="54568" y="89141"/>
                  </a:cubicBezTo>
                  <a:cubicBezTo>
                    <a:pt x="54687" y="89141"/>
                    <a:pt x="54600" y="88064"/>
                    <a:pt x="54376" y="87818"/>
                  </a:cubicBezTo>
                  <a:lnTo>
                    <a:pt x="54376" y="87818"/>
                  </a:lnTo>
                  <a:cubicBezTo>
                    <a:pt x="54750" y="87825"/>
                    <a:pt x="55534" y="87922"/>
                    <a:pt x="56218" y="87922"/>
                  </a:cubicBezTo>
                  <a:cubicBezTo>
                    <a:pt x="56622" y="87922"/>
                    <a:pt x="56992" y="87888"/>
                    <a:pt x="57222" y="87782"/>
                  </a:cubicBezTo>
                  <a:cubicBezTo>
                    <a:pt x="58103" y="87377"/>
                    <a:pt x="58436" y="86603"/>
                    <a:pt x="58948" y="85853"/>
                  </a:cubicBezTo>
                  <a:cubicBezTo>
                    <a:pt x="59567" y="84912"/>
                    <a:pt x="60091" y="84710"/>
                    <a:pt x="60961" y="84079"/>
                  </a:cubicBezTo>
                  <a:cubicBezTo>
                    <a:pt x="61842" y="83436"/>
                    <a:pt x="62246" y="82912"/>
                    <a:pt x="62556" y="82341"/>
                  </a:cubicBezTo>
                  <a:cubicBezTo>
                    <a:pt x="62556" y="82341"/>
                    <a:pt x="62556" y="82341"/>
                    <a:pt x="62568" y="82329"/>
                  </a:cubicBezTo>
                  <a:cubicBezTo>
                    <a:pt x="62699" y="82138"/>
                    <a:pt x="62770" y="81984"/>
                    <a:pt x="62830" y="81793"/>
                  </a:cubicBezTo>
                  <a:cubicBezTo>
                    <a:pt x="63032" y="81341"/>
                    <a:pt x="63247" y="80841"/>
                    <a:pt x="63628" y="80221"/>
                  </a:cubicBezTo>
                  <a:cubicBezTo>
                    <a:pt x="64854" y="78209"/>
                    <a:pt x="67759" y="78733"/>
                    <a:pt x="69164" y="76864"/>
                  </a:cubicBezTo>
                  <a:cubicBezTo>
                    <a:pt x="69557" y="76328"/>
                    <a:pt x="69771" y="75638"/>
                    <a:pt x="70116" y="75066"/>
                  </a:cubicBezTo>
                  <a:cubicBezTo>
                    <a:pt x="70700" y="74114"/>
                    <a:pt x="71569" y="73268"/>
                    <a:pt x="71998" y="72220"/>
                  </a:cubicBezTo>
                  <a:cubicBezTo>
                    <a:pt x="72450" y="71089"/>
                    <a:pt x="72319" y="69970"/>
                    <a:pt x="72962" y="68887"/>
                  </a:cubicBezTo>
                  <a:cubicBezTo>
                    <a:pt x="73462" y="68041"/>
                    <a:pt x="73962" y="67196"/>
                    <a:pt x="74438" y="66315"/>
                  </a:cubicBezTo>
                  <a:cubicBezTo>
                    <a:pt x="75486" y="64386"/>
                    <a:pt x="76296" y="63957"/>
                    <a:pt x="75820" y="61695"/>
                  </a:cubicBezTo>
                  <a:cubicBezTo>
                    <a:pt x="75820" y="61671"/>
                    <a:pt x="75820" y="61660"/>
                    <a:pt x="75820" y="61648"/>
                  </a:cubicBezTo>
                  <a:cubicBezTo>
                    <a:pt x="75820" y="61648"/>
                    <a:pt x="75820" y="61648"/>
                    <a:pt x="75808" y="61636"/>
                  </a:cubicBezTo>
                  <a:cubicBezTo>
                    <a:pt x="75808" y="61636"/>
                    <a:pt x="75808" y="61624"/>
                    <a:pt x="75808" y="61624"/>
                  </a:cubicBezTo>
                  <a:cubicBezTo>
                    <a:pt x="75796" y="61612"/>
                    <a:pt x="75796" y="61600"/>
                    <a:pt x="75796" y="61600"/>
                  </a:cubicBezTo>
                  <a:cubicBezTo>
                    <a:pt x="75796" y="61600"/>
                    <a:pt x="75796" y="61588"/>
                    <a:pt x="75796" y="61588"/>
                  </a:cubicBezTo>
                  <a:cubicBezTo>
                    <a:pt x="75784" y="61576"/>
                    <a:pt x="75772" y="61564"/>
                    <a:pt x="75772" y="61552"/>
                  </a:cubicBezTo>
                  <a:cubicBezTo>
                    <a:pt x="75598" y="61302"/>
                    <a:pt x="75555" y="61258"/>
                    <a:pt x="75524" y="61258"/>
                  </a:cubicBezTo>
                  <a:cubicBezTo>
                    <a:pt x="75508" y="61258"/>
                    <a:pt x="75494" y="61271"/>
                    <a:pt x="75465" y="61271"/>
                  </a:cubicBezTo>
                  <a:cubicBezTo>
                    <a:pt x="75430" y="61271"/>
                    <a:pt x="75373" y="61253"/>
                    <a:pt x="75260" y="61171"/>
                  </a:cubicBezTo>
                  <a:cubicBezTo>
                    <a:pt x="74796" y="61124"/>
                    <a:pt x="74379" y="60921"/>
                    <a:pt x="74022" y="60564"/>
                  </a:cubicBezTo>
                  <a:cubicBezTo>
                    <a:pt x="73819" y="60314"/>
                    <a:pt x="73629" y="60064"/>
                    <a:pt x="73426" y="59814"/>
                  </a:cubicBezTo>
                  <a:cubicBezTo>
                    <a:pt x="73380" y="59791"/>
                    <a:pt x="73099" y="59611"/>
                    <a:pt x="73114" y="59611"/>
                  </a:cubicBezTo>
                  <a:cubicBezTo>
                    <a:pt x="73115" y="59611"/>
                    <a:pt x="73116" y="59611"/>
                    <a:pt x="73117" y="59612"/>
                  </a:cubicBezTo>
                  <a:cubicBezTo>
                    <a:pt x="72909" y="59528"/>
                    <a:pt x="72694" y="59499"/>
                    <a:pt x="72476" y="59499"/>
                  </a:cubicBezTo>
                  <a:cubicBezTo>
                    <a:pt x="71985" y="59499"/>
                    <a:pt x="71480" y="59647"/>
                    <a:pt x="71009" y="59647"/>
                  </a:cubicBezTo>
                  <a:cubicBezTo>
                    <a:pt x="70988" y="59563"/>
                    <a:pt x="70921" y="59489"/>
                    <a:pt x="70824" y="59489"/>
                  </a:cubicBezTo>
                  <a:cubicBezTo>
                    <a:pt x="70811" y="59489"/>
                    <a:pt x="70797" y="59490"/>
                    <a:pt x="70783" y="59493"/>
                  </a:cubicBezTo>
                  <a:cubicBezTo>
                    <a:pt x="70712" y="59505"/>
                    <a:pt x="70628" y="59528"/>
                    <a:pt x="70545" y="59576"/>
                  </a:cubicBezTo>
                  <a:cubicBezTo>
                    <a:pt x="70414" y="59540"/>
                    <a:pt x="70271" y="59469"/>
                    <a:pt x="70152" y="59362"/>
                  </a:cubicBezTo>
                  <a:cubicBezTo>
                    <a:pt x="69509" y="58826"/>
                    <a:pt x="70152" y="58362"/>
                    <a:pt x="68997" y="58195"/>
                  </a:cubicBezTo>
                  <a:cubicBezTo>
                    <a:pt x="68923" y="58183"/>
                    <a:pt x="68850" y="58178"/>
                    <a:pt x="68778" y="58178"/>
                  </a:cubicBezTo>
                  <a:cubicBezTo>
                    <a:pt x="68409" y="58178"/>
                    <a:pt x="68062" y="58317"/>
                    <a:pt x="67723" y="58457"/>
                  </a:cubicBezTo>
                  <a:cubicBezTo>
                    <a:pt x="67735" y="58433"/>
                    <a:pt x="67735" y="58421"/>
                    <a:pt x="67735" y="58409"/>
                  </a:cubicBezTo>
                  <a:cubicBezTo>
                    <a:pt x="67725" y="58293"/>
                    <a:pt x="67639" y="58215"/>
                    <a:pt x="67537" y="58215"/>
                  </a:cubicBezTo>
                  <a:cubicBezTo>
                    <a:pt x="67524" y="58215"/>
                    <a:pt x="67511" y="58216"/>
                    <a:pt x="67497" y="58219"/>
                  </a:cubicBezTo>
                  <a:cubicBezTo>
                    <a:pt x="67318" y="58254"/>
                    <a:pt x="67068" y="58576"/>
                    <a:pt x="67021" y="58790"/>
                  </a:cubicBezTo>
                  <a:cubicBezTo>
                    <a:pt x="66825" y="58910"/>
                    <a:pt x="66610" y="59019"/>
                    <a:pt x="66501" y="59019"/>
                  </a:cubicBezTo>
                  <a:cubicBezTo>
                    <a:pt x="66491" y="59019"/>
                    <a:pt x="66481" y="59018"/>
                    <a:pt x="66473" y="59016"/>
                  </a:cubicBezTo>
                  <a:cubicBezTo>
                    <a:pt x="66616" y="58981"/>
                    <a:pt x="66842" y="58004"/>
                    <a:pt x="66842" y="57992"/>
                  </a:cubicBezTo>
                  <a:cubicBezTo>
                    <a:pt x="66854" y="57885"/>
                    <a:pt x="66818" y="57802"/>
                    <a:pt x="66711" y="57766"/>
                  </a:cubicBezTo>
                  <a:cubicBezTo>
                    <a:pt x="66557" y="57711"/>
                    <a:pt x="66267" y="57696"/>
                    <a:pt x="65945" y="57696"/>
                  </a:cubicBezTo>
                  <a:cubicBezTo>
                    <a:pt x="65545" y="57696"/>
                    <a:pt x="65096" y="57720"/>
                    <a:pt x="64798" y="57720"/>
                  </a:cubicBezTo>
                  <a:cubicBezTo>
                    <a:pt x="64763" y="57720"/>
                    <a:pt x="64730" y="57719"/>
                    <a:pt x="64699" y="57719"/>
                  </a:cubicBezTo>
                  <a:cubicBezTo>
                    <a:pt x="64651" y="57683"/>
                    <a:pt x="64616" y="57635"/>
                    <a:pt x="64568" y="57600"/>
                  </a:cubicBezTo>
                  <a:cubicBezTo>
                    <a:pt x="64771" y="57457"/>
                    <a:pt x="65199" y="57111"/>
                    <a:pt x="65247" y="57016"/>
                  </a:cubicBezTo>
                  <a:cubicBezTo>
                    <a:pt x="65592" y="56254"/>
                    <a:pt x="65128" y="54897"/>
                    <a:pt x="64616" y="54075"/>
                  </a:cubicBezTo>
                  <a:cubicBezTo>
                    <a:pt x="64604" y="54016"/>
                    <a:pt x="64580" y="53980"/>
                    <a:pt x="64556" y="53944"/>
                  </a:cubicBezTo>
                  <a:cubicBezTo>
                    <a:pt x="64532" y="53909"/>
                    <a:pt x="64497" y="53885"/>
                    <a:pt x="64473" y="53861"/>
                  </a:cubicBezTo>
                  <a:cubicBezTo>
                    <a:pt x="64390" y="53742"/>
                    <a:pt x="64318" y="53647"/>
                    <a:pt x="64235" y="53575"/>
                  </a:cubicBezTo>
                  <a:cubicBezTo>
                    <a:pt x="63608" y="52937"/>
                    <a:pt x="62419" y="52170"/>
                    <a:pt x="61470" y="52170"/>
                  </a:cubicBezTo>
                  <a:cubicBezTo>
                    <a:pt x="61463" y="52170"/>
                    <a:pt x="61456" y="52170"/>
                    <a:pt x="61449" y="52170"/>
                  </a:cubicBezTo>
                  <a:cubicBezTo>
                    <a:pt x="61496" y="52170"/>
                    <a:pt x="60175" y="52337"/>
                    <a:pt x="60472" y="52349"/>
                  </a:cubicBezTo>
                  <a:cubicBezTo>
                    <a:pt x="60188" y="52480"/>
                    <a:pt x="59894" y="52541"/>
                    <a:pt x="59572" y="52541"/>
                  </a:cubicBezTo>
                  <a:cubicBezTo>
                    <a:pt x="59543" y="52541"/>
                    <a:pt x="59514" y="52540"/>
                    <a:pt x="59484" y="52539"/>
                  </a:cubicBezTo>
                  <a:cubicBezTo>
                    <a:pt x="58901" y="52289"/>
                    <a:pt x="58520" y="51861"/>
                    <a:pt x="58353" y="51277"/>
                  </a:cubicBezTo>
                  <a:cubicBezTo>
                    <a:pt x="57674" y="50456"/>
                    <a:pt x="57412" y="50182"/>
                    <a:pt x="56436" y="49801"/>
                  </a:cubicBezTo>
                  <a:cubicBezTo>
                    <a:pt x="56115" y="49670"/>
                    <a:pt x="55924" y="49658"/>
                    <a:pt x="55817" y="49658"/>
                  </a:cubicBezTo>
                  <a:cubicBezTo>
                    <a:pt x="55912" y="49634"/>
                    <a:pt x="56055" y="49563"/>
                    <a:pt x="56269" y="49360"/>
                  </a:cubicBezTo>
                  <a:cubicBezTo>
                    <a:pt x="56317" y="49301"/>
                    <a:pt x="56341" y="49194"/>
                    <a:pt x="56293" y="49134"/>
                  </a:cubicBezTo>
                  <a:cubicBezTo>
                    <a:pt x="55610" y="48197"/>
                    <a:pt x="54743" y="47781"/>
                    <a:pt x="53843" y="47781"/>
                  </a:cubicBezTo>
                  <a:cubicBezTo>
                    <a:pt x="53771" y="47781"/>
                    <a:pt x="53699" y="47784"/>
                    <a:pt x="53626" y="47789"/>
                  </a:cubicBezTo>
                  <a:cubicBezTo>
                    <a:pt x="53579" y="47783"/>
                    <a:pt x="53531" y="47780"/>
                    <a:pt x="53485" y="47780"/>
                  </a:cubicBezTo>
                  <a:cubicBezTo>
                    <a:pt x="53439" y="47780"/>
                    <a:pt x="53394" y="47783"/>
                    <a:pt x="53352" y="47789"/>
                  </a:cubicBezTo>
                  <a:cubicBezTo>
                    <a:pt x="53269" y="47813"/>
                    <a:pt x="53210" y="47825"/>
                    <a:pt x="53162" y="47860"/>
                  </a:cubicBezTo>
                  <a:cubicBezTo>
                    <a:pt x="52876" y="47932"/>
                    <a:pt x="52590" y="48027"/>
                    <a:pt x="52317" y="48170"/>
                  </a:cubicBezTo>
                  <a:cubicBezTo>
                    <a:pt x="51813" y="48422"/>
                    <a:pt x="51497" y="48515"/>
                    <a:pt x="51266" y="48515"/>
                  </a:cubicBezTo>
                  <a:cubicBezTo>
                    <a:pt x="50764" y="48515"/>
                    <a:pt x="50654" y="48080"/>
                    <a:pt x="49864" y="47884"/>
                  </a:cubicBezTo>
                  <a:cubicBezTo>
                    <a:pt x="49829" y="47875"/>
                    <a:pt x="49789" y="47871"/>
                    <a:pt x="49745" y="47871"/>
                  </a:cubicBezTo>
                  <a:cubicBezTo>
                    <a:pt x="49353" y="47871"/>
                    <a:pt x="48605" y="48183"/>
                    <a:pt x="48130" y="48183"/>
                  </a:cubicBezTo>
                  <a:cubicBezTo>
                    <a:pt x="47801" y="48183"/>
                    <a:pt x="47603" y="48034"/>
                    <a:pt x="47745" y="47527"/>
                  </a:cubicBezTo>
                  <a:cubicBezTo>
                    <a:pt x="47768" y="47455"/>
                    <a:pt x="47733" y="47348"/>
                    <a:pt x="47661" y="47313"/>
                  </a:cubicBezTo>
                  <a:cubicBezTo>
                    <a:pt x="47543" y="47255"/>
                    <a:pt x="47418" y="47238"/>
                    <a:pt x="47295" y="47238"/>
                  </a:cubicBezTo>
                  <a:cubicBezTo>
                    <a:pt x="47120" y="47238"/>
                    <a:pt x="46948" y="47273"/>
                    <a:pt x="46803" y="47273"/>
                  </a:cubicBezTo>
                  <a:cubicBezTo>
                    <a:pt x="46733" y="47273"/>
                    <a:pt x="46669" y="47265"/>
                    <a:pt x="46613" y="47241"/>
                  </a:cubicBezTo>
                  <a:cubicBezTo>
                    <a:pt x="46256" y="47086"/>
                    <a:pt x="46185" y="46801"/>
                    <a:pt x="45816" y="46455"/>
                  </a:cubicBezTo>
                  <a:cubicBezTo>
                    <a:pt x="45782" y="46425"/>
                    <a:pt x="45735" y="46410"/>
                    <a:pt x="45688" y="46410"/>
                  </a:cubicBezTo>
                  <a:cubicBezTo>
                    <a:pt x="45588" y="46410"/>
                    <a:pt x="45486" y="46477"/>
                    <a:pt x="45494" y="46598"/>
                  </a:cubicBezTo>
                  <a:cubicBezTo>
                    <a:pt x="45518" y="46801"/>
                    <a:pt x="44494" y="47920"/>
                    <a:pt x="44220" y="48241"/>
                  </a:cubicBezTo>
                  <a:cubicBezTo>
                    <a:pt x="44220" y="48241"/>
                    <a:pt x="44208" y="48253"/>
                    <a:pt x="44208" y="48253"/>
                  </a:cubicBezTo>
                  <a:cubicBezTo>
                    <a:pt x="44208" y="48241"/>
                    <a:pt x="44220" y="48229"/>
                    <a:pt x="44220" y="48229"/>
                  </a:cubicBezTo>
                  <a:cubicBezTo>
                    <a:pt x="44292" y="47646"/>
                    <a:pt x="44423" y="47146"/>
                    <a:pt x="44780" y="46622"/>
                  </a:cubicBezTo>
                  <a:cubicBezTo>
                    <a:pt x="44863" y="46503"/>
                    <a:pt x="44744" y="46348"/>
                    <a:pt x="44613" y="46336"/>
                  </a:cubicBezTo>
                  <a:cubicBezTo>
                    <a:pt x="44583" y="46334"/>
                    <a:pt x="44554" y="46333"/>
                    <a:pt x="44525" y="46333"/>
                  </a:cubicBezTo>
                  <a:cubicBezTo>
                    <a:pt x="43826" y="46333"/>
                    <a:pt x="43373" y="46871"/>
                    <a:pt x="42744" y="47122"/>
                  </a:cubicBezTo>
                  <a:cubicBezTo>
                    <a:pt x="42030" y="47408"/>
                    <a:pt x="40637" y="47134"/>
                    <a:pt x="40077" y="47825"/>
                  </a:cubicBezTo>
                  <a:cubicBezTo>
                    <a:pt x="39803" y="48170"/>
                    <a:pt x="39934" y="48563"/>
                    <a:pt x="39767" y="48837"/>
                  </a:cubicBezTo>
                  <a:cubicBezTo>
                    <a:pt x="39458" y="49313"/>
                    <a:pt x="39458" y="49110"/>
                    <a:pt x="39005" y="49444"/>
                  </a:cubicBezTo>
                  <a:cubicBezTo>
                    <a:pt x="38863" y="49634"/>
                    <a:pt x="38755" y="49825"/>
                    <a:pt x="38672" y="50051"/>
                  </a:cubicBezTo>
                  <a:cubicBezTo>
                    <a:pt x="38578" y="50060"/>
                    <a:pt x="38486" y="50065"/>
                    <a:pt x="38397" y="50065"/>
                  </a:cubicBezTo>
                  <a:cubicBezTo>
                    <a:pt x="37803" y="50065"/>
                    <a:pt x="37333" y="49857"/>
                    <a:pt x="36981" y="49432"/>
                  </a:cubicBezTo>
                  <a:cubicBezTo>
                    <a:pt x="36553" y="49265"/>
                    <a:pt x="36280" y="49024"/>
                    <a:pt x="35801" y="49024"/>
                  </a:cubicBezTo>
                  <a:cubicBezTo>
                    <a:pt x="35735" y="49024"/>
                    <a:pt x="35664" y="49029"/>
                    <a:pt x="35588" y="49039"/>
                  </a:cubicBezTo>
                  <a:cubicBezTo>
                    <a:pt x="34585" y="49169"/>
                    <a:pt x="34229" y="49638"/>
                    <a:pt x="33547" y="49638"/>
                  </a:cubicBezTo>
                  <a:cubicBezTo>
                    <a:pt x="33290" y="49638"/>
                    <a:pt x="32988" y="49572"/>
                    <a:pt x="32588" y="49396"/>
                  </a:cubicBezTo>
                  <a:cubicBezTo>
                    <a:pt x="30481" y="48456"/>
                    <a:pt x="30683" y="46920"/>
                    <a:pt x="31350" y="45193"/>
                  </a:cubicBezTo>
                  <a:cubicBezTo>
                    <a:pt x="31481" y="44860"/>
                    <a:pt x="31743" y="44384"/>
                    <a:pt x="31576" y="44015"/>
                  </a:cubicBezTo>
                  <a:cubicBezTo>
                    <a:pt x="31552" y="43955"/>
                    <a:pt x="31469" y="43919"/>
                    <a:pt x="31409" y="43919"/>
                  </a:cubicBezTo>
                  <a:cubicBezTo>
                    <a:pt x="31372" y="43922"/>
                    <a:pt x="31337" y="43924"/>
                    <a:pt x="31304" y="43924"/>
                  </a:cubicBezTo>
                  <a:cubicBezTo>
                    <a:pt x="30534" y="43924"/>
                    <a:pt x="31001" y="43143"/>
                    <a:pt x="30635" y="42812"/>
                  </a:cubicBezTo>
                  <a:cubicBezTo>
                    <a:pt x="30338" y="42548"/>
                    <a:pt x="29943" y="42465"/>
                    <a:pt x="29520" y="42465"/>
                  </a:cubicBezTo>
                  <a:cubicBezTo>
                    <a:pt x="28876" y="42465"/>
                    <a:pt x="28167" y="42657"/>
                    <a:pt x="27635" y="42693"/>
                  </a:cubicBezTo>
                  <a:cubicBezTo>
                    <a:pt x="27341" y="42712"/>
                    <a:pt x="26709" y="42780"/>
                    <a:pt x="26165" y="42780"/>
                  </a:cubicBezTo>
                  <a:cubicBezTo>
                    <a:pt x="25672" y="42780"/>
                    <a:pt x="25252" y="42724"/>
                    <a:pt x="25218" y="42526"/>
                  </a:cubicBezTo>
                  <a:cubicBezTo>
                    <a:pt x="25158" y="42145"/>
                    <a:pt x="25670" y="41717"/>
                    <a:pt x="25837" y="41383"/>
                  </a:cubicBezTo>
                  <a:cubicBezTo>
                    <a:pt x="26230" y="40609"/>
                    <a:pt x="26528" y="39871"/>
                    <a:pt x="27004" y="39157"/>
                  </a:cubicBezTo>
                  <a:cubicBezTo>
                    <a:pt x="27397" y="38585"/>
                    <a:pt x="27706" y="38264"/>
                    <a:pt x="27790" y="37585"/>
                  </a:cubicBezTo>
                  <a:cubicBezTo>
                    <a:pt x="27790" y="37502"/>
                    <a:pt x="27718" y="37407"/>
                    <a:pt x="27647" y="37395"/>
                  </a:cubicBezTo>
                  <a:cubicBezTo>
                    <a:pt x="27412" y="37363"/>
                    <a:pt x="27114" y="37344"/>
                    <a:pt x="26787" y="37344"/>
                  </a:cubicBezTo>
                  <a:cubicBezTo>
                    <a:pt x="25755" y="37344"/>
                    <a:pt x="24428" y="37534"/>
                    <a:pt x="23813" y="38121"/>
                  </a:cubicBezTo>
                  <a:cubicBezTo>
                    <a:pt x="23670" y="38252"/>
                    <a:pt x="23563" y="38442"/>
                    <a:pt x="23432" y="38562"/>
                  </a:cubicBezTo>
                  <a:cubicBezTo>
                    <a:pt x="23396" y="38800"/>
                    <a:pt x="23361" y="39050"/>
                    <a:pt x="23313" y="39288"/>
                  </a:cubicBezTo>
                  <a:cubicBezTo>
                    <a:pt x="22813" y="39946"/>
                    <a:pt x="22247" y="40272"/>
                    <a:pt x="21617" y="40272"/>
                  </a:cubicBezTo>
                  <a:cubicBezTo>
                    <a:pt x="21437" y="40272"/>
                    <a:pt x="21253" y="40245"/>
                    <a:pt x="21063" y="40193"/>
                  </a:cubicBezTo>
                  <a:cubicBezTo>
                    <a:pt x="20989" y="40196"/>
                    <a:pt x="20914" y="40198"/>
                    <a:pt x="20840" y="40198"/>
                  </a:cubicBezTo>
                  <a:cubicBezTo>
                    <a:pt x="19698" y="40198"/>
                    <a:pt x="18554" y="39768"/>
                    <a:pt x="17872" y="38907"/>
                  </a:cubicBezTo>
                  <a:cubicBezTo>
                    <a:pt x="17312" y="38192"/>
                    <a:pt x="16753" y="37633"/>
                    <a:pt x="16800" y="36668"/>
                  </a:cubicBezTo>
                  <a:cubicBezTo>
                    <a:pt x="16836" y="36109"/>
                    <a:pt x="17038" y="34549"/>
                    <a:pt x="17193" y="34228"/>
                  </a:cubicBezTo>
                  <a:cubicBezTo>
                    <a:pt x="17300" y="33990"/>
                    <a:pt x="17669" y="33775"/>
                    <a:pt x="17824" y="33513"/>
                  </a:cubicBezTo>
                  <a:cubicBezTo>
                    <a:pt x="17884" y="33418"/>
                    <a:pt x="17657" y="33216"/>
                    <a:pt x="17693" y="33132"/>
                  </a:cubicBezTo>
                  <a:cubicBezTo>
                    <a:pt x="18408" y="31430"/>
                    <a:pt x="17884" y="31704"/>
                    <a:pt x="18860" y="30930"/>
                  </a:cubicBezTo>
                  <a:cubicBezTo>
                    <a:pt x="19564" y="30371"/>
                    <a:pt x="20261" y="30200"/>
                    <a:pt x="20954" y="30200"/>
                  </a:cubicBezTo>
                  <a:cubicBezTo>
                    <a:pt x="22050" y="30200"/>
                    <a:pt x="23136" y="30628"/>
                    <a:pt x="24223" y="30628"/>
                  </a:cubicBezTo>
                  <a:cubicBezTo>
                    <a:pt x="24586" y="30628"/>
                    <a:pt x="24949" y="30581"/>
                    <a:pt x="25313" y="30453"/>
                  </a:cubicBezTo>
                  <a:cubicBezTo>
                    <a:pt x="25670" y="30334"/>
                    <a:pt x="25980" y="29751"/>
                    <a:pt x="26409" y="29549"/>
                  </a:cubicBezTo>
                  <a:cubicBezTo>
                    <a:pt x="26793" y="29373"/>
                    <a:pt x="27099" y="29304"/>
                    <a:pt x="27377" y="29304"/>
                  </a:cubicBezTo>
                  <a:cubicBezTo>
                    <a:pt x="27874" y="29304"/>
                    <a:pt x="28282" y="29526"/>
                    <a:pt x="28885" y="29763"/>
                  </a:cubicBezTo>
                  <a:cubicBezTo>
                    <a:pt x="29254" y="29906"/>
                    <a:pt x="29468" y="30049"/>
                    <a:pt x="29861" y="30120"/>
                  </a:cubicBezTo>
                  <a:cubicBezTo>
                    <a:pt x="29930" y="30133"/>
                    <a:pt x="29998" y="30138"/>
                    <a:pt x="30067" y="30138"/>
                  </a:cubicBezTo>
                  <a:cubicBezTo>
                    <a:pt x="30352" y="30138"/>
                    <a:pt x="30642" y="30050"/>
                    <a:pt x="30938" y="30050"/>
                  </a:cubicBezTo>
                  <a:cubicBezTo>
                    <a:pt x="31171" y="30050"/>
                    <a:pt x="31407" y="30105"/>
                    <a:pt x="31647" y="30299"/>
                  </a:cubicBezTo>
                  <a:cubicBezTo>
                    <a:pt x="32028" y="30608"/>
                    <a:pt x="32243" y="30834"/>
                    <a:pt x="32374" y="31025"/>
                  </a:cubicBezTo>
                  <a:cubicBezTo>
                    <a:pt x="32374" y="31025"/>
                    <a:pt x="32374" y="31025"/>
                    <a:pt x="32374" y="31037"/>
                  </a:cubicBezTo>
                  <a:cubicBezTo>
                    <a:pt x="32433" y="31215"/>
                    <a:pt x="32409" y="31263"/>
                    <a:pt x="32457" y="31632"/>
                  </a:cubicBezTo>
                  <a:cubicBezTo>
                    <a:pt x="32338" y="31870"/>
                    <a:pt x="32124" y="32061"/>
                    <a:pt x="32362" y="32489"/>
                  </a:cubicBezTo>
                  <a:cubicBezTo>
                    <a:pt x="32790" y="33228"/>
                    <a:pt x="33362" y="33990"/>
                    <a:pt x="34267" y="34251"/>
                  </a:cubicBezTo>
                  <a:cubicBezTo>
                    <a:pt x="34281" y="34256"/>
                    <a:pt x="34296" y="34258"/>
                    <a:pt x="34311" y="34258"/>
                  </a:cubicBezTo>
                  <a:cubicBezTo>
                    <a:pt x="34378" y="34258"/>
                    <a:pt x="34442" y="34215"/>
                    <a:pt x="34481" y="34156"/>
                  </a:cubicBezTo>
                  <a:cubicBezTo>
                    <a:pt x="35326" y="32966"/>
                    <a:pt x="34850" y="32049"/>
                    <a:pt x="34314" y="30822"/>
                  </a:cubicBezTo>
                  <a:cubicBezTo>
                    <a:pt x="33695" y="29453"/>
                    <a:pt x="33683" y="28120"/>
                    <a:pt x="34910" y="27036"/>
                  </a:cubicBezTo>
                  <a:cubicBezTo>
                    <a:pt x="35767" y="26286"/>
                    <a:pt x="36874" y="26203"/>
                    <a:pt x="37743" y="25536"/>
                  </a:cubicBezTo>
                  <a:cubicBezTo>
                    <a:pt x="38374" y="25060"/>
                    <a:pt x="38696" y="24655"/>
                    <a:pt x="38529" y="23881"/>
                  </a:cubicBezTo>
                  <a:cubicBezTo>
                    <a:pt x="38505" y="23786"/>
                    <a:pt x="38315" y="23703"/>
                    <a:pt x="38303" y="23655"/>
                  </a:cubicBezTo>
                  <a:cubicBezTo>
                    <a:pt x="38112" y="23214"/>
                    <a:pt x="37922" y="22774"/>
                    <a:pt x="37720" y="22333"/>
                  </a:cubicBezTo>
                  <a:lnTo>
                    <a:pt x="37720" y="22333"/>
                  </a:lnTo>
                  <a:cubicBezTo>
                    <a:pt x="37791" y="22452"/>
                    <a:pt x="37850" y="22571"/>
                    <a:pt x="37910" y="22691"/>
                  </a:cubicBezTo>
                  <a:cubicBezTo>
                    <a:pt x="37992" y="22726"/>
                    <a:pt x="38063" y="23131"/>
                    <a:pt x="38202" y="23131"/>
                  </a:cubicBezTo>
                  <a:cubicBezTo>
                    <a:pt x="38204" y="23131"/>
                    <a:pt x="38206" y="23131"/>
                    <a:pt x="38208" y="23131"/>
                  </a:cubicBezTo>
                  <a:cubicBezTo>
                    <a:pt x="38215" y="23131"/>
                    <a:pt x="38222" y="23131"/>
                    <a:pt x="38228" y="23131"/>
                  </a:cubicBezTo>
                  <a:cubicBezTo>
                    <a:pt x="38444" y="23131"/>
                    <a:pt x="38633" y="23228"/>
                    <a:pt x="38803" y="23228"/>
                  </a:cubicBezTo>
                  <a:cubicBezTo>
                    <a:pt x="38945" y="23228"/>
                    <a:pt x="39074" y="23161"/>
                    <a:pt x="39196" y="22917"/>
                  </a:cubicBezTo>
                  <a:cubicBezTo>
                    <a:pt x="39279" y="22762"/>
                    <a:pt x="39101" y="22631"/>
                    <a:pt x="39101" y="22476"/>
                  </a:cubicBezTo>
                  <a:cubicBezTo>
                    <a:pt x="39113" y="22405"/>
                    <a:pt x="38553" y="21821"/>
                    <a:pt x="38589" y="21762"/>
                  </a:cubicBezTo>
                  <a:lnTo>
                    <a:pt x="38589" y="21762"/>
                  </a:lnTo>
                  <a:cubicBezTo>
                    <a:pt x="38577" y="21786"/>
                    <a:pt x="38886" y="22071"/>
                    <a:pt x="38874" y="22083"/>
                  </a:cubicBezTo>
                  <a:cubicBezTo>
                    <a:pt x="38898" y="22059"/>
                    <a:pt x="39029" y="22000"/>
                    <a:pt x="39184" y="21940"/>
                  </a:cubicBezTo>
                  <a:cubicBezTo>
                    <a:pt x="39255" y="21917"/>
                    <a:pt x="39327" y="21893"/>
                    <a:pt x="39386" y="21845"/>
                  </a:cubicBezTo>
                  <a:cubicBezTo>
                    <a:pt x="39529" y="21774"/>
                    <a:pt x="39660" y="21702"/>
                    <a:pt x="39732" y="21643"/>
                  </a:cubicBezTo>
                  <a:cubicBezTo>
                    <a:pt x="40756" y="20702"/>
                    <a:pt x="40910" y="20405"/>
                    <a:pt x="42232" y="20309"/>
                  </a:cubicBezTo>
                  <a:cubicBezTo>
                    <a:pt x="42294" y="20306"/>
                    <a:pt x="42357" y="20305"/>
                    <a:pt x="42419" y="20305"/>
                  </a:cubicBezTo>
                  <a:cubicBezTo>
                    <a:pt x="42703" y="20305"/>
                    <a:pt x="42986" y="20331"/>
                    <a:pt x="43269" y="20331"/>
                  </a:cubicBezTo>
                  <a:cubicBezTo>
                    <a:pt x="43400" y="20331"/>
                    <a:pt x="43530" y="20326"/>
                    <a:pt x="43661" y="20309"/>
                  </a:cubicBezTo>
                  <a:cubicBezTo>
                    <a:pt x="43816" y="20297"/>
                    <a:pt x="43935" y="20107"/>
                    <a:pt x="43792" y="19988"/>
                  </a:cubicBezTo>
                  <a:cubicBezTo>
                    <a:pt x="42041" y="18428"/>
                    <a:pt x="44732" y="17976"/>
                    <a:pt x="46304" y="17630"/>
                  </a:cubicBezTo>
                  <a:lnTo>
                    <a:pt x="46304" y="17630"/>
                  </a:lnTo>
                  <a:cubicBezTo>
                    <a:pt x="45899" y="17749"/>
                    <a:pt x="45566" y="17940"/>
                    <a:pt x="45768" y="18452"/>
                  </a:cubicBezTo>
                  <a:cubicBezTo>
                    <a:pt x="45909" y="18811"/>
                    <a:pt x="46078" y="18938"/>
                    <a:pt x="46256" y="18938"/>
                  </a:cubicBezTo>
                  <a:cubicBezTo>
                    <a:pt x="46632" y="18938"/>
                    <a:pt x="47052" y="18367"/>
                    <a:pt x="47352" y="18214"/>
                  </a:cubicBezTo>
                  <a:cubicBezTo>
                    <a:pt x="48423" y="17642"/>
                    <a:pt x="50150" y="18095"/>
                    <a:pt x="51174" y="17261"/>
                  </a:cubicBezTo>
                  <a:cubicBezTo>
                    <a:pt x="51233" y="17214"/>
                    <a:pt x="51233" y="17106"/>
                    <a:pt x="51197" y="17035"/>
                  </a:cubicBezTo>
                  <a:cubicBezTo>
                    <a:pt x="50912" y="16443"/>
                    <a:pt x="50588" y="16257"/>
                    <a:pt x="50246" y="16257"/>
                  </a:cubicBezTo>
                  <a:cubicBezTo>
                    <a:pt x="50017" y="16257"/>
                    <a:pt x="49781" y="16340"/>
                    <a:pt x="49542" y="16440"/>
                  </a:cubicBezTo>
                  <a:cubicBezTo>
                    <a:pt x="49531" y="16452"/>
                    <a:pt x="49519" y="16452"/>
                    <a:pt x="49495" y="16464"/>
                  </a:cubicBezTo>
                  <a:cubicBezTo>
                    <a:pt x="49223" y="16594"/>
                    <a:pt x="48939" y="16735"/>
                    <a:pt x="48679" y="16784"/>
                  </a:cubicBezTo>
                  <a:lnTo>
                    <a:pt x="48679" y="16784"/>
                  </a:lnTo>
                  <a:cubicBezTo>
                    <a:pt x="48680" y="16784"/>
                    <a:pt x="48678" y="16783"/>
                    <a:pt x="48675" y="16783"/>
                  </a:cubicBezTo>
                  <a:cubicBezTo>
                    <a:pt x="48614" y="16783"/>
                    <a:pt x="47933" y="16833"/>
                    <a:pt x="47911" y="16833"/>
                  </a:cubicBezTo>
                  <a:cubicBezTo>
                    <a:pt x="47387" y="16749"/>
                    <a:pt x="47078" y="16690"/>
                    <a:pt x="46911" y="16642"/>
                  </a:cubicBezTo>
                  <a:cubicBezTo>
                    <a:pt x="46899" y="16618"/>
                    <a:pt x="46899" y="16606"/>
                    <a:pt x="46887" y="16583"/>
                  </a:cubicBezTo>
                  <a:cubicBezTo>
                    <a:pt x="46875" y="16559"/>
                    <a:pt x="46864" y="16535"/>
                    <a:pt x="46852" y="16511"/>
                  </a:cubicBezTo>
                  <a:cubicBezTo>
                    <a:pt x="47114" y="16440"/>
                    <a:pt x="47626" y="16356"/>
                    <a:pt x="46744" y="15987"/>
                  </a:cubicBezTo>
                  <a:cubicBezTo>
                    <a:pt x="45887" y="15630"/>
                    <a:pt x="44887" y="15737"/>
                    <a:pt x="46768" y="15416"/>
                  </a:cubicBezTo>
                  <a:cubicBezTo>
                    <a:pt x="46875" y="15404"/>
                    <a:pt x="46923" y="15273"/>
                    <a:pt x="46899" y="15190"/>
                  </a:cubicBezTo>
                  <a:cubicBezTo>
                    <a:pt x="46769" y="14644"/>
                    <a:pt x="46324" y="14499"/>
                    <a:pt x="45815" y="14499"/>
                  </a:cubicBezTo>
                  <a:cubicBezTo>
                    <a:pt x="45391" y="14499"/>
                    <a:pt x="44922" y="14600"/>
                    <a:pt x="44554" y="14654"/>
                  </a:cubicBezTo>
                  <a:cubicBezTo>
                    <a:pt x="44054" y="14713"/>
                    <a:pt x="43589" y="14773"/>
                    <a:pt x="43173" y="15035"/>
                  </a:cubicBezTo>
                  <a:cubicBezTo>
                    <a:pt x="43042" y="15106"/>
                    <a:pt x="42970" y="15261"/>
                    <a:pt x="42851" y="15332"/>
                  </a:cubicBezTo>
                  <a:cubicBezTo>
                    <a:pt x="42540" y="15562"/>
                    <a:pt x="41969" y="15926"/>
                    <a:pt x="41820" y="15926"/>
                  </a:cubicBezTo>
                  <a:cubicBezTo>
                    <a:pt x="41729" y="15926"/>
                    <a:pt x="41792" y="15793"/>
                    <a:pt x="42161" y="15416"/>
                  </a:cubicBezTo>
                  <a:cubicBezTo>
                    <a:pt x="42992" y="14574"/>
                    <a:pt x="43872" y="14371"/>
                    <a:pt x="44783" y="14371"/>
                  </a:cubicBezTo>
                  <a:cubicBezTo>
                    <a:pt x="45629" y="14371"/>
                    <a:pt x="46501" y="14545"/>
                    <a:pt x="47385" y="14545"/>
                  </a:cubicBezTo>
                  <a:cubicBezTo>
                    <a:pt x="47596" y="14545"/>
                    <a:pt x="47807" y="14535"/>
                    <a:pt x="48018" y="14511"/>
                  </a:cubicBezTo>
                  <a:cubicBezTo>
                    <a:pt x="48649" y="14440"/>
                    <a:pt x="48459" y="14368"/>
                    <a:pt x="49042" y="14166"/>
                  </a:cubicBezTo>
                  <a:cubicBezTo>
                    <a:pt x="49650" y="13963"/>
                    <a:pt x="50543" y="13808"/>
                    <a:pt x="51126" y="13487"/>
                  </a:cubicBezTo>
                  <a:cubicBezTo>
                    <a:pt x="51185" y="13451"/>
                    <a:pt x="51221" y="13392"/>
                    <a:pt x="51221" y="13320"/>
                  </a:cubicBezTo>
                  <a:cubicBezTo>
                    <a:pt x="51174" y="11892"/>
                    <a:pt x="49185" y="11522"/>
                    <a:pt x="48054" y="11177"/>
                  </a:cubicBezTo>
                  <a:cubicBezTo>
                    <a:pt x="46161" y="10606"/>
                    <a:pt x="45840" y="9629"/>
                    <a:pt x="44363" y="8558"/>
                  </a:cubicBezTo>
                  <a:cubicBezTo>
                    <a:pt x="43963" y="8262"/>
                    <a:pt x="43810" y="8144"/>
                    <a:pt x="43511" y="8144"/>
                  </a:cubicBezTo>
                  <a:cubicBezTo>
                    <a:pt x="43401" y="8144"/>
                    <a:pt x="43271" y="8160"/>
                    <a:pt x="43101" y="8189"/>
                  </a:cubicBezTo>
                  <a:cubicBezTo>
                    <a:pt x="42327" y="8332"/>
                    <a:pt x="42958" y="9463"/>
                    <a:pt x="41708" y="9534"/>
                  </a:cubicBezTo>
                  <a:cubicBezTo>
                    <a:pt x="41565" y="9534"/>
                    <a:pt x="39255" y="7891"/>
                    <a:pt x="39029" y="7796"/>
                  </a:cubicBezTo>
                  <a:cubicBezTo>
                    <a:pt x="38283" y="7467"/>
                    <a:pt x="37033" y="7026"/>
                    <a:pt x="36045" y="7026"/>
                  </a:cubicBezTo>
                  <a:cubicBezTo>
                    <a:pt x="35710" y="7026"/>
                    <a:pt x="35404" y="7077"/>
                    <a:pt x="35160" y="7201"/>
                  </a:cubicBezTo>
                  <a:cubicBezTo>
                    <a:pt x="35088" y="7236"/>
                    <a:pt x="35053" y="7331"/>
                    <a:pt x="35076" y="7415"/>
                  </a:cubicBezTo>
                  <a:cubicBezTo>
                    <a:pt x="35255" y="8010"/>
                    <a:pt x="35588" y="8641"/>
                    <a:pt x="34850" y="8927"/>
                  </a:cubicBezTo>
                  <a:cubicBezTo>
                    <a:pt x="34791" y="8951"/>
                    <a:pt x="34731" y="8986"/>
                    <a:pt x="34719" y="9058"/>
                  </a:cubicBezTo>
                  <a:cubicBezTo>
                    <a:pt x="34707" y="9153"/>
                    <a:pt x="34695" y="9260"/>
                    <a:pt x="34683" y="9356"/>
                  </a:cubicBezTo>
                  <a:cubicBezTo>
                    <a:pt x="34660" y="9451"/>
                    <a:pt x="34695" y="9570"/>
                    <a:pt x="34814" y="9582"/>
                  </a:cubicBezTo>
                  <a:cubicBezTo>
                    <a:pt x="35481" y="9713"/>
                    <a:pt x="35374" y="10760"/>
                    <a:pt x="34707" y="10891"/>
                  </a:cubicBezTo>
                  <a:cubicBezTo>
                    <a:pt x="34648" y="10891"/>
                    <a:pt x="34588" y="10963"/>
                    <a:pt x="34576" y="11022"/>
                  </a:cubicBezTo>
                  <a:cubicBezTo>
                    <a:pt x="34576" y="11022"/>
                    <a:pt x="34576" y="11022"/>
                    <a:pt x="34576" y="11022"/>
                  </a:cubicBezTo>
                  <a:lnTo>
                    <a:pt x="34576" y="11022"/>
                  </a:lnTo>
                  <a:cubicBezTo>
                    <a:pt x="34574" y="11022"/>
                    <a:pt x="34470" y="12108"/>
                    <a:pt x="34576" y="12273"/>
                  </a:cubicBezTo>
                  <a:cubicBezTo>
                    <a:pt x="34074" y="12719"/>
                    <a:pt x="33680" y="12944"/>
                    <a:pt x="33395" y="12944"/>
                  </a:cubicBezTo>
                  <a:cubicBezTo>
                    <a:pt x="33186" y="12944"/>
                    <a:pt x="33036" y="12824"/>
                    <a:pt x="32945" y="12582"/>
                  </a:cubicBezTo>
                  <a:cubicBezTo>
                    <a:pt x="32707" y="12213"/>
                    <a:pt x="32588" y="11820"/>
                    <a:pt x="32588" y="11403"/>
                  </a:cubicBezTo>
                  <a:cubicBezTo>
                    <a:pt x="32362" y="11034"/>
                    <a:pt x="32445" y="10999"/>
                    <a:pt x="31981" y="10713"/>
                  </a:cubicBezTo>
                  <a:cubicBezTo>
                    <a:pt x="30945" y="10082"/>
                    <a:pt x="29171" y="10201"/>
                    <a:pt x="27980" y="9915"/>
                  </a:cubicBezTo>
                  <a:cubicBezTo>
                    <a:pt x="27402" y="9773"/>
                    <a:pt x="26343" y="9889"/>
                    <a:pt x="25850" y="9694"/>
                  </a:cubicBezTo>
                  <a:lnTo>
                    <a:pt x="25850" y="9694"/>
                  </a:lnTo>
                  <a:cubicBezTo>
                    <a:pt x="25863" y="9699"/>
                    <a:pt x="25874" y="9701"/>
                    <a:pt x="25883" y="9701"/>
                  </a:cubicBezTo>
                  <a:cubicBezTo>
                    <a:pt x="26069" y="9701"/>
                    <a:pt x="25271" y="8654"/>
                    <a:pt x="25041" y="8654"/>
                  </a:cubicBezTo>
                  <a:cubicBezTo>
                    <a:pt x="25005" y="8654"/>
                    <a:pt x="24983" y="8679"/>
                    <a:pt x="24980" y="8736"/>
                  </a:cubicBezTo>
                  <a:cubicBezTo>
                    <a:pt x="24992" y="8474"/>
                    <a:pt x="25123" y="8260"/>
                    <a:pt x="25313" y="8082"/>
                  </a:cubicBezTo>
                  <a:cubicBezTo>
                    <a:pt x="25337" y="8058"/>
                    <a:pt x="25373" y="8034"/>
                    <a:pt x="25408" y="7998"/>
                  </a:cubicBezTo>
                  <a:cubicBezTo>
                    <a:pt x="26361" y="7260"/>
                    <a:pt x="28659" y="7212"/>
                    <a:pt x="29361" y="6986"/>
                  </a:cubicBezTo>
                  <a:cubicBezTo>
                    <a:pt x="29373" y="6963"/>
                    <a:pt x="30108" y="6628"/>
                    <a:pt x="30027" y="6617"/>
                  </a:cubicBezTo>
                  <a:lnTo>
                    <a:pt x="30040" y="6617"/>
                  </a:lnTo>
                  <a:cubicBezTo>
                    <a:pt x="30076" y="6879"/>
                    <a:pt x="30147" y="7153"/>
                    <a:pt x="30171" y="7248"/>
                  </a:cubicBezTo>
                  <a:cubicBezTo>
                    <a:pt x="30201" y="7329"/>
                    <a:pt x="30275" y="7384"/>
                    <a:pt x="30362" y="7384"/>
                  </a:cubicBezTo>
                  <a:cubicBezTo>
                    <a:pt x="30377" y="7384"/>
                    <a:pt x="30393" y="7383"/>
                    <a:pt x="30409" y="7379"/>
                  </a:cubicBezTo>
                  <a:cubicBezTo>
                    <a:pt x="30683" y="7319"/>
                    <a:pt x="30997" y="7304"/>
                    <a:pt x="31321" y="7304"/>
                  </a:cubicBezTo>
                  <a:cubicBezTo>
                    <a:pt x="31651" y="7304"/>
                    <a:pt x="31991" y="7320"/>
                    <a:pt x="32311" y="7320"/>
                  </a:cubicBezTo>
                  <a:cubicBezTo>
                    <a:pt x="32675" y="7320"/>
                    <a:pt x="33013" y="7299"/>
                    <a:pt x="33278" y="7212"/>
                  </a:cubicBezTo>
                  <a:cubicBezTo>
                    <a:pt x="33409" y="7177"/>
                    <a:pt x="33862" y="7093"/>
                    <a:pt x="33898" y="6867"/>
                  </a:cubicBezTo>
                  <a:cubicBezTo>
                    <a:pt x="33945" y="6581"/>
                    <a:pt x="33957" y="6581"/>
                    <a:pt x="33886" y="6474"/>
                  </a:cubicBezTo>
                  <a:lnTo>
                    <a:pt x="33886" y="6474"/>
                  </a:lnTo>
                  <a:cubicBezTo>
                    <a:pt x="34433" y="6569"/>
                    <a:pt x="35053" y="6605"/>
                    <a:pt x="35481" y="6641"/>
                  </a:cubicBezTo>
                  <a:cubicBezTo>
                    <a:pt x="35556" y="6647"/>
                    <a:pt x="35629" y="6650"/>
                    <a:pt x="35702" y="6650"/>
                  </a:cubicBezTo>
                  <a:cubicBezTo>
                    <a:pt x="36046" y="6650"/>
                    <a:pt x="36367" y="6591"/>
                    <a:pt x="36701" y="6591"/>
                  </a:cubicBezTo>
                  <a:cubicBezTo>
                    <a:pt x="36966" y="6591"/>
                    <a:pt x="37239" y="6628"/>
                    <a:pt x="37541" y="6760"/>
                  </a:cubicBezTo>
                  <a:cubicBezTo>
                    <a:pt x="37874" y="6903"/>
                    <a:pt x="38101" y="7129"/>
                    <a:pt x="38434" y="7272"/>
                  </a:cubicBezTo>
                  <a:cubicBezTo>
                    <a:pt x="39218" y="7609"/>
                    <a:pt x="40672" y="8128"/>
                    <a:pt x="41813" y="8128"/>
                  </a:cubicBezTo>
                  <a:cubicBezTo>
                    <a:pt x="42162" y="8128"/>
                    <a:pt x="42482" y="8080"/>
                    <a:pt x="42744" y="7963"/>
                  </a:cubicBezTo>
                  <a:cubicBezTo>
                    <a:pt x="42875" y="7915"/>
                    <a:pt x="42851" y="7760"/>
                    <a:pt x="42792" y="7665"/>
                  </a:cubicBezTo>
                  <a:cubicBezTo>
                    <a:pt x="42673" y="7522"/>
                    <a:pt x="42280" y="7320"/>
                    <a:pt x="41911" y="7165"/>
                  </a:cubicBezTo>
                  <a:lnTo>
                    <a:pt x="41911" y="7165"/>
                  </a:lnTo>
                  <a:cubicBezTo>
                    <a:pt x="42244" y="7188"/>
                    <a:pt x="42613" y="7206"/>
                    <a:pt x="42869" y="7206"/>
                  </a:cubicBezTo>
                  <a:cubicBezTo>
                    <a:pt x="43006" y="7206"/>
                    <a:pt x="43111" y="7201"/>
                    <a:pt x="43161" y="7189"/>
                  </a:cubicBezTo>
                  <a:cubicBezTo>
                    <a:pt x="44137" y="6962"/>
                    <a:pt x="44839" y="6355"/>
                    <a:pt x="44363" y="5367"/>
                  </a:cubicBezTo>
                  <a:cubicBezTo>
                    <a:pt x="43923" y="4486"/>
                    <a:pt x="41815" y="3605"/>
                    <a:pt x="40898" y="3438"/>
                  </a:cubicBezTo>
                  <a:cubicBezTo>
                    <a:pt x="40369" y="3343"/>
                    <a:pt x="39830" y="3319"/>
                    <a:pt x="39290" y="3319"/>
                  </a:cubicBezTo>
                  <a:cubicBezTo>
                    <a:pt x="38749" y="3319"/>
                    <a:pt x="38208" y="3343"/>
                    <a:pt x="37672" y="3343"/>
                  </a:cubicBezTo>
                  <a:cubicBezTo>
                    <a:pt x="36565" y="3343"/>
                    <a:pt x="35755" y="3105"/>
                    <a:pt x="34719" y="2879"/>
                  </a:cubicBezTo>
                  <a:cubicBezTo>
                    <a:pt x="34422" y="2816"/>
                    <a:pt x="34121" y="2792"/>
                    <a:pt x="33818" y="2792"/>
                  </a:cubicBezTo>
                  <a:cubicBezTo>
                    <a:pt x="33428" y="2792"/>
                    <a:pt x="33036" y="2832"/>
                    <a:pt x="32647" y="2879"/>
                  </a:cubicBezTo>
                  <a:cubicBezTo>
                    <a:pt x="32969" y="2807"/>
                    <a:pt x="33290" y="2724"/>
                    <a:pt x="33612" y="2652"/>
                  </a:cubicBezTo>
                  <a:cubicBezTo>
                    <a:pt x="34103" y="2537"/>
                    <a:pt x="34555" y="2493"/>
                    <a:pt x="34989" y="2493"/>
                  </a:cubicBezTo>
                  <a:cubicBezTo>
                    <a:pt x="36039" y="2493"/>
                    <a:pt x="36984" y="2754"/>
                    <a:pt x="38112" y="2914"/>
                  </a:cubicBezTo>
                  <a:cubicBezTo>
                    <a:pt x="39327" y="3081"/>
                    <a:pt x="40506" y="2879"/>
                    <a:pt x="41696" y="3248"/>
                  </a:cubicBezTo>
                  <a:cubicBezTo>
                    <a:pt x="42315" y="3438"/>
                    <a:pt x="42875" y="3819"/>
                    <a:pt x="43458" y="4045"/>
                  </a:cubicBezTo>
                  <a:cubicBezTo>
                    <a:pt x="43756" y="4153"/>
                    <a:pt x="44935" y="4212"/>
                    <a:pt x="45078" y="4295"/>
                  </a:cubicBezTo>
                  <a:cubicBezTo>
                    <a:pt x="45089" y="4307"/>
                    <a:pt x="45101" y="4307"/>
                    <a:pt x="45113" y="4307"/>
                  </a:cubicBezTo>
                  <a:cubicBezTo>
                    <a:pt x="45066" y="4355"/>
                    <a:pt x="45006" y="4450"/>
                    <a:pt x="44911" y="4617"/>
                  </a:cubicBezTo>
                  <a:cubicBezTo>
                    <a:pt x="44875" y="4664"/>
                    <a:pt x="44875" y="4748"/>
                    <a:pt x="44911" y="4807"/>
                  </a:cubicBezTo>
                  <a:cubicBezTo>
                    <a:pt x="45268" y="5343"/>
                    <a:pt x="45566" y="5141"/>
                    <a:pt x="46137" y="5307"/>
                  </a:cubicBezTo>
                  <a:cubicBezTo>
                    <a:pt x="46292" y="5367"/>
                    <a:pt x="46399" y="5379"/>
                    <a:pt x="46483" y="5391"/>
                  </a:cubicBezTo>
                  <a:cubicBezTo>
                    <a:pt x="46506" y="5415"/>
                    <a:pt x="46530" y="5438"/>
                    <a:pt x="46554" y="5462"/>
                  </a:cubicBezTo>
                  <a:cubicBezTo>
                    <a:pt x="46483" y="5593"/>
                    <a:pt x="46459" y="5748"/>
                    <a:pt x="46530" y="5855"/>
                  </a:cubicBezTo>
                  <a:cubicBezTo>
                    <a:pt x="46562" y="5908"/>
                    <a:pt x="46613" y="5952"/>
                    <a:pt x="46675" y="5952"/>
                  </a:cubicBezTo>
                  <a:cubicBezTo>
                    <a:pt x="46682" y="5952"/>
                    <a:pt x="46689" y="5952"/>
                    <a:pt x="46697" y="5950"/>
                  </a:cubicBezTo>
                  <a:cubicBezTo>
                    <a:pt x="46733" y="5950"/>
                    <a:pt x="46756" y="5938"/>
                    <a:pt x="46792" y="5927"/>
                  </a:cubicBezTo>
                  <a:cubicBezTo>
                    <a:pt x="46816" y="6069"/>
                    <a:pt x="46852" y="6212"/>
                    <a:pt x="46935" y="6296"/>
                  </a:cubicBezTo>
                  <a:cubicBezTo>
                    <a:pt x="47316" y="6712"/>
                    <a:pt x="48566" y="7177"/>
                    <a:pt x="48935" y="7391"/>
                  </a:cubicBezTo>
                  <a:cubicBezTo>
                    <a:pt x="49471" y="7712"/>
                    <a:pt x="49995" y="7855"/>
                    <a:pt x="50578" y="8070"/>
                  </a:cubicBezTo>
                  <a:cubicBezTo>
                    <a:pt x="51174" y="8296"/>
                    <a:pt x="51626" y="8665"/>
                    <a:pt x="52221" y="8808"/>
                  </a:cubicBezTo>
                  <a:cubicBezTo>
                    <a:pt x="52235" y="8811"/>
                    <a:pt x="52249" y="8812"/>
                    <a:pt x="52264" y="8812"/>
                  </a:cubicBezTo>
                  <a:cubicBezTo>
                    <a:pt x="52415" y="8812"/>
                    <a:pt x="52618" y="8673"/>
                    <a:pt x="52719" y="8673"/>
                  </a:cubicBezTo>
                  <a:cubicBezTo>
                    <a:pt x="52729" y="8673"/>
                    <a:pt x="52737" y="8674"/>
                    <a:pt x="52745" y="8677"/>
                  </a:cubicBezTo>
                  <a:cubicBezTo>
                    <a:pt x="53233" y="8867"/>
                    <a:pt x="53864" y="9570"/>
                    <a:pt x="54376" y="9582"/>
                  </a:cubicBezTo>
                  <a:cubicBezTo>
                    <a:pt x="54407" y="9583"/>
                    <a:pt x="54437" y="9583"/>
                    <a:pt x="54465" y="9583"/>
                  </a:cubicBezTo>
                  <a:cubicBezTo>
                    <a:pt x="56007" y="9583"/>
                    <a:pt x="54384" y="8024"/>
                    <a:pt x="54174" y="7474"/>
                  </a:cubicBezTo>
                  <a:cubicBezTo>
                    <a:pt x="54174" y="7462"/>
                    <a:pt x="54174" y="7439"/>
                    <a:pt x="54162" y="7415"/>
                  </a:cubicBezTo>
                  <a:cubicBezTo>
                    <a:pt x="54139" y="7323"/>
                    <a:pt x="54067" y="7281"/>
                    <a:pt x="53994" y="7281"/>
                  </a:cubicBezTo>
                  <a:cubicBezTo>
                    <a:pt x="53952" y="7281"/>
                    <a:pt x="53910" y="7294"/>
                    <a:pt x="53876" y="7320"/>
                  </a:cubicBezTo>
                  <a:cubicBezTo>
                    <a:pt x="53876" y="7262"/>
                    <a:pt x="53876" y="7222"/>
                    <a:pt x="53872" y="7222"/>
                  </a:cubicBezTo>
                  <a:cubicBezTo>
                    <a:pt x="53871" y="7222"/>
                    <a:pt x="53868" y="7230"/>
                    <a:pt x="53864" y="7248"/>
                  </a:cubicBezTo>
                  <a:cubicBezTo>
                    <a:pt x="53897" y="7054"/>
                    <a:pt x="53870" y="6996"/>
                    <a:pt x="53839" y="6996"/>
                  </a:cubicBezTo>
                  <a:cubicBezTo>
                    <a:pt x="53835" y="6996"/>
                    <a:pt x="53832" y="6997"/>
                    <a:pt x="53829" y="6998"/>
                  </a:cubicBezTo>
                  <a:cubicBezTo>
                    <a:pt x="53852" y="6962"/>
                    <a:pt x="53876" y="6927"/>
                    <a:pt x="53924" y="6867"/>
                  </a:cubicBezTo>
                  <a:lnTo>
                    <a:pt x="53924" y="6867"/>
                  </a:lnTo>
                  <a:cubicBezTo>
                    <a:pt x="53918" y="6875"/>
                    <a:pt x="53923" y="6878"/>
                    <a:pt x="53936" y="6878"/>
                  </a:cubicBezTo>
                  <a:cubicBezTo>
                    <a:pt x="54027" y="6878"/>
                    <a:pt x="54515" y="6718"/>
                    <a:pt x="54567" y="6677"/>
                  </a:cubicBezTo>
                  <a:cubicBezTo>
                    <a:pt x="54674" y="6617"/>
                    <a:pt x="54674" y="6331"/>
                    <a:pt x="54710" y="6296"/>
                  </a:cubicBezTo>
                  <a:lnTo>
                    <a:pt x="54710" y="6296"/>
                  </a:lnTo>
                  <a:cubicBezTo>
                    <a:pt x="54666" y="6322"/>
                    <a:pt x="54637" y="6334"/>
                    <a:pt x="54620" y="6334"/>
                  </a:cubicBezTo>
                  <a:cubicBezTo>
                    <a:pt x="54553" y="6334"/>
                    <a:pt x="54665" y="6159"/>
                    <a:pt x="54769" y="6046"/>
                  </a:cubicBezTo>
                  <a:cubicBezTo>
                    <a:pt x="54805" y="6046"/>
                    <a:pt x="54853" y="6058"/>
                    <a:pt x="54888" y="6058"/>
                  </a:cubicBezTo>
                  <a:cubicBezTo>
                    <a:pt x="54865" y="6105"/>
                    <a:pt x="54841" y="6153"/>
                    <a:pt x="54805" y="6236"/>
                  </a:cubicBezTo>
                  <a:cubicBezTo>
                    <a:pt x="54803" y="6238"/>
                    <a:pt x="54807" y="6239"/>
                    <a:pt x="54814" y="6239"/>
                  </a:cubicBezTo>
                  <a:cubicBezTo>
                    <a:pt x="54857" y="6239"/>
                    <a:pt x="55044" y="6211"/>
                    <a:pt x="55126" y="6200"/>
                  </a:cubicBezTo>
                  <a:cubicBezTo>
                    <a:pt x="55234" y="6177"/>
                    <a:pt x="55281" y="6058"/>
                    <a:pt x="55257" y="5962"/>
                  </a:cubicBezTo>
                  <a:cubicBezTo>
                    <a:pt x="55019" y="4819"/>
                    <a:pt x="53186" y="4212"/>
                    <a:pt x="52209" y="3926"/>
                  </a:cubicBezTo>
                  <a:cubicBezTo>
                    <a:pt x="50757" y="3498"/>
                    <a:pt x="49423" y="3069"/>
                    <a:pt x="48030" y="2486"/>
                  </a:cubicBezTo>
                  <a:cubicBezTo>
                    <a:pt x="44089" y="843"/>
                    <a:pt x="39589" y="200"/>
                    <a:pt x="35326" y="33"/>
                  </a:cubicBezTo>
                  <a:cubicBezTo>
                    <a:pt x="34723" y="11"/>
                    <a:pt x="34119" y="1"/>
                    <a:pt x="33517" y="1"/>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6"/>
            <p:cNvSpPr/>
            <p:nvPr/>
          </p:nvSpPr>
          <p:spPr>
            <a:xfrm>
              <a:off x="4392800" y="2117950"/>
              <a:ext cx="625" cy="325"/>
            </a:xfrm>
            <a:custGeom>
              <a:avLst/>
              <a:gdLst/>
              <a:ahLst/>
              <a:cxnLst/>
              <a:rect l="l" t="t" r="r" b="b"/>
              <a:pathLst>
                <a:path w="25" h="13" extrusionOk="0">
                  <a:moveTo>
                    <a:pt x="24" y="0"/>
                  </a:moveTo>
                  <a:cubicBezTo>
                    <a:pt x="12" y="0"/>
                    <a:pt x="12" y="0"/>
                    <a:pt x="0" y="12"/>
                  </a:cubicBezTo>
                  <a:cubicBezTo>
                    <a:pt x="12" y="12"/>
                    <a:pt x="12" y="0"/>
                    <a:pt x="24" y="0"/>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6"/>
            <p:cNvSpPr/>
            <p:nvPr/>
          </p:nvSpPr>
          <p:spPr>
            <a:xfrm>
              <a:off x="3768900" y="2144450"/>
              <a:ext cx="275" cy="800"/>
            </a:xfrm>
            <a:custGeom>
              <a:avLst/>
              <a:gdLst/>
              <a:ahLst/>
              <a:cxnLst/>
              <a:rect l="l" t="t" r="r" b="b"/>
              <a:pathLst>
                <a:path w="11" h="32" extrusionOk="0">
                  <a:moveTo>
                    <a:pt x="1" y="0"/>
                  </a:moveTo>
                  <a:cubicBezTo>
                    <a:pt x="6" y="22"/>
                    <a:pt x="9" y="32"/>
                    <a:pt x="10" y="32"/>
                  </a:cubicBezTo>
                  <a:cubicBezTo>
                    <a:pt x="10" y="32"/>
                    <a:pt x="7" y="19"/>
                    <a:pt x="1" y="0"/>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6"/>
            <p:cNvSpPr/>
            <p:nvPr/>
          </p:nvSpPr>
          <p:spPr>
            <a:xfrm>
              <a:off x="4255275" y="2306125"/>
              <a:ext cx="146475" cy="86025"/>
            </a:xfrm>
            <a:custGeom>
              <a:avLst/>
              <a:gdLst/>
              <a:ahLst/>
              <a:cxnLst/>
              <a:rect l="l" t="t" r="r" b="b"/>
              <a:pathLst>
                <a:path w="5859" h="3441" extrusionOk="0">
                  <a:moveTo>
                    <a:pt x="1519" y="1"/>
                  </a:moveTo>
                  <a:cubicBezTo>
                    <a:pt x="1477" y="1"/>
                    <a:pt x="1429" y="46"/>
                    <a:pt x="1394" y="46"/>
                  </a:cubicBezTo>
                  <a:lnTo>
                    <a:pt x="1382" y="46"/>
                  </a:lnTo>
                  <a:cubicBezTo>
                    <a:pt x="548" y="665"/>
                    <a:pt x="1" y="1987"/>
                    <a:pt x="906" y="2368"/>
                  </a:cubicBezTo>
                  <a:cubicBezTo>
                    <a:pt x="1035" y="2424"/>
                    <a:pt x="1197" y="2438"/>
                    <a:pt x="1361" y="2438"/>
                  </a:cubicBezTo>
                  <a:cubicBezTo>
                    <a:pt x="1514" y="2438"/>
                    <a:pt x="1668" y="2426"/>
                    <a:pt x="1799" y="2426"/>
                  </a:cubicBezTo>
                  <a:cubicBezTo>
                    <a:pt x="1824" y="2426"/>
                    <a:pt x="1847" y="2426"/>
                    <a:pt x="1870" y="2427"/>
                  </a:cubicBezTo>
                  <a:cubicBezTo>
                    <a:pt x="2573" y="2463"/>
                    <a:pt x="3013" y="2427"/>
                    <a:pt x="3573" y="2856"/>
                  </a:cubicBezTo>
                  <a:cubicBezTo>
                    <a:pt x="4028" y="3197"/>
                    <a:pt x="4755" y="3441"/>
                    <a:pt x="5338" y="3441"/>
                  </a:cubicBezTo>
                  <a:cubicBezTo>
                    <a:pt x="5365" y="3441"/>
                    <a:pt x="5392" y="3440"/>
                    <a:pt x="5418" y="3439"/>
                  </a:cubicBezTo>
                  <a:cubicBezTo>
                    <a:pt x="5692" y="3439"/>
                    <a:pt x="5823" y="3391"/>
                    <a:pt x="5835" y="3070"/>
                  </a:cubicBezTo>
                  <a:cubicBezTo>
                    <a:pt x="5859" y="2439"/>
                    <a:pt x="5311" y="2379"/>
                    <a:pt x="4894" y="2332"/>
                  </a:cubicBezTo>
                  <a:cubicBezTo>
                    <a:pt x="3977" y="2201"/>
                    <a:pt x="4227" y="1225"/>
                    <a:pt x="3501" y="808"/>
                  </a:cubicBezTo>
                  <a:cubicBezTo>
                    <a:pt x="3180" y="641"/>
                    <a:pt x="2834" y="689"/>
                    <a:pt x="2489" y="629"/>
                  </a:cubicBezTo>
                  <a:cubicBezTo>
                    <a:pt x="1977" y="534"/>
                    <a:pt x="1870" y="355"/>
                    <a:pt x="1560" y="22"/>
                  </a:cubicBezTo>
                  <a:cubicBezTo>
                    <a:pt x="1548" y="6"/>
                    <a:pt x="1534" y="1"/>
                    <a:pt x="1519" y="1"/>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6"/>
            <p:cNvSpPr/>
            <p:nvPr/>
          </p:nvSpPr>
          <p:spPr>
            <a:xfrm>
              <a:off x="3556975" y="3417150"/>
              <a:ext cx="57775" cy="54400"/>
            </a:xfrm>
            <a:custGeom>
              <a:avLst/>
              <a:gdLst/>
              <a:ahLst/>
              <a:cxnLst/>
              <a:rect l="l" t="t" r="r" b="b"/>
              <a:pathLst>
                <a:path w="2311" h="2176" extrusionOk="0">
                  <a:moveTo>
                    <a:pt x="655" y="0"/>
                  </a:moveTo>
                  <a:cubicBezTo>
                    <a:pt x="455" y="0"/>
                    <a:pt x="267" y="54"/>
                    <a:pt x="120" y="194"/>
                  </a:cubicBezTo>
                  <a:cubicBezTo>
                    <a:pt x="84" y="206"/>
                    <a:pt x="60" y="229"/>
                    <a:pt x="36" y="277"/>
                  </a:cubicBezTo>
                  <a:cubicBezTo>
                    <a:pt x="13" y="313"/>
                    <a:pt x="1" y="360"/>
                    <a:pt x="1" y="396"/>
                  </a:cubicBezTo>
                  <a:cubicBezTo>
                    <a:pt x="1" y="503"/>
                    <a:pt x="36" y="610"/>
                    <a:pt x="60" y="718"/>
                  </a:cubicBezTo>
                  <a:cubicBezTo>
                    <a:pt x="132" y="1051"/>
                    <a:pt x="215" y="1396"/>
                    <a:pt x="346" y="1706"/>
                  </a:cubicBezTo>
                  <a:cubicBezTo>
                    <a:pt x="445" y="1936"/>
                    <a:pt x="593" y="2176"/>
                    <a:pt x="858" y="2176"/>
                  </a:cubicBezTo>
                  <a:cubicBezTo>
                    <a:pt x="881" y="2176"/>
                    <a:pt x="905" y="2174"/>
                    <a:pt x="929" y="2170"/>
                  </a:cubicBezTo>
                  <a:cubicBezTo>
                    <a:pt x="1191" y="2122"/>
                    <a:pt x="1418" y="1872"/>
                    <a:pt x="1560" y="1658"/>
                  </a:cubicBezTo>
                  <a:cubicBezTo>
                    <a:pt x="1703" y="1444"/>
                    <a:pt x="1715" y="1360"/>
                    <a:pt x="1989" y="1230"/>
                  </a:cubicBezTo>
                  <a:cubicBezTo>
                    <a:pt x="2096" y="1170"/>
                    <a:pt x="2191" y="1134"/>
                    <a:pt x="2227" y="1003"/>
                  </a:cubicBezTo>
                  <a:cubicBezTo>
                    <a:pt x="2311" y="729"/>
                    <a:pt x="1965" y="527"/>
                    <a:pt x="1787" y="396"/>
                  </a:cubicBezTo>
                  <a:cubicBezTo>
                    <a:pt x="1501" y="214"/>
                    <a:pt x="1053" y="0"/>
                    <a:pt x="655" y="0"/>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6"/>
            <p:cNvSpPr/>
            <p:nvPr/>
          </p:nvSpPr>
          <p:spPr>
            <a:xfrm>
              <a:off x="4824700" y="2422200"/>
              <a:ext cx="321800" cy="831450"/>
            </a:xfrm>
            <a:custGeom>
              <a:avLst/>
              <a:gdLst/>
              <a:ahLst/>
              <a:cxnLst/>
              <a:rect l="l" t="t" r="r" b="b"/>
              <a:pathLst>
                <a:path w="12872" h="33258" extrusionOk="0">
                  <a:moveTo>
                    <a:pt x="10156" y="25264"/>
                  </a:moveTo>
                  <a:lnTo>
                    <a:pt x="10156" y="25264"/>
                  </a:lnTo>
                  <a:cubicBezTo>
                    <a:pt x="10192" y="25407"/>
                    <a:pt x="10240" y="25561"/>
                    <a:pt x="10287" y="25752"/>
                  </a:cubicBezTo>
                  <a:cubicBezTo>
                    <a:pt x="10371" y="26109"/>
                    <a:pt x="10430" y="26395"/>
                    <a:pt x="10478" y="26657"/>
                  </a:cubicBezTo>
                  <a:cubicBezTo>
                    <a:pt x="10371" y="26192"/>
                    <a:pt x="10264" y="25728"/>
                    <a:pt x="10156" y="25264"/>
                  </a:cubicBezTo>
                  <a:close/>
                  <a:moveTo>
                    <a:pt x="209" y="1"/>
                  </a:moveTo>
                  <a:cubicBezTo>
                    <a:pt x="154" y="1"/>
                    <a:pt x="105" y="33"/>
                    <a:pt x="72" y="82"/>
                  </a:cubicBezTo>
                  <a:cubicBezTo>
                    <a:pt x="24" y="118"/>
                    <a:pt x="0" y="177"/>
                    <a:pt x="24" y="249"/>
                  </a:cubicBezTo>
                  <a:cubicBezTo>
                    <a:pt x="774" y="4071"/>
                    <a:pt x="4227" y="6333"/>
                    <a:pt x="5668" y="9917"/>
                  </a:cubicBezTo>
                  <a:cubicBezTo>
                    <a:pt x="6906" y="13012"/>
                    <a:pt x="7478" y="16394"/>
                    <a:pt x="8430" y="19572"/>
                  </a:cubicBezTo>
                  <a:cubicBezTo>
                    <a:pt x="9371" y="22740"/>
                    <a:pt x="10014" y="25919"/>
                    <a:pt x="10609" y="29145"/>
                  </a:cubicBezTo>
                  <a:cubicBezTo>
                    <a:pt x="10760" y="30006"/>
                    <a:pt x="11219" y="33258"/>
                    <a:pt x="12586" y="33258"/>
                  </a:cubicBezTo>
                  <a:cubicBezTo>
                    <a:pt x="12617" y="33258"/>
                    <a:pt x="12648" y="33256"/>
                    <a:pt x="12681" y="33253"/>
                  </a:cubicBezTo>
                  <a:cubicBezTo>
                    <a:pt x="12788" y="33241"/>
                    <a:pt x="12871" y="33181"/>
                    <a:pt x="12871" y="33062"/>
                  </a:cubicBezTo>
                  <a:cubicBezTo>
                    <a:pt x="12538" y="20918"/>
                    <a:pt x="8180" y="9405"/>
                    <a:pt x="370" y="94"/>
                  </a:cubicBezTo>
                  <a:cubicBezTo>
                    <a:pt x="346" y="58"/>
                    <a:pt x="322" y="34"/>
                    <a:pt x="286" y="22"/>
                  </a:cubicBezTo>
                  <a:cubicBezTo>
                    <a:pt x="260" y="8"/>
                    <a:pt x="234" y="1"/>
                    <a:pt x="209" y="1"/>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6"/>
            <p:cNvSpPr/>
            <p:nvPr/>
          </p:nvSpPr>
          <p:spPr>
            <a:xfrm>
              <a:off x="4433875" y="2133725"/>
              <a:ext cx="96475" cy="62525"/>
            </a:xfrm>
            <a:custGeom>
              <a:avLst/>
              <a:gdLst/>
              <a:ahLst/>
              <a:cxnLst/>
              <a:rect l="l" t="t" r="r" b="b"/>
              <a:pathLst>
                <a:path w="3859" h="2501" extrusionOk="0">
                  <a:moveTo>
                    <a:pt x="1896" y="5"/>
                  </a:moveTo>
                  <a:cubicBezTo>
                    <a:pt x="1878" y="5"/>
                    <a:pt x="1861" y="7"/>
                    <a:pt x="1846" y="12"/>
                  </a:cubicBezTo>
                  <a:lnTo>
                    <a:pt x="1834" y="12"/>
                  </a:lnTo>
                  <a:cubicBezTo>
                    <a:pt x="1620" y="48"/>
                    <a:pt x="1" y="1"/>
                    <a:pt x="310" y="620"/>
                  </a:cubicBezTo>
                  <a:cubicBezTo>
                    <a:pt x="441" y="858"/>
                    <a:pt x="917" y="989"/>
                    <a:pt x="1132" y="1132"/>
                  </a:cubicBezTo>
                  <a:cubicBezTo>
                    <a:pt x="1608" y="1441"/>
                    <a:pt x="1929" y="1917"/>
                    <a:pt x="2394" y="2227"/>
                  </a:cubicBezTo>
                  <a:cubicBezTo>
                    <a:pt x="2624" y="2370"/>
                    <a:pt x="2919" y="2500"/>
                    <a:pt x="3175" y="2500"/>
                  </a:cubicBezTo>
                  <a:cubicBezTo>
                    <a:pt x="3410" y="2500"/>
                    <a:pt x="3612" y="2391"/>
                    <a:pt x="3703" y="2084"/>
                  </a:cubicBezTo>
                  <a:cubicBezTo>
                    <a:pt x="3787" y="1798"/>
                    <a:pt x="3858" y="1298"/>
                    <a:pt x="3691" y="1048"/>
                  </a:cubicBezTo>
                  <a:cubicBezTo>
                    <a:pt x="3560" y="858"/>
                    <a:pt x="3120" y="703"/>
                    <a:pt x="2929" y="584"/>
                  </a:cubicBezTo>
                  <a:cubicBezTo>
                    <a:pt x="2608" y="393"/>
                    <a:pt x="2298" y="215"/>
                    <a:pt x="1977" y="24"/>
                  </a:cubicBezTo>
                  <a:cubicBezTo>
                    <a:pt x="1949" y="10"/>
                    <a:pt x="1921" y="5"/>
                    <a:pt x="1896" y="5"/>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6"/>
            <p:cNvSpPr/>
            <p:nvPr/>
          </p:nvSpPr>
          <p:spPr>
            <a:xfrm>
              <a:off x="3614125" y="4495475"/>
              <a:ext cx="588200" cy="91450"/>
            </a:xfrm>
            <a:custGeom>
              <a:avLst/>
              <a:gdLst/>
              <a:ahLst/>
              <a:cxnLst/>
              <a:rect l="l" t="t" r="r" b="b"/>
              <a:pathLst>
                <a:path w="23528" h="3658" extrusionOk="0">
                  <a:moveTo>
                    <a:pt x="22412" y="0"/>
                  </a:moveTo>
                  <a:cubicBezTo>
                    <a:pt x="21555" y="0"/>
                    <a:pt x="20563" y="308"/>
                    <a:pt x="19932" y="483"/>
                  </a:cubicBezTo>
                  <a:cubicBezTo>
                    <a:pt x="18408" y="1042"/>
                    <a:pt x="16919" y="1733"/>
                    <a:pt x="15407" y="2316"/>
                  </a:cubicBezTo>
                  <a:cubicBezTo>
                    <a:pt x="14586" y="2638"/>
                    <a:pt x="13550" y="2840"/>
                    <a:pt x="12502" y="2995"/>
                  </a:cubicBezTo>
                  <a:cubicBezTo>
                    <a:pt x="12312" y="3007"/>
                    <a:pt x="12121" y="3031"/>
                    <a:pt x="11895" y="3066"/>
                  </a:cubicBezTo>
                  <a:lnTo>
                    <a:pt x="11883" y="3066"/>
                  </a:lnTo>
                  <a:cubicBezTo>
                    <a:pt x="11193" y="3150"/>
                    <a:pt x="10526" y="3209"/>
                    <a:pt x="9931" y="3245"/>
                  </a:cubicBezTo>
                  <a:cubicBezTo>
                    <a:pt x="9883" y="3257"/>
                    <a:pt x="9847" y="3269"/>
                    <a:pt x="9811" y="3304"/>
                  </a:cubicBezTo>
                  <a:cubicBezTo>
                    <a:pt x="9788" y="3269"/>
                    <a:pt x="9752" y="3257"/>
                    <a:pt x="9692" y="3245"/>
                  </a:cubicBezTo>
                  <a:cubicBezTo>
                    <a:pt x="6736" y="3132"/>
                    <a:pt x="3727" y="2549"/>
                    <a:pt x="765" y="2549"/>
                  </a:cubicBezTo>
                  <a:cubicBezTo>
                    <a:pt x="601" y="2549"/>
                    <a:pt x="438" y="2551"/>
                    <a:pt x="275" y="2554"/>
                  </a:cubicBezTo>
                  <a:cubicBezTo>
                    <a:pt x="72" y="2566"/>
                    <a:pt x="1" y="2900"/>
                    <a:pt x="227" y="2935"/>
                  </a:cubicBezTo>
                  <a:cubicBezTo>
                    <a:pt x="429" y="2959"/>
                    <a:pt x="632" y="2983"/>
                    <a:pt x="834" y="3019"/>
                  </a:cubicBezTo>
                  <a:cubicBezTo>
                    <a:pt x="965" y="3054"/>
                    <a:pt x="1168" y="3078"/>
                    <a:pt x="1394" y="3090"/>
                  </a:cubicBezTo>
                  <a:cubicBezTo>
                    <a:pt x="3858" y="3435"/>
                    <a:pt x="6347" y="3626"/>
                    <a:pt x="8847" y="3638"/>
                  </a:cubicBezTo>
                  <a:cubicBezTo>
                    <a:pt x="9133" y="3638"/>
                    <a:pt x="9407" y="3638"/>
                    <a:pt x="9692" y="3626"/>
                  </a:cubicBezTo>
                  <a:cubicBezTo>
                    <a:pt x="9740" y="3626"/>
                    <a:pt x="9788" y="3614"/>
                    <a:pt x="9811" y="3590"/>
                  </a:cubicBezTo>
                  <a:cubicBezTo>
                    <a:pt x="9847" y="3614"/>
                    <a:pt x="9883" y="3626"/>
                    <a:pt x="9931" y="3626"/>
                  </a:cubicBezTo>
                  <a:cubicBezTo>
                    <a:pt x="10145" y="3626"/>
                    <a:pt x="10359" y="3614"/>
                    <a:pt x="10573" y="3614"/>
                  </a:cubicBezTo>
                  <a:cubicBezTo>
                    <a:pt x="10683" y="3644"/>
                    <a:pt x="10812" y="3657"/>
                    <a:pt x="10955" y="3657"/>
                  </a:cubicBezTo>
                  <a:cubicBezTo>
                    <a:pt x="11153" y="3657"/>
                    <a:pt x="11379" y="3632"/>
                    <a:pt x="11621" y="3590"/>
                  </a:cubicBezTo>
                  <a:cubicBezTo>
                    <a:pt x="13764" y="3543"/>
                    <a:pt x="16110" y="3447"/>
                    <a:pt x="17967" y="2709"/>
                  </a:cubicBezTo>
                  <a:cubicBezTo>
                    <a:pt x="19444" y="2114"/>
                    <a:pt x="20884" y="1447"/>
                    <a:pt x="22408" y="923"/>
                  </a:cubicBezTo>
                  <a:cubicBezTo>
                    <a:pt x="22742" y="804"/>
                    <a:pt x="23182" y="768"/>
                    <a:pt x="23444" y="506"/>
                  </a:cubicBezTo>
                  <a:cubicBezTo>
                    <a:pt x="23527" y="423"/>
                    <a:pt x="23516" y="268"/>
                    <a:pt x="23408" y="209"/>
                  </a:cubicBezTo>
                  <a:cubicBezTo>
                    <a:pt x="23128" y="58"/>
                    <a:pt x="22782" y="0"/>
                    <a:pt x="22412" y="0"/>
                  </a:cubicBezTo>
                  <a:close/>
                </a:path>
              </a:pathLst>
            </a:custGeom>
            <a:solidFill>
              <a:srgbClr val="9FE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6"/>
            <p:cNvSpPr/>
            <p:nvPr/>
          </p:nvSpPr>
          <p:spPr>
            <a:xfrm>
              <a:off x="2669675" y="2505800"/>
              <a:ext cx="2486350" cy="2080925"/>
            </a:xfrm>
            <a:custGeom>
              <a:avLst/>
              <a:gdLst/>
              <a:ahLst/>
              <a:cxnLst/>
              <a:rect l="l" t="t" r="r" b="b"/>
              <a:pathLst>
                <a:path w="99454" h="83237" extrusionOk="0">
                  <a:moveTo>
                    <a:pt x="89619" y="0"/>
                  </a:moveTo>
                  <a:cubicBezTo>
                    <a:pt x="80891" y="32445"/>
                    <a:pt x="51257" y="56341"/>
                    <a:pt x="16050" y="56341"/>
                  </a:cubicBezTo>
                  <a:cubicBezTo>
                    <a:pt x="10537" y="56341"/>
                    <a:pt x="5179" y="55745"/>
                    <a:pt x="0" y="54638"/>
                  </a:cubicBezTo>
                  <a:lnTo>
                    <a:pt x="0" y="54638"/>
                  </a:lnTo>
                  <a:cubicBezTo>
                    <a:pt x="8727" y="71616"/>
                    <a:pt x="26420" y="83237"/>
                    <a:pt x="46827" y="83237"/>
                  </a:cubicBezTo>
                  <a:cubicBezTo>
                    <a:pt x="75891" y="83237"/>
                    <a:pt x="99453" y="59686"/>
                    <a:pt x="99453" y="30623"/>
                  </a:cubicBezTo>
                  <a:cubicBezTo>
                    <a:pt x="99453" y="19193"/>
                    <a:pt x="95810" y="8620"/>
                    <a:pt x="89619" y="0"/>
                  </a:cubicBezTo>
                  <a:close/>
                </a:path>
              </a:pathLst>
            </a:custGeom>
            <a:solidFill>
              <a:srgbClr val="043A5B">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3" name="Google Shape;543;p36"/>
          <p:cNvGrpSpPr/>
          <p:nvPr/>
        </p:nvGrpSpPr>
        <p:grpSpPr>
          <a:xfrm flipH="1">
            <a:off x="2322311" y="4411043"/>
            <a:ext cx="446222" cy="77476"/>
            <a:chOff x="6146875" y="1767300"/>
            <a:chExt cx="331025" cy="57475"/>
          </a:xfrm>
        </p:grpSpPr>
        <p:sp>
          <p:nvSpPr>
            <p:cNvPr id="544" name="Google Shape;544;p36"/>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6"/>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01276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7" name="Google Shape;457;p33"/>
          <p:cNvSpPr txBox="1">
            <a:spLocks noGrp="1"/>
          </p:cNvSpPr>
          <p:nvPr>
            <p:ph type="body" idx="1"/>
          </p:nvPr>
        </p:nvSpPr>
        <p:spPr>
          <a:xfrm>
            <a:off x="520823" y="235753"/>
            <a:ext cx="8102354" cy="4671993"/>
          </a:xfrm>
          <a:prstGeom prst="rect">
            <a:avLst/>
          </a:prstGeom>
        </p:spPr>
        <p:txBody>
          <a:bodyPr spcFirstLastPara="1" wrap="square" lIns="91425" tIns="91425" rIns="91425" bIns="91425" anchor="t" anchorCtr="0">
            <a:noAutofit/>
          </a:bodyPr>
          <a:lstStyle/>
          <a:p>
            <a:r>
              <a:rPr lang="en-US" sz="1600" dirty="0">
                <a:latin typeface="Bahnschrift Light" panose="020B0502040204020203" pitchFamily="34" charset="0"/>
              </a:rPr>
              <a:t>Studying the </a:t>
            </a:r>
            <a:r>
              <a:rPr lang="en-US" sz="1600" b="1" dirty="0">
                <a:latin typeface="Bahnschrift Light" panose="020B0502040204020203" pitchFamily="34" charset="0"/>
              </a:rPr>
              <a:t>relationship</a:t>
            </a:r>
            <a:r>
              <a:rPr lang="en-US" sz="1600" dirty="0">
                <a:latin typeface="Bahnschrift Light" panose="020B0502040204020203" pitchFamily="34" charset="0"/>
              </a:rPr>
              <a:t> between </a:t>
            </a:r>
            <a:r>
              <a:rPr lang="en-US" sz="1600" b="1" dirty="0">
                <a:latin typeface="Bahnschrift Light" panose="020B0502040204020203" pitchFamily="34" charset="0"/>
              </a:rPr>
              <a:t>other contributors </a:t>
            </a:r>
            <a:r>
              <a:rPr lang="en-US" sz="1600" dirty="0">
                <a:latin typeface="Bahnschrift Light" panose="020B0502040204020203" pitchFamily="34" charset="0"/>
              </a:rPr>
              <a:t>to the AQI , i.e. Wind Speed Direction, Precipitation rate, Sun Radiations, Water Body distribution etc.</a:t>
            </a:r>
          </a:p>
          <a:p>
            <a:endParaRPr lang="en-US" sz="1600" dirty="0">
              <a:latin typeface="Bahnschrift Light" panose="020B0502040204020203" pitchFamily="34" charset="0"/>
            </a:endParaRPr>
          </a:p>
          <a:p>
            <a:r>
              <a:rPr lang="en-US" sz="1600" dirty="0">
                <a:latin typeface="Bahnschrift Light" panose="020B0502040204020203" pitchFamily="34" charset="0"/>
              </a:rPr>
              <a:t>Use </a:t>
            </a:r>
            <a:r>
              <a:rPr lang="en-US" sz="1600" b="1" dirty="0">
                <a:latin typeface="Bahnschrift Light" panose="020B0502040204020203" pitchFamily="34" charset="0"/>
              </a:rPr>
              <a:t>dashboard visualizations </a:t>
            </a:r>
            <a:r>
              <a:rPr lang="en-US" sz="1600" dirty="0">
                <a:latin typeface="Bahnschrift Light" panose="020B0502040204020203" pitchFamily="34" charset="0"/>
              </a:rPr>
              <a:t>like scatter plots to intuitively study of dependency of two or more variables and hence establish the interdependence among them. (Can hence be mathematically verified).</a:t>
            </a:r>
          </a:p>
          <a:p>
            <a:endParaRPr lang="en-US" sz="1600" dirty="0">
              <a:latin typeface="Bahnschrift Light" panose="020B0502040204020203" pitchFamily="34" charset="0"/>
            </a:endParaRPr>
          </a:p>
          <a:p>
            <a:r>
              <a:rPr lang="en-US" sz="1600" dirty="0">
                <a:latin typeface="Bahnschrift Light" panose="020B0502040204020203" pitchFamily="34" charset="0"/>
              </a:rPr>
              <a:t>To further contribute in the </a:t>
            </a:r>
            <a:r>
              <a:rPr lang="en-US" sz="1600" b="1" dirty="0">
                <a:latin typeface="Bahnschrift Light" panose="020B0502040204020203" pitchFamily="34" charset="0"/>
              </a:rPr>
              <a:t>research dimension </a:t>
            </a:r>
            <a:r>
              <a:rPr lang="en-US" sz="1600" dirty="0">
                <a:latin typeface="Bahnschrift Light" panose="020B0502040204020203" pitchFamily="34" charset="0"/>
              </a:rPr>
              <a:t>wherein results derived can be used to </a:t>
            </a:r>
            <a:r>
              <a:rPr lang="en-US" sz="1600" b="1" dirty="0">
                <a:latin typeface="Bahnschrift Light" panose="020B0502040204020203" pitchFamily="34" charset="0"/>
              </a:rPr>
              <a:t>study economic indicators </a:t>
            </a:r>
            <a:r>
              <a:rPr lang="en-US" sz="1600" dirty="0">
                <a:latin typeface="Bahnschrift Light" panose="020B0502040204020203" pitchFamily="34" charset="0"/>
              </a:rPr>
              <a:t>like QOL (Quality of Life) – HDI, Pollution Levels and others that contributes to further navigate the living index of a city and the healthcare of its territorial citizens.</a:t>
            </a:r>
          </a:p>
          <a:p>
            <a:endParaRPr lang="en-US" sz="1600" dirty="0">
              <a:latin typeface="Bahnschrift Light" panose="020B0502040204020203" pitchFamily="34" charset="0"/>
            </a:endParaRPr>
          </a:p>
          <a:p>
            <a:r>
              <a:rPr lang="en-US" sz="1600" b="1" dirty="0">
                <a:latin typeface="Bahnschrift Light" panose="020B0502040204020203" pitchFamily="34" charset="0"/>
              </a:rPr>
              <a:t>Statistically deduce </a:t>
            </a:r>
            <a:r>
              <a:rPr lang="en-US" sz="1600" dirty="0">
                <a:latin typeface="Bahnschrift Light" panose="020B0502040204020203" pitchFamily="34" charset="0"/>
              </a:rPr>
              <a:t>if the formulations and policies have worked, and hence reason the deviations, if found.</a:t>
            </a:r>
          </a:p>
          <a:p>
            <a:endParaRPr lang="en-US" sz="1800" dirty="0">
              <a:latin typeface="Bahnschrift Light" panose="020B0502040204020203" pitchFamily="34" charset="0"/>
            </a:endParaRPr>
          </a:p>
          <a:p>
            <a:r>
              <a:rPr lang="en-IN" sz="1600" dirty="0">
                <a:latin typeface="Bahnschrift Light" panose="020B0502040204020203" pitchFamily="34" charset="0"/>
              </a:rPr>
              <a:t>Many other factors like </a:t>
            </a:r>
            <a:r>
              <a:rPr lang="en-IN" sz="1600" b="1" dirty="0">
                <a:latin typeface="Bahnschrift Light" panose="020B0502040204020203" pitchFamily="34" charset="0"/>
              </a:rPr>
              <a:t>odd-even rule</a:t>
            </a:r>
            <a:r>
              <a:rPr lang="en-IN" sz="1600" dirty="0">
                <a:latin typeface="Bahnschrift Light" panose="020B0502040204020203" pitchFamily="34" charset="0"/>
              </a:rPr>
              <a:t>, other </a:t>
            </a:r>
            <a:r>
              <a:rPr lang="en-IN" sz="1600" b="1" dirty="0">
                <a:latin typeface="Bahnschrift Light" panose="020B0502040204020203" pitchFamily="34" charset="0"/>
              </a:rPr>
              <a:t>festivals and occasions</a:t>
            </a:r>
            <a:r>
              <a:rPr lang="en-IN" sz="1600" dirty="0">
                <a:latin typeface="Bahnschrift Light" panose="020B0502040204020203" pitchFamily="34" charset="0"/>
              </a:rPr>
              <a:t> (Holi, Diwali, New Year, etc), seasonal comparison (Summer vs Winter), Global Warming, Trading Peaks, proximity to airports and railway stations etc. can be examined.</a:t>
            </a:r>
            <a:endParaRPr lang="en-US" sz="1800" dirty="0">
              <a:latin typeface="Bahnschrift Light" panose="020B0502040204020203" pitchFamily="34" charset="0"/>
            </a:endParaRPr>
          </a:p>
          <a:p>
            <a:endParaRPr lang="en-US" sz="1800" dirty="0">
              <a:latin typeface="Bahnschrift Light" panose="020B0502040204020203" pitchFamily="34" charset="0"/>
            </a:endParaRPr>
          </a:p>
          <a:p>
            <a:pPr marL="342900" indent="-342900">
              <a:buClr>
                <a:srgbClr val="000000"/>
              </a:buClr>
            </a:pPr>
            <a:endParaRPr sz="1000" dirty="0">
              <a:solidFill>
                <a:schemeClr val="accent6"/>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3970031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37"/>
          <p:cNvSpPr txBox="1">
            <a:spLocks noGrp="1"/>
          </p:cNvSpPr>
          <p:nvPr>
            <p:ph type="title"/>
          </p:nvPr>
        </p:nvSpPr>
        <p:spPr>
          <a:xfrm>
            <a:off x="516189" y="360044"/>
            <a:ext cx="7708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dirty="0"/>
              <a:t>REFERENCES</a:t>
            </a:r>
            <a:endParaRPr sz="4000" b="1" dirty="0"/>
          </a:p>
          <a:p>
            <a:pPr marL="0" lvl="0" indent="0" algn="l" rtl="0">
              <a:spcBef>
                <a:spcPts val="0"/>
              </a:spcBef>
              <a:spcAft>
                <a:spcPts val="0"/>
              </a:spcAft>
              <a:buNone/>
            </a:pPr>
            <a:endParaRPr dirty="0"/>
          </a:p>
        </p:txBody>
      </p:sp>
      <p:sp>
        <p:nvSpPr>
          <p:cNvPr id="556" name="Google Shape;556;p37"/>
          <p:cNvSpPr txBox="1">
            <a:spLocks noGrp="1"/>
          </p:cNvSpPr>
          <p:nvPr>
            <p:ph type="title" idx="5"/>
          </p:nvPr>
        </p:nvSpPr>
        <p:spPr>
          <a:xfrm>
            <a:off x="1971412" y="1234010"/>
            <a:ext cx="6899527" cy="3657821"/>
          </a:xfrm>
          <a:prstGeom prst="rect">
            <a:avLst/>
          </a:prstGeom>
        </p:spPr>
        <p:txBody>
          <a:bodyPr spcFirstLastPara="1" wrap="square" lIns="91425" tIns="91425" rIns="91425" bIns="91425" anchor="t" anchorCtr="0">
            <a:noAutofit/>
          </a:bodyPr>
          <a:lstStyle/>
          <a:p>
            <a:pPr lvl="0" algn="l" rtl="0">
              <a:spcBef>
                <a:spcPts val="0"/>
              </a:spcBef>
              <a:spcAft>
                <a:spcPts val="0"/>
              </a:spcAft>
            </a:pPr>
            <a:r>
              <a:rPr lang="en-US" sz="2000" dirty="0">
                <a:latin typeface="Open Sans" panose="020B0604020202020204" charset="0"/>
                <a:ea typeface="Open Sans" panose="020B0604020202020204" charset="0"/>
                <a:cs typeface="Open Sans" panose="020B0604020202020204" charset="0"/>
              </a:rPr>
              <a:t>* </a:t>
            </a:r>
            <a:r>
              <a:rPr lang="en-US" sz="2000" dirty="0">
                <a:latin typeface="Open Sans" panose="020B0604020202020204" charset="0"/>
                <a:ea typeface="Open Sans" panose="020B0604020202020204" charset="0"/>
                <a:cs typeface="Open Sans" panose="020B0604020202020204" charset="0"/>
                <a:hlinkClick r:id="rId3"/>
              </a:rPr>
              <a:t>d</a:t>
            </a:r>
            <a:r>
              <a:rPr lang="en" sz="2000" dirty="0">
                <a:latin typeface="Open Sans" panose="020B0604020202020204" charset="0"/>
                <a:ea typeface="Open Sans" panose="020B0604020202020204" charset="0"/>
                <a:cs typeface="Open Sans" panose="020B0604020202020204" charset="0"/>
                <a:hlinkClick r:id="rId3"/>
              </a:rPr>
              <a:t>ata.gov.in </a:t>
            </a:r>
            <a:r>
              <a:rPr lang="en" sz="2000" dirty="0">
                <a:latin typeface="Open Sans" panose="020B0604020202020204" charset="0"/>
                <a:ea typeface="Open Sans" panose="020B0604020202020204" charset="0"/>
                <a:cs typeface="Open Sans" panose="020B0604020202020204" charset="0"/>
              </a:rPr>
              <a:t>– Open Government Data (OGD) Platform, India</a:t>
            </a:r>
            <a:br>
              <a:rPr lang="en" sz="2000" dirty="0">
                <a:latin typeface="Open Sans" panose="020B0604020202020204" charset="0"/>
                <a:ea typeface="Open Sans" panose="020B0604020202020204" charset="0"/>
                <a:cs typeface="Open Sans" panose="020B0604020202020204" charset="0"/>
              </a:rPr>
            </a:br>
            <a:r>
              <a:rPr lang="en" sz="2000" dirty="0">
                <a:latin typeface="Open Sans" panose="020B0604020202020204" charset="0"/>
                <a:ea typeface="Open Sans" panose="020B0604020202020204" charset="0"/>
                <a:cs typeface="Open Sans" panose="020B0604020202020204" charset="0"/>
              </a:rPr>
              <a:t>* </a:t>
            </a:r>
            <a:r>
              <a:rPr lang="en" sz="2000" dirty="0">
                <a:latin typeface="Open Sans" panose="020B0604020202020204" charset="0"/>
                <a:ea typeface="Open Sans" panose="020B0604020202020204" charset="0"/>
                <a:cs typeface="Open Sans" panose="020B0604020202020204" charset="0"/>
                <a:hlinkClick r:id="rId4"/>
              </a:rPr>
              <a:t>moef.gov.in</a:t>
            </a:r>
            <a:r>
              <a:rPr lang="en" sz="2000" dirty="0">
                <a:latin typeface="Open Sans" panose="020B0604020202020204" charset="0"/>
                <a:ea typeface="Open Sans" panose="020B0604020202020204" charset="0"/>
                <a:cs typeface="Open Sans" panose="020B0604020202020204" charset="0"/>
              </a:rPr>
              <a:t> – Ministry of </a:t>
            </a:r>
            <a:r>
              <a:rPr lang="en-US" sz="2000" dirty="0">
                <a:latin typeface="Open Sans" panose="020B0604020202020204" charset="0"/>
                <a:ea typeface="Open Sans" panose="020B0604020202020204" charset="0"/>
                <a:cs typeface="Open Sans" panose="020B0604020202020204" charset="0"/>
              </a:rPr>
              <a:t>Environment, Forest and  Climate Change</a:t>
            </a:r>
            <a:br>
              <a:rPr lang="en" sz="2000" dirty="0">
                <a:latin typeface="Open Sans" panose="020B0604020202020204" charset="0"/>
                <a:ea typeface="Open Sans" panose="020B0604020202020204" charset="0"/>
                <a:cs typeface="Open Sans" panose="020B0604020202020204" charset="0"/>
              </a:rPr>
            </a:br>
            <a:r>
              <a:rPr lang="en" sz="2000" dirty="0">
                <a:latin typeface="Open Sans" panose="020B0604020202020204" charset="0"/>
                <a:ea typeface="Open Sans" panose="020B0604020202020204" charset="0"/>
                <a:cs typeface="Open Sans" panose="020B0604020202020204" charset="0"/>
              </a:rPr>
              <a:t>* </a:t>
            </a:r>
            <a:r>
              <a:rPr lang="en" sz="2000" dirty="0">
                <a:latin typeface="Open Sans" panose="020B0604020202020204" charset="0"/>
                <a:ea typeface="Open Sans" panose="020B0604020202020204" charset="0"/>
                <a:cs typeface="Open Sans" panose="020B0604020202020204" charset="0"/>
                <a:hlinkClick r:id="rId5"/>
              </a:rPr>
              <a:t>cpcb.nic.in</a:t>
            </a:r>
            <a:r>
              <a:rPr lang="en" sz="2000" dirty="0">
                <a:latin typeface="Open Sans" panose="020B0604020202020204" charset="0"/>
                <a:ea typeface="Open Sans" panose="020B0604020202020204" charset="0"/>
                <a:cs typeface="Open Sans" panose="020B0604020202020204" charset="0"/>
              </a:rPr>
              <a:t> – Central Pollution Control Board of India</a:t>
            </a:r>
            <a:br>
              <a:rPr lang="en" sz="2000" dirty="0">
                <a:latin typeface="Open Sans" panose="020B0604020202020204" charset="0"/>
                <a:ea typeface="Open Sans" panose="020B0604020202020204" charset="0"/>
                <a:cs typeface="Open Sans" panose="020B0604020202020204" charset="0"/>
              </a:rPr>
            </a:br>
            <a:r>
              <a:rPr lang="en" sz="2000" dirty="0">
                <a:latin typeface="Open Sans" panose="020B0604020202020204" charset="0"/>
                <a:ea typeface="Open Sans" panose="020B0604020202020204" charset="0"/>
                <a:cs typeface="Open Sans" panose="020B0604020202020204" charset="0"/>
              </a:rPr>
              <a:t>* </a:t>
            </a:r>
            <a:r>
              <a:rPr lang="en" sz="2000" dirty="0">
                <a:latin typeface="Open Sans" panose="020B0604020202020204" charset="0"/>
                <a:ea typeface="Open Sans" panose="020B0604020202020204" charset="0"/>
                <a:cs typeface="Open Sans" panose="020B0604020202020204" charset="0"/>
                <a:hlinkClick r:id="rId6"/>
              </a:rPr>
              <a:t>airnow.gov</a:t>
            </a:r>
            <a:r>
              <a:rPr lang="en" sz="2000" dirty="0">
                <a:latin typeface="Open Sans" panose="020B0604020202020204" charset="0"/>
                <a:ea typeface="Open Sans" panose="020B0604020202020204" charset="0"/>
                <a:cs typeface="Open Sans" panose="020B0604020202020204" charset="0"/>
              </a:rPr>
              <a:t> – Home of U.S. Air Quality Index</a:t>
            </a:r>
            <a:br>
              <a:rPr lang="en" sz="2000" dirty="0">
                <a:latin typeface="Open Sans" panose="020B0604020202020204" charset="0"/>
                <a:ea typeface="Open Sans" panose="020B0604020202020204" charset="0"/>
                <a:cs typeface="Open Sans" panose="020B0604020202020204" charset="0"/>
              </a:rPr>
            </a:br>
            <a:r>
              <a:rPr lang="en" sz="2000" dirty="0">
                <a:latin typeface="Open Sans" panose="020B0604020202020204" charset="0"/>
                <a:ea typeface="Open Sans" panose="020B0604020202020204" charset="0"/>
                <a:cs typeface="Open Sans" panose="020B0604020202020204" charset="0"/>
              </a:rPr>
              <a:t>* </a:t>
            </a:r>
            <a:r>
              <a:rPr lang="en" sz="2000" dirty="0">
                <a:latin typeface="Open Sans" panose="020B0604020202020204" charset="0"/>
                <a:ea typeface="Open Sans" panose="020B0604020202020204" charset="0"/>
                <a:cs typeface="Open Sans" panose="020B0604020202020204" charset="0"/>
                <a:hlinkClick r:id="rId7"/>
              </a:rPr>
              <a:t>scied.ucar.edu</a:t>
            </a:r>
            <a:r>
              <a:rPr lang="en" sz="2000" dirty="0">
                <a:latin typeface="Open Sans" panose="020B0604020202020204" charset="0"/>
                <a:ea typeface="Open Sans" panose="020B0604020202020204" charset="0"/>
                <a:cs typeface="Open Sans" panose="020B0604020202020204" charset="0"/>
              </a:rPr>
              <a:t> – UCAR Center for Science Education</a:t>
            </a:r>
            <a:br>
              <a:rPr lang="en" sz="2000" dirty="0">
                <a:latin typeface="Open Sans" panose="020B0604020202020204" charset="0"/>
                <a:ea typeface="Open Sans" panose="020B0604020202020204" charset="0"/>
                <a:cs typeface="Open Sans" panose="020B0604020202020204" charset="0"/>
              </a:rPr>
            </a:br>
            <a:r>
              <a:rPr lang="en" sz="2000" dirty="0">
                <a:latin typeface="Open Sans" panose="020B0604020202020204" charset="0"/>
                <a:ea typeface="Open Sans" panose="020B0604020202020204" charset="0"/>
                <a:cs typeface="Open Sans" panose="020B0604020202020204" charset="0"/>
              </a:rPr>
              <a:t>* </a:t>
            </a:r>
            <a:r>
              <a:rPr lang="en" sz="2000" dirty="0">
                <a:latin typeface="Open Sans" panose="020B0604020202020204" charset="0"/>
                <a:ea typeface="Open Sans" panose="020B0604020202020204" charset="0"/>
                <a:cs typeface="Open Sans" panose="020B0604020202020204" charset="0"/>
                <a:hlinkClick r:id="rId8"/>
              </a:rPr>
              <a:t>nrdc.org</a:t>
            </a:r>
            <a:r>
              <a:rPr lang="en" sz="2000" dirty="0">
                <a:latin typeface="Open Sans" panose="020B0604020202020204" charset="0"/>
                <a:ea typeface="Open Sans" panose="020B0604020202020204" charset="0"/>
                <a:cs typeface="Open Sans" panose="020B0604020202020204" charset="0"/>
              </a:rPr>
              <a:t> – National Resources Defence Council</a:t>
            </a:r>
            <a:br>
              <a:rPr lang="en" sz="2000" dirty="0">
                <a:latin typeface="Open Sans" panose="020B0604020202020204" charset="0"/>
                <a:ea typeface="Open Sans" panose="020B0604020202020204" charset="0"/>
                <a:cs typeface="Open Sans" panose="020B0604020202020204" charset="0"/>
              </a:rPr>
            </a:br>
            <a:r>
              <a:rPr lang="en" sz="2000" dirty="0">
                <a:latin typeface="Open Sans" panose="020B0604020202020204" charset="0"/>
                <a:ea typeface="Open Sans" panose="020B0604020202020204" charset="0"/>
                <a:cs typeface="Open Sans" panose="020B0604020202020204" charset="0"/>
              </a:rPr>
              <a:t>* </a:t>
            </a:r>
            <a:r>
              <a:rPr lang="en" sz="2000" dirty="0">
                <a:latin typeface="Open Sans" panose="020B0604020202020204" charset="0"/>
                <a:ea typeface="Open Sans" panose="020B0604020202020204" charset="0"/>
                <a:cs typeface="Open Sans" panose="020B0604020202020204" charset="0"/>
                <a:hlinkClick r:id="rId9"/>
              </a:rPr>
              <a:t>the-ies.org</a:t>
            </a:r>
            <a:r>
              <a:rPr lang="en" sz="2000" dirty="0">
                <a:latin typeface="Open Sans" panose="020B0604020202020204" charset="0"/>
                <a:ea typeface="Open Sans" panose="020B0604020202020204" charset="0"/>
                <a:cs typeface="Open Sans" panose="020B0604020202020204" charset="0"/>
              </a:rPr>
              <a:t> – The Institution of Environmental Sciences</a:t>
            </a:r>
            <a:br>
              <a:rPr lang="en" dirty="0">
                <a:latin typeface="Open Sans" panose="020B0604020202020204" charset="0"/>
                <a:ea typeface="Open Sans" panose="020B0604020202020204" charset="0"/>
                <a:cs typeface="Open Sans" panose="020B0604020202020204" charset="0"/>
              </a:rPr>
            </a:br>
            <a:endParaRPr dirty="0">
              <a:latin typeface="Open Sans" panose="020B0604020202020204" charset="0"/>
              <a:ea typeface="Open Sans" panose="020B0604020202020204" charset="0"/>
              <a:cs typeface="Open Sans" panose="020B0604020202020204" charset="0"/>
            </a:endParaRPr>
          </a:p>
          <a:p>
            <a:pPr marL="0" lvl="0" indent="0" algn="ctr" rtl="0">
              <a:spcBef>
                <a:spcPts val="0"/>
              </a:spcBef>
              <a:spcAft>
                <a:spcPts val="0"/>
              </a:spcAft>
              <a:buNone/>
            </a:pP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40"/>
          <p:cNvSpPr txBox="1">
            <a:spLocks noGrp="1"/>
          </p:cNvSpPr>
          <p:nvPr>
            <p:ph type="title" idx="2"/>
          </p:nvPr>
        </p:nvSpPr>
        <p:spPr>
          <a:xfrm>
            <a:off x="908656" y="338162"/>
            <a:ext cx="7080308" cy="1053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t>ACKNOWLEDGMENTS</a:t>
            </a:r>
            <a:endParaRPr b="1" dirty="0"/>
          </a:p>
        </p:txBody>
      </p:sp>
      <p:sp>
        <p:nvSpPr>
          <p:cNvPr id="721" name="Google Shape;721;p40"/>
          <p:cNvSpPr txBox="1">
            <a:spLocks noGrp="1"/>
          </p:cNvSpPr>
          <p:nvPr>
            <p:ph type="subTitle" idx="1"/>
          </p:nvPr>
        </p:nvSpPr>
        <p:spPr>
          <a:xfrm>
            <a:off x="679508" y="1644242"/>
            <a:ext cx="7701094" cy="3161096"/>
          </a:xfrm>
          <a:prstGeom prst="rect">
            <a:avLst/>
          </a:prstGeom>
        </p:spPr>
        <p:txBody>
          <a:bodyPr spcFirstLastPara="1" wrap="square" lIns="91425" tIns="91425" rIns="91425" bIns="91425" anchor="t" anchorCtr="0">
            <a:noAutofit/>
          </a:bodyPr>
          <a:lstStyle/>
          <a:p>
            <a:pPr marL="285750" indent="-285750" algn="l">
              <a:buFont typeface="Arial" panose="020B0604020202020204" pitchFamily="34" charset="0"/>
              <a:buChar char="•"/>
            </a:pPr>
            <a:r>
              <a:rPr lang="en-US" i="1" dirty="0"/>
              <a:t>We would like to acknowledge and express our gratitude to our Mentor for this project, Dr. Hemant Kulkarni for helping us structure, format and understand the concepts and techniques employed in the project.</a:t>
            </a:r>
          </a:p>
          <a:p>
            <a:pPr marL="285750" indent="-285750" algn="l">
              <a:buFont typeface="Arial" panose="020B0604020202020204" pitchFamily="34" charset="0"/>
              <a:buChar char="•"/>
            </a:pPr>
            <a:r>
              <a:rPr lang="en-US" i="1" dirty="0"/>
              <a:t>We would like to thank NMIMS deemed to be university, Navi Mumbai for introducing us to the opportunity to work together and for providing us with all the necessary resources that were essential for carrying out this research. </a:t>
            </a:r>
          </a:p>
          <a:p>
            <a:pPr marL="285750" indent="-285750" algn="l">
              <a:buFont typeface="Arial" panose="020B0604020202020204" pitchFamily="34" charset="0"/>
              <a:buChar char="•"/>
            </a:pPr>
            <a:r>
              <a:rPr lang="en-US" i="1" dirty="0"/>
              <a:t>We acknowledge the contributions of our amazing respondents who took out the time to fill our survey so that we could get the primary data and helped us get the responses that were generated</a:t>
            </a:r>
            <a:r>
              <a:rPr lang="en-IN" i="1" dirty="0"/>
              <a:t>.</a:t>
            </a:r>
          </a:p>
          <a:p>
            <a:pPr marL="285750" indent="-285750" algn="l">
              <a:buFont typeface="Arial" panose="020B0604020202020204" pitchFamily="34" charset="0"/>
              <a:buChar char="•"/>
            </a:pPr>
            <a:r>
              <a:rPr lang="en-IN" i="1" dirty="0"/>
              <a:t>Finally, we would like to express our gratitude to the various sources from which we extracted the data for this project, without which none of this would truly be possible.</a:t>
            </a:r>
            <a:endParaRPr lang="en-US" i="1" dirty="0"/>
          </a:p>
          <a:p>
            <a:pPr marL="0" lvl="0" indent="0" algn="ctr" rtl="0">
              <a:spcBef>
                <a:spcPts val="1600"/>
              </a:spcBef>
              <a:spcAft>
                <a:spcPts val="1600"/>
              </a:spcAft>
              <a:buNone/>
            </a:pPr>
            <a:endParaRPr dirty="0"/>
          </a:p>
        </p:txBody>
      </p:sp>
      <p:grpSp>
        <p:nvGrpSpPr>
          <p:cNvPr id="722" name="Google Shape;722;p40"/>
          <p:cNvGrpSpPr/>
          <p:nvPr/>
        </p:nvGrpSpPr>
        <p:grpSpPr>
          <a:xfrm flipH="1">
            <a:off x="4348889" y="1416218"/>
            <a:ext cx="446222" cy="77476"/>
            <a:chOff x="6146875" y="1767300"/>
            <a:chExt cx="331025" cy="57475"/>
          </a:xfrm>
        </p:grpSpPr>
        <p:sp>
          <p:nvSpPr>
            <p:cNvPr id="723" name="Google Shape;723;p40"/>
            <p:cNvSpPr/>
            <p:nvPr/>
          </p:nvSpPr>
          <p:spPr>
            <a:xfrm>
              <a:off x="6277250"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0"/>
            <p:cNvSpPr/>
            <p:nvPr/>
          </p:nvSpPr>
          <p:spPr>
            <a:xfrm>
              <a:off x="6146875" y="1767300"/>
              <a:ext cx="74150" cy="57475"/>
            </a:xfrm>
            <a:custGeom>
              <a:avLst/>
              <a:gdLst/>
              <a:ahLst/>
              <a:cxnLst/>
              <a:rect l="l" t="t" r="r" b="b"/>
              <a:pathLst>
                <a:path w="2966" h="2299" extrusionOk="0">
                  <a:moveTo>
                    <a:pt x="1477" y="1"/>
                  </a:moveTo>
                  <a:cubicBezTo>
                    <a:pt x="1" y="1"/>
                    <a:pt x="1" y="2299"/>
                    <a:pt x="1477" y="2299"/>
                  </a:cubicBezTo>
                  <a:cubicBezTo>
                    <a:pt x="2966" y="2299"/>
                    <a:pt x="2966" y="1"/>
                    <a:pt x="1477"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0"/>
            <p:cNvSpPr/>
            <p:nvPr/>
          </p:nvSpPr>
          <p:spPr>
            <a:xfrm>
              <a:off x="6403775" y="1767300"/>
              <a:ext cx="74125" cy="57475"/>
            </a:xfrm>
            <a:custGeom>
              <a:avLst/>
              <a:gdLst/>
              <a:ahLst/>
              <a:cxnLst/>
              <a:rect l="l" t="t" r="r" b="b"/>
              <a:pathLst>
                <a:path w="2965" h="2299" extrusionOk="0">
                  <a:moveTo>
                    <a:pt x="1488" y="1"/>
                  </a:moveTo>
                  <a:cubicBezTo>
                    <a:pt x="0" y="1"/>
                    <a:pt x="0" y="2299"/>
                    <a:pt x="1488" y="2299"/>
                  </a:cubicBezTo>
                  <a:cubicBezTo>
                    <a:pt x="2965" y="2299"/>
                    <a:pt x="2965" y="1"/>
                    <a:pt x="1488"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3AE96-A3FA-4385-81EC-08E121B09516}"/>
              </a:ext>
            </a:extLst>
          </p:cNvPr>
          <p:cNvSpPr>
            <a:spLocks noGrp="1"/>
          </p:cNvSpPr>
          <p:nvPr>
            <p:ph type="title"/>
          </p:nvPr>
        </p:nvSpPr>
        <p:spPr/>
        <p:txBody>
          <a:bodyPr/>
          <a:lstStyle/>
          <a:p>
            <a:r>
              <a:rPr lang="en-GB" dirty="0"/>
              <a:t>OUR TEAM</a:t>
            </a:r>
          </a:p>
        </p:txBody>
      </p:sp>
      <p:sp>
        <p:nvSpPr>
          <p:cNvPr id="3" name="Subtitle 2">
            <a:extLst>
              <a:ext uri="{FF2B5EF4-FFF2-40B4-BE49-F238E27FC236}">
                <a16:creationId xmlns:a16="http://schemas.microsoft.com/office/drawing/2014/main" id="{0053564A-0150-44D5-9FA2-90FD0535F1FE}"/>
              </a:ext>
            </a:extLst>
          </p:cNvPr>
          <p:cNvSpPr>
            <a:spLocks noGrp="1"/>
          </p:cNvSpPr>
          <p:nvPr>
            <p:ph type="subTitle" idx="1"/>
          </p:nvPr>
        </p:nvSpPr>
        <p:spPr/>
        <p:txBody>
          <a:bodyPr/>
          <a:lstStyle/>
          <a:p>
            <a:endParaRPr lang="en-GB" dirty="0"/>
          </a:p>
        </p:txBody>
      </p:sp>
      <p:sp>
        <p:nvSpPr>
          <p:cNvPr id="4" name="Title 3">
            <a:extLst>
              <a:ext uri="{FF2B5EF4-FFF2-40B4-BE49-F238E27FC236}">
                <a16:creationId xmlns:a16="http://schemas.microsoft.com/office/drawing/2014/main" id="{BA769178-615B-4760-9043-2D48A449D144}"/>
              </a:ext>
            </a:extLst>
          </p:cNvPr>
          <p:cNvSpPr>
            <a:spLocks noGrp="1"/>
          </p:cNvSpPr>
          <p:nvPr>
            <p:ph type="title" idx="2"/>
          </p:nvPr>
        </p:nvSpPr>
        <p:spPr/>
        <p:txBody>
          <a:bodyPr/>
          <a:lstStyle/>
          <a:p>
            <a:r>
              <a:rPr lang="en-GB" dirty="0"/>
              <a:t>HRISHITA BAPURAM</a:t>
            </a:r>
          </a:p>
        </p:txBody>
      </p:sp>
      <p:sp>
        <p:nvSpPr>
          <p:cNvPr id="5" name="Subtitle 4">
            <a:extLst>
              <a:ext uri="{FF2B5EF4-FFF2-40B4-BE49-F238E27FC236}">
                <a16:creationId xmlns:a16="http://schemas.microsoft.com/office/drawing/2014/main" id="{D7142CF1-D612-4AFB-AEC9-64DE5C09312B}"/>
              </a:ext>
            </a:extLst>
          </p:cNvPr>
          <p:cNvSpPr>
            <a:spLocks noGrp="1"/>
          </p:cNvSpPr>
          <p:nvPr>
            <p:ph type="subTitle" idx="3"/>
          </p:nvPr>
        </p:nvSpPr>
        <p:spPr/>
        <p:txBody>
          <a:bodyPr/>
          <a:lstStyle/>
          <a:p>
            <a:endParaRPr lang="en-GB" dirty="0"/>
          </a:p>
        </p:txBody>
      </p:sp>
      <p:sp>
        <p:nvSpPr>
          <p:cNvPr id="6" name="Title 5">
            <a:extLst>
              <a:ext uri="{FF2B5EF4-FFF2-40B4-BE49-F238E27FC236}">
                <a16:creationId xmlns:a16="http://schemas.microsoft.com/office/drawing/2014/main" id="{94B1D663-0D96-4550-A0D9-38BC3840A7A0}"/>
              </a:ext>
            </a:extLst>
          </p:cNvPr>
          <p:cNvSpPr>
            <a:spLocks noGrp="1"/>
          </p:cNvSpPr>
          <p:nvPr>
            <p:ph type="title" idx="4"/>
          </p:nvPr>
        </p:nvSpPr>
        <p:spPr/>
        <p:txBody>
          <a:bodyPr/>
          <a:lstStyle/>
          <a:p>
            <a:r>
              <a:rPr lang="en-GB" dirty="0"/>
              <a:t>MARYAM AMIR AHMAD</a:t>
            </a:r>
          </a:p>
        </p:txBody>
      </p:sp>
      <p:sp>
        <p:nvSpPr>
          <p:cNvPr id="7" name="Subtitle 6">
            <a:extLst>
              <a:ext uri="{FF2B5EF4-FFF2-40B4-BE49-F238E27FC236}">
                <a16:creationId xmlns:a16="http://schemas.microsoft.com/office/drawing/2014/main" id="{981CE658-AF51-425C-AD0E-285B5A0B1D5B}"/>
              </a:ext>
            </a:extLst>
          </p:cNvPr>
          <p:cNvSpPr>
            <a:spLocks noGrp="1"/>
          </p:cNvSpPr>
          <p:nvPr>
            <p:ph type="subTitle" idx="5"/>
          </p:nvPr>
        </p:nvSpPr>
        <p:spPr/>
        <p:txBody>
          <a:bodyPr/>
          <a:lstStyle/>
          <a:p>
            <a:endParaRPr lang="en-GB"/>
          </a:p>
        </p:txBody>
      </p:sp>
      <p:sp>
        <p:nvSpPr>
          <p:cNvPr id="8" name="Title 7">
            <a:extLst>
              <a:ext uri="{FF2B5EF4-FFF2-40B4-BE49-F238E27FC236}">
                <a16:creationId xmlns:a16="http://schemas.microsoft.com/office/drawing/2014/main" id="{73430018-D17B-4AE4-BE51-10DE400A3333}"/>
              </a:ext>
            </a:extLst>
          </p:cNvPr>
          <p:cNvSpPr>
            <a:spLocks noGrp="1"/>
          </p:cNvSpPr>
          <p:nvPr>
            <p:ph type="title" idx="6"/>
          </p:nvPr>
        </p:nvSpPr>
        <p:spPr/>
        <p:txBody>
          <a:bodyPr/>
          <a:lstStyle/>
          <a:p>
            <a:r>
              <a:rPr lang="en-GB" dirty="0"/>
              <a:t>SHRADDHA KODAVADE</a:t>
            </a:r>
          </a:p>
        </p:txBody>
      </p:sp>
    </p:spTree>
    <p:extLst>
      <p:ext uri="{BB962C8B-B14F-4D97-AF65-F5344CB8AC3E}">
        <p14:creationId xmlns:p14="http://schemas.microsoft.com/office/powerpoint/2010/main" val="1547563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47"/>
          <p:cNvSpPr txBox="1">
            <a:spLocks noGrp="1"/>
          </p:cNvSpPr>
          <p:nvPr>
            <p:ph type="title"/>
          </p:nvPr>
        </p:nvSpPr>
        <p:spPr>
          <a:xfrm>
            <a:off x="153726" y="266700"/>
            <a:ext cx="2959427" cy="3352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000" b="1" dirty="0"/>
              <a:t>“Just breathing can be such a luxury sometimes”</a:t>
            </a:r>
            <a:endParaRPr sz="4000" b="1" dirty="0"/>
          </a:p>
        </p:txBody>
      </p:sp>
      <p:pic>
        <p:nvPicPr>
          <p:cNvPr id="958" name="Google Shape;958;p47"/>
          <p:cNvPicPr preferRelativeResize="0"/>
          <p:nvPr/>
        </p:nvPicPr>
        <p:blipFill>
          <a:blip r:embed="rId3"/>
          <a:srcRect l="16781" r="16781"/>
          <a:stretch/>
        </p:blipFill>
        <p:spPr>
          <a:xfrm flipH="1">
            <a:off x="3870960" y="45720"/>
            <a:ext cx="5273040" cy="5052060"/>
          </a:xfrm>
          <a:prstGeom prst="rect">
            <a:avLst/>
          </a:prstGeom>
          <a:ln>
            <a:noFill/>
          </a:ln>
          <a:effectLst>
            <a:softEdge rad="112500"/>
          </a:effectLst>
        </p:spPr>
      </p:pic>
      <p:sp>
        <p:nvSpPr>
          <p:cNvPr id="10" name="Google Shape;957;p47">
            <a:extLst>
              <a:ext uri="{FF2B5EF4-FFF2-40B4-BE49-F238E27FC236}">
                <a16:creationId xmlns:a16="http://schemas.microsoft.com/office/drawing/2014/main" id="{EF9019DC-4716-4705-A526-C5E505EDB458}"/>
              </a:ext>
            </a:extLst>
          </p:cNvPr>
          <p:cNvSpPr txBox="1">
            <a:spLocks/>
          </p:cNvSpPr>
          <p:nvPr/>
        </p:nvSpPr>
        <p:spPr>
          <a:xfrm>
            <a:off x="220979" y="3364827"/>
            <a:ext cx="1558673" cy="33361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6000"/>
              <a:buFont typeface="Oswald"/>
              <a:buNone/>
              <a:defRPr sz="3000" b="0"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6000"/>
              <a:buFont typeface="Oswald"/>
              <a:buNone/>
              <a:defRPr sz="6000" b="0"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6000"/>
              <a:buFont typeface="Oswald"/>
              <a:buNone/>
              <a:defRPr sz="6000" b="0"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6000"/>
              <a:buFont typeface="Oswald"/>
              <a:buNone/>
              <a:defRPr sz="6000" b="0"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6000"/>
              <a:buFont typeface="Oswald"/>
              <a:buNone/>
              <a:defRPr sz="6000" b="0"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6000"/>
              <a:buFont typeface="Oswald"/>
              <a:buNone/>
              <a:defRPr sz="6000" b="0"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6000"/>
              <a:buFont typeface="Oswald"/>
              <a:buNone/>
              <a:defRPr sz="6000" b="0"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6000"/>
              <a:buFont typeface="Oswald"/>
              <a:buNone/>
              <a:defRPr sz="6000" b="0"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6000"/>
              <a:buFont typeface="Oswald"/>
              <a:buNone/>
              <a:defRPr sz="6000" b="0" i="0" u="none" strike="noStrike" cap="none">
                <a:solidFill>
                  <a:schemeClr val="dk1"/>
                </a:solidFill>
                <a:latin typeface="Oswald"/>
                <a:ea typeface="Oswald"/>
                <a:cs typeface="Oswald"/>
                <a:sym typeface="Oswald"/>
              </a:defRPr>
            </a:lvl9pPr>
          </a:lstStyle>
          <a:p>
            <a:pPr algn="r"/>
            <a:r>
              <a:rPr lang="en-US" sz="2000" dirty="0"/>
              <a:t>~ Walter Kirn</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23"/>
        <p:cNvGrpSpPr/>
        <p:nvPr/>
      </p:nvGrpSpPr>
      <p:grpSpPr>
        <a:xfrm>
          <a:off x="0" y="0"/>
          <a:ext cx="0" cy="0"/>
          <a:chOff x="0" y="0"/>
          <a:chExt cx="0" cy="0"/>
        </a:xfrm>
      </p:grpSpPr>
      <p:sp>
        <p:nvSpPr>
          <p:cNvPr id="1724" name="Google Shape;1724;p56"/>
          <p:cNvSpPr txBox="1">
            <a:spLocks noGrp="1"/>
          </p:cNvSpPr>
          <p:nvPr>
            <p:ph type="title"/>
          </p:nvPr>
        </p:nvSpPr>
        <p:spPr>
          <a:xfrm>
            <a:off x="3891091" y="-6952"/>
            <a:ext cx="5251905" cy="2654516"/>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13800" dirty="0"/>
              <a:t>Thanks!</a:t>
            </a:r>
            <a:endParaRPr sz="13800" dirty="0"/>
          </a:p>
        </p:txBody>
      </p:sp>
      <p:sp>
        <p:nvSpPr>
          <p:cNvPr id="2" name="Rectangle 1">
            <a:extLst>
              <a:ext uri="{FF2B5EF4-FFF2-40B4-BE49-F238E27FC236}">
                <a16:creationId xmlns:a16="http://schemas.microsoft.com/office/drawing/2014/main" id="{F382AB30-5571-45E7-A362-04718279D36D}"/>
              </a:ext>
            </a:extLst>
          </p:cNvPr>
          <p:cNvSpPr/>
          <p:nvPr/>
        </p:nvSpPr>
        <p:spPr>
          <a:xfrm>
            <a:off x="390679" y="288351"/>
            <a:ext cx="3133898" cy="10013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727" name="Google Shape;1727;p56"/>
          <p:cNvGrpSpPr/>
          <p:nvPr/>
        </p:nvGrpSpPr>
        <p:grpSpPr>
          <a:xfrm flipH="1">
            <a:off x="0" y="1204893"/>
            <a:ext cx="8263157" cy="4068661"/>
            <a:chOff x="1500607" y="1029675"/>
            <a:chExt cx="6216743" cy="2918584"/>
          </a:xfrm>
        </p:grpSpPr>
        <p:sp>
          <p:nvSpPr>
            <p:cNvPr id="1728" name="Google Shape;1728;p56"/>
            <p:cNvSpPr/>
            <p:nvPr/>
          </p:nvSpPr>
          <p:spPr>
            <a:xfrm rot="-245308">
              <a:off x="1551049" y="2246812"/>
              <a:ext cx="4043257" cy="1559295"/>
            </a:xfrm>
            <a:custGeom>
              <a:avLst/>
              <a:gdLst/>
              <a:ahLst/>
              <a:cxnLst/>
              <a:rect l="l" t="t" r="r" b="b"/>
              <a:pathLst>
                <a:path w="161723" h="62369" extrusionOk="0">
                  <a:moveTo>
                    <a:pt x="81754" y="1"/>
                  </a:moveTo>
                  <a:cubicBezTo>
                    <a:pt x="78087" y="1"/>
                    <a:pt x="74357" y="653"/>
                    <a:pt x="70723" y="2028"/>
                  </a:cubicBezTo>
                  <a:cubicBezTo>
                    <a:pt x="66640" y="3576"/>
                    <a:pt x="63056" y="5897"/>
                    <a:pt x="60103" y="8755"/>
                  </a:cubicBezTo>
                  <a:cubicBezTo>
                    <a:pt x="57365" y="11410"/>
                    <a:pt x="53697" y="12839"/>
                    <a:pt x="49899" y="13017"/>
                  </a:cubicBezTo>
                  <a:cubicBezTo>
                    <a:pt x="48161" y="13100"/>
                    <a:pt x="46423" y="13458"/>
                    <a:pt x="44708" y="14101"/>
                  </a:cubicBezTo>
                  <a:cubicBezTo>
                    <a:pt x="40612" y="15648"/>
                    <a:pt x="37457" y="18625"/>
                    <a:pt x="35612" y="22244"/>
                  </a:cubicBezTo>
                  <a:cubicBezTo>
                    <a:pt x="32049" y="19635"/>
                    <a:pt x="27706" y="18182"/>
                    <a:pt x="23226" y="18182"/>
                  </a:cubicBezTo>
                  <a:cubicBezTo>
                    <a:pt x="20491" y="18182"/>
                    <a:pt x="17704" y="18724"/>
                    <a:pt x="15014" y="19875"/>
                  </a:cubicBezTo>
                  <a:cubicBezTo>
                    <a:pt x="5084" y="24114"/>
                    <a:pt x="0" y="35448"/>
                    <a:pt x="3429" y="45676"/>
                  </a:cubicBezTo>
                  <a:cubicBezTo>
                    <a:pt x="6381" y="54486"/>
                    <a:pt x="14552" y="59951"/>
                    <a:pt x="23240" y="59951"/>
                  </a:cubicBezTo>
                  <a:cubicBezTo>
                    <a:pt x="25695" y="59951"/>
                    <a:pt x="28191" y="59515"/>
                    <a:pt x="30623" y="58594"/>
                  </a:cubicBezTo>
                  <a:cubicBezTo>
                    <a:pt x="36910" y="56213"/>
                    <a:pt x="41363" y="51141"/>
                    <a:pt x="43196" y="45188"/>
                  </a:cubicBezTo>
                  <a:cubicBezTo>
                    <a:pt x="45510" y="46329"/>
                    <a:pt x="48075" y="46940"/>
                    <a:pt x="50697" y="46940"/>
                  </a:cubicBezTo>
                  <a:cubicBezTo>
                    <a:pt x="51989" y="46940"/>
                    <a:pt x="53294" y="46792"/>
                    <a:pt x="54590" y="46486"/>
                  </a:cubicBezTo>
                  <a:cubicBezTo>
                    <a:pt x="60174" y="56417"/>
                    <a:pt x="70685" y="62368"/>
                    <a:pt x="81765" y="62368"/>
                  </a:cubicBezTo>
                  <a:cubicBezTo>
                    <a:pt x="85429" y="62368"/>
                    <a:pt x="89155" y="61717"/>
                    <a:pt x="92786" y="60344"/>
                  </a:cubicBezTo>
                  <a:cubicBezTo>
                    <a:pt x="98882" y="58046"/>
                    <a:pt x="103823" y="54034"/>
                    <a:pt x="107287" y="49081"/>
                  </a:cubicBezTo>
                  <a:cubicBezTo>
                    <a:pt x="110418" y="52024"/>
                    <a:pt x="114592" y="53700"/>
                    <a:pt x="118927" y="53700"/>
                  </a:cubicBezTo>
                  <a:cubicBezTo>
                    <a:pt x="120923" y="53700"/>
                    <a:pt x="122954" y="53344"/>
                    <a:pt x="124933" y="52593"/>
                  </a:cubicBezTo>
                  <a:cubicBezTo>
                    <a:pt x="127016" y="51808"/>
                    <a:pt x="128862" y="50641"/>
                    <a:pt x="130409" y="49224"/>
                  </a:cubicBezTo>
                  <a:cubicBezTo>
                    <a:pt x="132469" y="53791"/>
                    <a:pt x="137000" y="56571"/>
                    <a:pt x="141800" y="56571"/>
                  </a:cubicBezTo>
                  <a:cubicBezTo>
                    <a:pt x="143269" y="56571"/>
                    <a:pt x="144764" y="56310"/>
                    <a:pt x="146221" y="55760"/>
                  </a:cubicBezTo>
                  <a:cubicBezTo>
                    <a:pt x="152722" y="53296"/>
                    <a:pt x="161723" y="50593"/>
                    <a:pt x="159163" y="44092"/>
                  </a:cubicBezTo>
                  <a:cubicBezTo>
                    <a:pt x="157281" y="39306"/>
                    <a:pt x="153021" y="31180"/>
                    <a:pt x="143982" y="31180"/>
                  </a:cubicBezTo>
                  <a:cubicBezTo>
                    <a:pt x="142611" y="31180"/>
                    <a:pt x="141129" y="31367"/>
                    <a:pt x="139530" y="31781"/>
                  </a:cubicBezTo>
                  <a:cubicBezTo>
                    <a:pt x="138946" y="31936"/>
                    <a:pt x="138375" y="32031"/>
                    <a:pt x="137839" y="32222"/>
                  </a:cubicBezTo>
                  <a:cubicBezTo>
                    <a:pt x="137589" y="32303"/>
                    <a:pt x="137335" y="32342"/>
                    <a:pt x="137087" y="32342"/>
                  </a:cubicBezTo>
                  <a:cubicBezTo>
                    <a:pt x="136094" y="32342"/>
                    <a:pt x="135174" y="31726"/>
                    <a:pt x="134803" y="30746"/>
                  </a:cubicBezTo>
                  <a:cubicBezTo>
                    <a:pt x="134803" y="30734"/>
                    <a:pt x="134803" y="30734"/>
                    <a:pt x="134803" y="30722"/>
                  </a:cubicBezTo>
                  <a:cubicBezTo>
                    <a:pt x="132229" y="23933"/>
                    <a:pt x="125775" y="19752"/>
                    <a:pt x="118918" y="19752"/>
                  </a:cubicBezTo>
                  <a:cubicBezTo>
                    <a:pt x="116924" y="19752"/>
                    <a:pt x="114896" y="20106"/>
                    <a:pt x="112919" y="20851"/>
                  </a:cubicBezTo>
                  <a:cubicBezTo>
                    <a:pt x="112395" y="21054"/>
                    <a:pt x="111883" y="21280"/>
                    <a:pt x="111395" y="21518"/>
                  </a:cubicBezTo>
                  <a:cubicBezTo>
                    <a:pt x="111240" y="21066"/>
                    <a:pt x="111086" y="20613"/>
                    <a:pt x="110919" y="20149"/>
                  </a:cubicBezTo>
                  <a:cubicBezTo>
                    <a:pt x="106198" y="7683"/>
                    <a:pt x="94343" y="1"/>
                    <a:pt x="81754" y="1"/>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6"/>
            <p:cNvSpPr/>
            <p:nvPr/>
          </p:nvSpPr>
          <p:spPr>
            <a:xfrm>
              <a:off x="3224150" y="1029675"/>
              <a:ext cx="4493200" cy="2136025"/>
            </a:xfrm>
            <a:custGeom>
              <a:avLst/>
              <a:gdLst/>
              <a:ahLst/>
              <a:cxnLst/>
              <a:rect l="l" t="t" r="r" b="b"/>
              <a:pathLst>
                <a:path w="179728" h="85441" extrusionOk="0">
                  <a:moveTo>
                    <a:pt x="102203" y="0"/>
                  </a:moveTo>
                  <a:cubicBezTo>
                    <a:pt x="94916" y="0"/>
                    <a:pt x="87692" y="2005"/>
                    <a:pt x="81381" y="5929"/>
                  </a:cubicBezTo>
                  <a:cubicBezTo>
                    <a:pt x="76762" y="8799"/>
                    <a:pt x="72737" y="12585"/>
                    <a:pt x="69523" y="16966"/>
                  </a:cubicBezTo>
                  <a:cubicBezTo>
                    <a:pt x="68072" y="18944"/>
                    <a:pt x="63057" y="30729"/>
                    <a:pt x="61381" y="30729"/>
                  </a:cubicBezTo>
                  <a:cubicBezTo>
                    <a:pt x="61351" y="30729"/>
                    <a:pt x="61323" y="30725"/>
                    <a:pt x="61296" y="30718"/>
                  </a:cubicBezTo>
                  <a:cubicBezTo>
                    <a:pt x="58861" y="30055"/>
                    <a:pt x="56373" y="29676"/>
                    <a:pt x="53904" y="29676"/>
                  </a:cubicBezTo>
                  <a:cubicBezTo>
                    <a:pt x="50563" y="29676"/>
                    <a:pt x="47257" y="30369"/>
                    <a:pt x="44162" y="31992"/>
                  </a:cubicBezTo>
                  <a:cubicBezTo>
                    <a:pt x="40126" y="34111"/>
                    <a:pt x="37293" y="37100"/>
                    <a:pt x="35340" y="40731"/>
                  </a:cubicBezTo>
                  <a:cubicBezTo>
                    <a:pt x="33304" y="44493"/>
                    <a:pt x="29470" y="46994"/>
                    <a:pt x="25196" y="47279"/>
                  </a:cubicBezTo>
                  <a:cubicBezTo>
                    <a:pt x="24696" y="47315"/>
                    <a:pt x="24219" y="47375"/>
                    <a:pt x="23779" y="47458"/>
                  </a:cubicBezTo>
                  <a:cubicBezTo>
                    <a:pt x="21088" y="47970"/>
                    <a:pt x="18552" y="49303"/>
                    <a:pt x="16326" y="50863"/>
                  </a:cubicBezTo>
                  <a:cubicBezTo>
                    <a:pt x="10920" y="54649"/>
                    <a:pt x="5431" y="60483"/>
                    <a:pt x="3776" y="66877"/>
                  </a:cubicBezTo>
                  <a:cubicBezTo>
                    <a:pt x="1" y="81378"/>
                    <a:pt x="872" y="85441"/>
                    <a:pt x="3800" y="85441"/>
                  </a:cubicBezTo>
                  <a:cubicBezTo>
                    <a:pt x="7532" y="85441"/>
                    <a:pt x="14605" y="78839"/>
                    <a:pt x="19652" y="78839"/>
                  </a:cubicBezTo>
                  <a:cubicBezTo>
                    <a:pt x="20122" y="78839"/>
                    <a:pt x="20574" y="78896"/>
                    <a:pt x="21005" y="79021"/>
                  </a:cubicBezTo>
                  <a:cubicBezTo>
                    <a:pt x="22518" y="79460"/>
                    <a:pt x="24042" y="79669"/>
                    <a:pt x="25541" y="79669"/>
                  </a:cubicBezTo>
                  <a:cubicBezTo>
                    <a:pt x="32264" y="79669"/>
                    <a:pt x="38473" y="75465"/>
                    <a:pt x="40829" y="68913"/>
                  </a:cubicBezTo>
                  <a:cubicBezTo>
                    <a:pt x="42984" y="70592"/>
                    <a:pt x="45484" y="71913"/>
                    <a:pt x="48270" y="72723"/>
                  </a:cubicBezTo>
                  <a:cubicBezTo>
                    <a:pt x="50323" y="73318"/>
                    <a:pt x="52392" y="73601"/>
                    <a:pt x="54427" y="73601"/>
                  </a:cubicBezTo>
                  <a:cubicBezTo>
                    <a:pt x="60698" y="73601"/>
                    <a:pt x="66641" y="70908"/>
                    <a:pt x="70785" y="66341"/>
                  </a:cubicBezTo>
                  <a:cubicBezTo>
                    <a:pt x="75785" y="72413"/>
                    <a:pt x="82608" y="77093"/>
                    <a:pt x="90740" y="79450"/>
                  </a:cubicBezTo>
                  <a:cubicBezTo>
                    <a:pt x="94507" y="80543"/>
                    <a:pt x="98305" y="81063"/>
                    <a:pt x="102041" y="81063"/>
                  </a:cubicBezTo>
                  <a:cubicBezTo>
                    <a:pt x="117641" y="81063"/>
                    <a:pt x="132151" y="71983"/>
                    <a:pt x="138817" y="57554"/>
                  </a:cubicBezTo>
                  <a:cubicBezTo>
                    <a:pt x="139932" y="57726"/>
                    <a:pt x="141046" y="57809"/>
                    <a:pt x="142150" y="57809"/>
                  </a:cubicBezTo>
                  <a:cubicBezTo>
                    <a:pt x="146184" y="57809"/>
                    <a:pt x="150087" y="56695"/>
                    <a:pt x="153462" y="54685"/>
                  </a:cubicBezTo>
                  <a:cubicBezTo>
                    <a:pt x="156438" y="62210"/>
                    <a:pt x="162749" y="68330"/>
                    <a:pt x="171131" y="70770"/>
                  </a:cubicBezTo>
                  <a:cubicBezTo>
                    <a:pt x="173661" y="71495"/>
                    <a:pt x="176211" y="71849"/>
                    <a:pt x="178721" y="71849"/>
                  </a:cubicBezTo>
                  <a:cubicBezTo>
                    <a:pt x="179057" y="71849"/>
                    <a:pt x="179392" y="71843"/>
                    <a:pt x="179727" y="71830"/>
                  </a:cubicBezTo>
                  <a:lnTo>
                    <a:pt x="179727" y="17550"/>
                  </a:lnTo>
                  <a:cubicBezTo>
                    <a:pt x="179375" y="17536"/>
                    <a:pt x="179024" y="17529"/>
                    <a:pt x="178674" y="17529"/>
                  </a:cubicBezTo>
                  <a:cubicBezTo>
                    <a:pt x="176036" y="17529"/>
                    <a:pt x="173444" y="17921"/>
                    <a:pt x="170964" y="18657"/>
                  </a:cubicBezTo>
                  <a:cubicBezTo>
                    <a:pt x="168861" y="19285"/>
                    <a:pt x="166703" y="19590"/>
                    <a:pt x="164553" y="19590"/>
                  </a:cubicBezTo>
                  <a:cubicBezTo>
                    <a:pt x="160545" y="19590"/>
                    <a:pt x="156562" y="18529"/>
                    <a:pt x="152997" y="16514"/>
                  </a:cubicBezTo>
                  <a:cubicBezTo>
                    <a:pt x="151533" y="15704"/>
                    <a:pt x="149961" y="15037"/>
                    <a:pt x="148295" y="14549"/>
                  </a:cubicBezTo>
                  <a:cubicBezTo>
                    <a:pt x="146544" y="14037"/>
                    <a:pt x="144794" y="13763"/>
                    <a:pt x="143068" y="13692"/>
                  </a:cubicBezTo>
                  <a:cubicBezTo>
                    <a:pt x="136841" y="13430"/>
                    <a:pt x="130864" y="11346"/>
                    <a:pt x="125827" y="7691"/>
                  </a:cubicBezTo>
                  <a:cubicBezTo>
                    <a:pt x="122148" y="5012"/>
                    <a:pt x="117945" y="2917"/>
                    <a:pt x="113314" y="1583"/>
                  </a:cubicBezTo>
                  <a:cubicBezTo>
                    <a:pt x="109669" y="524"/>
                    <a:pt x="105928" y="0"/>
                    <a:pt x="102203" y="0"/>
                  </a:cubicBezTo>
                  <a:close/>
                </a:path>
              </a:pathLst>
            </a:custGeom>
            <a:solidFill>
              <a:srgbClr val="A0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6"/>
            <p:cNvSpPr/>
            <p:nvPr/>
          </p:nvSpPr>
          <p:spPr>
            <a:xfrm>
              <a:off x="3467075" y="1618950"/>
              <a:ext cx="3197150" cy="1442825"/>
            </a:xfrm>
            <a:custGeom>
              <a:avLst/>
              <a:gdLst/>
              <a:ahLst/>
              <a:cxnLst/>
              <a:rect l="l" t="t" r="r" b="b"/>
              <a:pathLst>
                <a:path w="127886" h="57713" extrusionOk="0">
                  <a:moveTo>
                    <a:pt x="89899" y="1"/>
                  </a:moveTo>
                  <a:cubicBezTo>
                    <a:pt x="89297" y="1"/>
                    <a:pt x="88668" y="44"/>
                    <a:pt x="88024" y="146"/>
                  </a:cubicBezTo>
                  <a:cubicBezTo>
                    <a:pt x="80701" y="1325"/>
                    <a:pt x="74915" y="9278"/>
                    <a:pt x="69998" y="12326"/>
                  </a:cubicBezTo>
                  <a:cubicBezTo>
                    <a:pt x="68542" y="13225"/>
                    <a:pt x="67312" y="13550"/>
                    <a:pt x="66173" y="13550"/>
                  </a:cubicBezTo>
                  <a:cubicBezTo>
                    <a:pt x="63466" y="13550"/>
                    <a:pt x="61279" y="11712"/>
                    <a:pt x="57817" y="11385"/>
                  </a:cubicBezTo>
                  <a:cubicBezTo>
                    <a:pt x="57711" y="11375"/>
                    <a:pt x="57604" y="11371"/>
                    <a:pt x="57497" y="11371"/>
                  </a:cubicBezTo>
                  <a:cubicBezTo>
                    <a:pt x="52599" y="11371"/>
                    <a:pt x="45820" y="21458"/>
                    <a:pt x="43304" y="21458"/>
                  </a:cubicBezTo>
                  <a:cubicBezTo>
                    <a:pt x="40732" y="21458"/>
                    <a:pt x="30433" y="33162"/>
                    <a:pt x="27385" y="35972"/>
                  </a:cubicBezTo>
                  <a:cubicBezTo>
                    <a:pt x="24609" y="38531"/>
                    <a:pt x="19513" y="44585"/>
                    <a:pt x="16503" y="44585"/>
                  </a:cubicBezTo>
                  <a:cubicBezTo>
                    <a:pt x="16207" y="44585"/>
                    <a:pt x="15932" y="44527"/>
                    <a:pt x="15681" y="44401"/>
                  </a:cubicBezTo>
                  <a:cubicBezTo>
                    <a:pt x="15553" y="44337"/>
                    <a:pt x="15404" y="44307"/>
                    <a:pt x="15237" y="44307"/>
                  </a:cubicBezTo>
                  <a:cubicBezTo>
                    <a:pt x="11725" y="44307"/>
                    <a:pt x="1" y="57713"/>
                    <a:pt x="1" y="57713"/>
                  </a:cubicBezTo>
                  <a:lnTo>
                    <a:pt x="95513" y="48616"/>
                  </a:lnTo>
                  <a:lnTo>
                    <a:pt x="127886" y="30662"/>
                  </a:lnTo>
                  <a:lnTo>
                    <a:pt x="110967" y="13029"/>
                  </a:lnTo>
                  <a:lnTo>
                    <a:pt x="95751" y="1325"/>
                  </a:lnTo>
                  <a:cubicBezTo>
                    <a:pt x="95751" y="1325"/>
                    <a:pt x="93231" y="1"/>
                    <a:pt x="89899" y="1"/>
                  </a:cubicBez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6"/>
            <p:cNvSpPr/>
            <p:nvPr/>
          </p:nvSpPr>
          <p:spPr>
            <a:xfrm>
              <a:off x="3835575" y="1652050"/>
              <a:ext cx="2266675" cy="1369550"/>
            </a:xfrm>
            <a:custGeom>
              <a:avLst/>
              <a:gdLst/>
              <a:ahLst/>
              <a:cxnLst/>
              <a:rect l="l" t="t" r="r" b="b"/>
              <a:pathLst>
                <a:path w="90667" h="54782" extrusionOk="0">
                  <a:moveTo>
                    <a:pt x="81011" y="1"/>
                  </a:moveTo>
                  <a:cubicBezTo>
                    <a:pt x="81011" y="1"/>
                    <a:pt x="71236" y="1406"/>
                    <a:pt x="68593" y="7371"/>
                  </a:cubicBezTo>
                  <a:cubicBezTo>
                    <a:pt x="65961" y="13336"/>
                    <a:pt x="61925" y="14014"/>
                    <a:pt x="57532" y="16407"/>
                  </a:cubicBezTo>
                  <a:cubicBezTo>
                    <a:pt x="53150" y="18789"/>
                    <a:pt x="48364" y="27135"/>
                    <a:pt x="45113" y="27206"/>
                  </a:cubicBezTo>
                  <a:cubicBezTo>
                    <a:pt x="41863" y="27290"/>
                    <a:pt x="35410" y="33707"/>
                    <a:pt x="30147" y="38803"/>
                  </a:cubicBezTo>
                  <a:cubicBezTo>
                    <a:pt x="28724" y="40175"/>
                    <a:pt x="27541" y="40661"/>
                    <a:pt x="26505" y="40661"/>
                  </a:cubicBezTo>
                  <a:cubicBezTo>
                    <a:pt x="23991" y="40661"/>
                    <a:pt x="22338" y="37800"/>
                    <a:pt x="20193" y="37800"/>
                  </a:cubicBezTo>
                  <a:cubicBezTo>
                    <a:pt x="19946" y="37800"/>
                    <a:pt x="19693" y="37838"/>
                    <a:pt x="19432" y="37922"/>
                  </a:cubicBezTo>
                  <a:cubicBezTo>
                    <a:pt x="8430" y="41482"/>
                    <a:pt x="1" y="54781"/>
                    <a:pt x="1" y="54781"/>
                  </a:cubicBezTo>
                  <a:cubicBezTo>
                    <a:pt x="1" y="54781"/>
                    <a:pt x="32600" y="54424"/>
                    <a:pt x="36291" y="53019"/>
                  </a:cubicBezTo>
                  <a:cubicBezTo>
                    <a:pt x="39982" y="51614"/>
                    <a:pt x="79415" y="39148"/>
                    <a:pt x="79415" y="39148"/>
                  </a:cubicBezTo>
                  <a:cubicBezTo>
                    <a:pt x="79415" y="39148"/>
                    <a:pt x="89417" y="33088"/>
                    <a:pt x="89488" y="31778"/>
                  </a:cubicBezTo>
                  <a:cubicBezTo>
                    <a:pt x="89559" y="30469"/>
                    <a:pt x="90667" y="10014"/>
                    <a:pt x="86714" y="4382"/>
                  </a:cubicBezTo>
                  <a:cubicBezTo>
                    <a:pt x="85166" y="2180"/>
                    <a:pt x="81011" y="1"/>
                    <a:pt x="810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56"/>
            <p:cNvSpPr/>
            <p:nvPr/>
          </p:nvSpPr>
          <p:spPr>
            <a:xfrm>
              <a:off x="5061325" y="1247825"/>
              <a:ext cx="2656000" cy="1751750"/>
            </a:xfrm>
            <a:custGeom>
              <a:avLst/>
              <a:gdLst/>
              <a:ahLst/>
              <a:cxnLst/>
              <a:rect l="l" t="t" r="r" b="b"/>
              <a:pathLst>
                <a:path w="106240" h="70070" extrusionOk="0">
                  <a:moveTo>
                    <a:pt x="71785" y="1"/>
                  </a:moveTo>
                  <a:cubicBezTo>
                    <a:pt x="66349" y="1"/>
                    <a:pt x="54946" y="14020"/>
                    <a:pt x="52864" y="17348"/>
                  </a:cubicBezTo>
                  <a:cubicBezTo>
                    <a:pt x="51160" y="20088"/>
                    <a:pt x="49696" y="22326"/>
                    <a:pt x="47755" y="22326"/>
                  </a:cubicBezTo>
                  <a:cubicBezTo>
                    <a:pt x="47039" y="22326"/>
                    <a:pt x="46258" y="22021"/>
                    <a:pt x="45375" y="21325"/>
                  </a:cubicBezTo>
                  <a:cubicBezTo>
                    <a:pt x="44572" y="20694"/>
                    <a:pt x="43679" y="20286"/>
                    <a:pt x="42635" y="20286"/>
                  </a:cubicBezTo>
                  <a:cubicBezTo>
                    <a:pt x="39424" y="20286"/>
                    <a:pt x="34780" y="24149"/>
                    <a:pt x="26909" y="37268"/>
                  </a:cubicBezTo>
                  <a:cubicBezTo>
                    <a:pt x="24563" y="41173"/>
                    <a:pt x="9716" y="50757"/>
                    <a:pt x="5739" y="51662"/>
                  </a:cubicBezTo>
                  <a:cubicBezTo>
                    <a:pt x="1751" y="52579"/>
                    <a:pt x="1" y="70069"/>
                    <a:pt x="1" y="70069"/>
                  </a:cubicBezTo>
                  <a:lnTo>
                    <a:pt x="92905" y="67688"/>
                  </a:lnTo>
                  <a:lnTo>
                    <a:pt x="106240" y="58949"/>
                  </a:lnTo>
                  <a:lnTo>
                    <a:pt x="106240" y="37196"/>
                  </a:lnTo>
                  <a:cubicBezTo>
                    <a:pt x="104430" y="33088"/>
                    <a:pt x="101204" y="26278"/>
                    <a:pt x="98525" y="23433"/>
                  </a:cubicBezTo>
                  <a:cubicBezTo>
                    <a:pt x="96976" y="21796"/>
                    <a:pt x="96064" y="21396"/>
                    <a:pt x="95268" y="21396"/>
                  </a:cubicBezTo>
                  <a:cubicBezTo>
                    <a:pt x="94508" y="21396"/>
                    <a:pt x="93853" y="21761"/>
                    <a:pt x="92848" y="21761"/>
                  </a:cubicBezTo>
                  <a:cubicBezTo>
                    <a:pt x="92195" y="21761"/>
                    <a:pt x="91394" y="21607"/>
                    <a:pt x="90321" y="21099"/>
                  </a:cubicBezTo>
                  <a:cubicBezTo>
                    <a:pt x="85880" y="18991"/>
                    <a:pt x="77689" y="5180"/>
                    <a:pt x="73534" y="727"/>
                  </a:cubicBezTo>
                  <a:cubicBezTo>
                    <a:pt x="73067" y="226"/>
                    <a:pt x="72474" y="1"/>
                    <a:pt x="71785" y="1"/>
                  </a:cubicBezTo>
                  <a:close/>
                </a:path>
              </a:pathLst>
            </a:custGeom>
            <a:solidFill>
              <a:srgbClr val="053B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a:t>
              </a:r>
              <a:endParaRPr/>
            </a:p>
          </p:txBody>
        </p:sp>
        <p:sp>
          <p:nvSpPr>
            <p:cNvPr id="1733" name="Google Shape;1733;p56"/>
            <p:cNvSpPr/>
            <p:nvPr/>
          </p:nvSpPr>
          <p:spPr>
            <a:xfrm>
              <a:off x="5394400" y="1325825"/>
              <a:ext cx="2322925" cy="1665100"/>
            </a:xfrm>
            <a:custGeom>
              <a:avLst/>
              <a:gdLst/>
              <a:ahLst/>
              <a:cxnLst/>
              <a:rect l="l" t="t" r="r" b="b"/>
              <a:pathLst>
                <a:path w="92917" h="66604" extrusionOk="0">
                  <a:moveTo>
                    <a:pt x="62187" y="0"/>
                  </a:moveTo>
                  <a:cubicBezTo>
                    <a:pt x="60103" y="679"/>
                    <a:pt x="57877" y="2263"/>
                    <a:pt x="56151" y="6061"/>
                  </a:cubicBezTo>
                  <a:cubicBezTo>
                    <a:pt x="52638" y="13788"/>
                    <a:pt x="53126" y="15181"/>
                    <a:pt x="46733" y="18693"/>
                  </a:cubicBezTo>
                  <a:cubicBezTo>
                    <a:pt x="40351" y="22206"/>
                    <a:pt x="43530" y="26420"/>
                    <a:pt x="38255" y="29587"/>
                  </a:cubicBezTo>
                  <a:cubicBezTo>
                    <a:pt x="32969" y="32743"/>
                    <a:pt x="21277" y="30730"/>
                    <a:pt x="19575" y="38053"/>
                  </a:cubicBezTo>
                  <a:cubicBezTo>
                    <a:pt x="17872" y="45387"/>
                    <a:pt x="17598" y="54864"/>
                    <a:pt x="11585" y="58031"/>
                  </a:cubicBezTo>
                  <a:cubicBezTo>
                    <a:pt x="7561" y="60151"/>
                    <a:pt x="2668" y="62556"/>
                    <a:pt x="1" y="66604"/>
                  </a:cubicBezTo>
                  <a:lnTo>
                    <a:pt x="79582" y="64568"/>
                  </a:lnTo>
                  <a:lnTo>
                    <a:pt x="92917" y="55829"/>
                  </a:lnTo>
                  <a:lnTo>
                    <a:pt x="92917" y="34076"/>
                  </a:lnTo>
                  <a:cubicBezTo>
                    <a:pt x="91107" y="29968"/>
                    <a:pt x="87881" y="23158"/>
                    <a:pt x="85202" y="20313"/>
                  </a:cubicBezTo>
                  <a:cubicBezTo>
                    <a:pt x="83653" y="18676"/>
                    <a:pt x="82741" y="18276"/>
                    <a:pt x="81945" y="18276"/>
                  </a:cubicBezTo>
                  <a:cubicBezTo>
                    <a:pt x="81185" y="18276"/>
                    <a:pt x="80530" y="18641"/>
                    <a:pt x="79525" y="18641"/>
                  </a:cubicBezTo>
                  <a:cubicBezTo>
                    <a:pt x="78872" y="18641"/>
                    <a:pt x="78071" y="18487"/>
                    <a:pt x="76998" y="17979"/>
                  </a:cubicBezTo>
                  <a:cubicBezTo>
                    <a:pt x="73188" y="16169"/>
                    <a:pt x="66604" y="5727"/>
                    <a:pt x="621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6"/>
            <p:cNvSpPr/>
            <p:nvPr/>
          </p:nvSpPr>
          <p:spPr>
            <a:xfrm>
              <a:off x="5507225" y="2083350"/>
              <a:ext cx="1454375" cy="632850"/>
            </a:xfrm>
            <a:custGeom>
              <a:avLst/>
              <a:gdLst/>
              <a:ahLst/>
              <a:cxnLst/>
              <a:rect l="l" t="t" r="r" b="b"/>
              <a:pathLst>
                <a:path w="58175" h="25314" extrusionOk="0">
                  <a:moveTo>
                    <a:pt x="47470" y="1"/>
                  </a:moveTo>
                  <a:lnTo>
                    <a:pt x="46792" y="11217"/>
                  </a:lnTo>
                  <a:lnTo>
                    <a:pt x="44815" y="4656"/>
                  </a:lnTo>
                  <a:lnTo>
                    <a:pt x="44232" y="14038"/>
                  </a:lnTo>
                  <a:lnTo>
                    <a:pt x="44220" y="14038"/>
                  </a:lnTo>
                  <a:lnTo>
                    <a:pt x="42172" y="7240"/>
                  </a:lnTo>
                  <a:lnTo>
                    <a:pt x="41767" y="13860"/>
                  </a:lnTo>
                  <a:lnTo>
                    <a:pt x="40517" y="9716"/>
                  </a:lnTo>
                  <a:lnTo>
                    <a:pt x="40386" y="11788"/>
                  </a:lnTo>
                  <a:lnTo>
                    <a:pt x="37517" y="2287"/>
                  </a:lnTo>
                  <a:lnTo>
                    <a:pt x="36826" y="13693"/>
                  </a:lnTo>
                  <a:lnTo>
                    <a:pt x="34802" y="7002"/>
                  </a:lnTo>
                  <a:lnTo>
                    <a:pt x="34731" y="8204"/>
                  </a:lnTo>
                  <a:lnTo>
                    <a:pt x="33492" y="4585"/>
                  </a:lnTo>
                  <a:lnTo>
                    <a:pt x="32576" y="13812"/>
                  </a:lnTo>
                  <a:lnTo>
                    <a:pt x="30730" y="8466"/>
                  </a:lnTo>
                  <a:lnTo>
                    <a:pt x="30016" y="15705"/>
                  </a:lnTo>
                  <a:lnTo>
                    <a:pt x="29790" y="15729"/>
                  </a:lnTo>
                  <a:lnTo>
                    <a:pt x="28039" y="10645"/>
                  </a:lnTo>
                  <a:lnTo>
                    <a:pt x="27515" y="15991"/>
                  </a:lnTo>
                  <a:lnTo>
                    <a:pt x="27468" y="16003"/>
                  </a:lnTo>
                  <a:lnTo>
                    <a:pt x="26337" y="12717"/>
                  </a:lnTo>
                  <a:lnTo>
                    <a:pt x="26170" y="14419"/>
                  </a:lnTo>
                  <a:lnTo>
                    <a:pt x="23515" y="6680"/>
                  </a:lnTo>
                  <a:lnTo>
                    <a:pt x="22574" y="16062"/>
                  </a:lnTo>
                  <a:lnTo>
                    <a:pt x="20705" y="10609"/>
                  </a:lnTo>
                  <a:lnTo>
                    <a:pt x="20693" y="10633"/>
                  </a:lnTo>
                  <a:lnTo>
                    <a:pt x="17883" y="2465"/>
                  </a:lnTo>
                  <a:lnTo>
                    <a:pt x="16716" y="14288"/>
                  </a:lnTo>
                  <a:lnTo>
                    <a:pt x="14359" y="7442"/>
                  </a:lnTo>
                  <a:lnTo>
                    <a:pt x="13371" y="17384"/>
                  </a:lnTo>
                  <a:lnTo>
                    <a:pt x="10906" y="10228"/>
                  </a:lnTo>
                  <a:lnTo>
                    <a:pt x="10216" y="17217"/>
                  </a:lnTo>
                  <a:lnTo>
                    <a:pt x="8727" y="12883"/>
                  </a:lnTo>
                  <a:lnTo>
                    <a:pt x="8513" y="15062"/>
                  </a:lnTo>
                  <a:lnTo>
                    <a:pt x="5096" y="5132"/>
                  </a:lnTo>
                  <a:lnTo>
                    <a:pt x="3905" y="17170"/>
                  </a:lnTo>
                  <a:lnTo>
                    <a:pt x="1500" y="10181"/>
                  </a:lnTo>
                  <a:lnTo>
                    <a:pt x="0" y="25313"/>
                  </a:lnTo>
                  <a:lnTo>
                    <a:pt x="3310" y="24932"/>
                  </a:lnTo>
                  <a:lnTo>
                    <a:pt x="6441" y="24563"/>
                  </a:lnTo>
                  <a:lnTo>
                    <a:pt x="7584" y="24432"/>
                  </a:lnTo>
                  <a:lnTo>
                    <a:pt x="12502" y="23861"/>
                  </a:lnTo>
                  <a:lnTo>
                    <a:pt x="58174" y="18527"/>
                  </a:lnTo>
                  <a:lnTo>
                    <a:pt x="57472" y="12502"/>
                  </a:lnTo>
                  <a:lnTo>
                    <a:pt x="56817" y="12574"/>
                  </a:lnTo>
                  <a:lnTo>
                    <a:pt x="53745" y="2406"/>
                  </a:lnTo>
                  <a:lnTo>
                    <a:pt x="53138" y="12252"/>
                  </a:lnTo>
                  <a:lnTo>
                    <a:pt x="50768" y="4382"/>
                  </a:lnTo>
                  <a:lnTo>
                    <a:pt x="50435" y="9800"/>
                  </a:lnTo>
                  <a:lnTo>
                    <a:pt x="4747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6"/>
            <p:cNvSpPr/>
            <p:nvPr/>
          </p:nvSpPr>
          <p:spPr>
            <a:xfrm>
              <a:off x="3861175" y="2566450"/>
              <a:ext cx="1465675" cy="377450"/>
            </a:xfrm>
            <a:custGeom>
              <a:avLst/>
              <a:gdLst/>
              <a:ahLst/>
              <a:cxnLst/>
              <a:rect l="l" t="t" r="r" b="b"/>
              <a:pathLst>
                <a:path w="58627" h="15098" extrusionOk="0">
                  <a:moveTo>
                    <a:pt x="20658" y="1"/>
                  </a:moveTo>
                  <a:lnTo>
                    <a:pt x="17991" y="8097"/>
                  </a:lnTo>
                  <a:lnTo>
                    <a:pt x="16526" y="3108"/>
                  </a:lnTo>
                  <a:lnTo>
                    <a:pt x="14276" y="9907"/>
                  </a:lnTo>
                  <a:lnTo>
                    <a:pt x="12752" y="4704"/>
                  </a:lnTo>
                  <a:lnTo>
                    <a:pt x="11169" y="9478"/>
                  </a:lnTo>
                  <a:lnTo>
                    <a:pt x="10252" y="6335"/>
                  </a:lnTo>
                  <a:lnTo>
                    <a:pt x="9752" y="7823"/>
                  </a:lnTo>
                  <a:lnTo>
                    <a:pt x="7632" y="608"/>
                  </a:lnTo>
                  <a:lnTo>
                    <a:pt x="4918" y="8835"/>
                  </a:lnTo>
                  <a:lnTo>
                    <a:pt x="3418" y="3751"/>
                  </a:lnTo>
                  <a:lnTo>
                    <a:pt x="1" y="14098"/>
                  </a:lnTo>
                  <a:lnTo>
                    <a:pt x="3334" y="14145"/>
                  </a:lnTo>
                  <a:lnTo>
                    <a:pt x="6489" y="14205"/>
                  </a:lnTo>
                  <a:lnTo>
                    <a:pt x="7632" y="14229"/>
                  </a:lnTo>
                  <a:lnTo>
                    <a:pt x="12585" y="14312"/>
                  </a:lnTo>
                  <a:lnTo>
                    <a:pt x="58555" y="15098"/>
                  </a:lnTo>
                  <a:lnTo>
                    <a:pt x="58627" y="10847"/>
                  </a:lnTo>
                  <a:lnTo>
                    <a:pt x="57972" y="10835"/>
                  </a:lnTo>
                  <a:lnTo>
                    <a:pt x="56222" y="3489"/>
                  </a:lnTo>
                  <a:lnTo>
                    <a:pt x="54364" y="10252"/>
                  </a:lnTo>
                  <a:lnTo>
                    <a:pt x="53019" y="4573"/>
                  </a:lnTo>
                  <a:lnTo>
                    <a:pt x="51995" y="8287"/>
                  </a:lnTo>
                  <a:lnTo>
                    <a:pt x="50316" y="1203"/>
                  </a:lnTo>
                  <a:lnTo>
                    <a:pt x="48209" y="8906"/>
                  </a:lnTo>
                  <a:lnTo>
                    <a:pt x="47078" y="4168"/>
                  </a:lnTo>
                  <a:lnTo>
                    <a:pt x="45316" y="10621"/>
                  </a:lnTo>
                  <a:lnTo>
                    <a:pt x="45304" y="10621"/>
                  </a:lnTo>
                  <a:lnTo>
                    <a:pt x="44125" y="5704"/>
                  </a:lnTo>
                  <a:lnTo>
                    <a:pt x="42887" y="10252"/>
                  </a:lnTo>
                  <a:lnTo>
                    <a:pt x="42172" y="7263"/>
                  </a:lnTo>
                  <a:lnTo>
                    <a:pt x="41780" y="8680"/>
                  </a:lnTo>
                  <a:lnTo>
                    <a:pt x="40148" y="1810"/>
                  </a:lnTo>
                  <a:lnTo>
                    <a:pt x="38005" y="9657"/>
                  </a:lnTo>
                  <a:lnTo>
                    <a:pt x="36862" y="4823"/>
                  </a:lnTo>
                  <a:lnTo>
                    <a:pt x="36636" y="5644"/>
                  </a:lnTo>
                  <a:lnTo>
                    <a:pt x="35862" y="3013"/>
                  </a:lnTo>
                  <a:lnTo>
                    <a:pt x="33779" y="9323"/>
                  </a:lnTo>
                  <a:lnTo>
                    <a:pt x="32636" y="5430"/>
                  </a:lnTo>
                  <a:lnTo>
                    <a:pt x="30993" y="10371"/>
                  </a:lnTo>
                  <a:lnTo>
                    <a:pt x="30766" y="10371"/>
                  </a:lnTo>
                  <a:lnTo>
                    <a:pt x="29683" y="6680"/>
                  </a:lnTo>
                  <a:lnTo>
                    <a:pt x="28480" y="10335"/>
                  </a:lnTo>
                  <a:lnTo>
                    <a:pt x="28433" y="10335"/>
                  </a:lnTo>
                  <a:lnTo>
                    <a:pt x="27730" y="7942"/>
                  </a:lnTo>
                  <a:lnTo>
                    <a:pt x="27349" y="9109"/>
                  </a:lnTo>
                  <a:lnTo>
                    <a:pt x="25694" y="3477"/>
                  </a:lnTo>
                  <a:lnTo>
                    <a:pt x="23575" y="9895"/>
                  </a:lnTo>
                  <a:lnTo>
                    <a:pt x="22408" y="5930"/>
                  </a:lnTo>
                  <a:lnTo>
                    <a:pt x="22408" y="5954"/>
                  </a:lnTo>
                  <a:lnTo>
                    <a:pt x="2065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6"/>
            <p:cNvSpPr/>
            <p:nvPr/>
          </p:nvSpPr>
          <p:spPr>
            <a:xfrm>
              <a:off x="2290150" y="2307825"/>
              <a:ext cx="5427175" cy="1548400"/>
            </a:xfrm>
            <a:custGeom>
              <a:avLst/>
              <a:gdLst/>
              <a:ahLst/>
              <a:cxnLst/>
              <a:rect l="l" t="t" r="r" b="b"/>
              <a:pathLst>
                <a:path w="217087" h="61936" extrusionOk="0">
                  <a:moveTo>
                    <a:pt x="188163" y="1"/>
                  </a:moveTo>
                  <a:cubicBezTo>
                    <a:pt x="183575" y="1"/>
                    <a:pt x="177693" y="1282"/>
                    <a:pt x="170260" y="4047"/>
                  </a:cubicBezTo>
                  <a:cubicBezTo>
                    <a:pt x="154746" y="9822"/>
                    <a:pt x="137041" y="7750"/>
                    <a:pt x="128147" y="12274"/>
                  </a:cubicBezTo>
                  <a:cubicBezTo>
                    <a:pt x="105883" y="23621"/>
                    <a:pt x="83201" y="22026"/>
                    <a:pt x="76284" y="22966"/>
                  </a:cubicBezTo>
                  <a:cubicBezTo>
                    <a:pt x="69366" y="23907"/>
                    <a:pt x="64592" y="24895"/>
                    <a:pt x="54602" y="27681"/>
                  </a:cubicBezTo>
                  <a:cubicBezTo>
                    <a:pt x="8478" y="40552"/>
                    <a:pt x="0" y="58649"/>
                    <a:pt x="0" y="58649"/>
                  </a:cubicBezTo>
                  <a:lnTo>
                    <a:pt x="25682" y="59423"/>
                  </a:lnTo>
                  <a:lnTo>
                    <a:pt x="61830" y="61935"/>
                  </a:lnTo>
                  <a:lnTo>
                    <a:pt x="118718" y="59745"/>
                  </a:lnTo>
                  <a:lnTo>
                    <a:pt x="183142" y="59745"/>
                  </a:lnTo>
                  <a:lnTo>
                    <a:pt x="217087" y="55292"/>
                  </a:lnTo>
                  <a:lnTo>
                    <a:pt x="217087" y="16549"/>
                  </a:lnTo>
                  <a:cubicBezTo>
                    <a:pt x="217087" y="16549"/>
                    <a:pt x="199204" y="2857"/>
                    <a:pt x="194179" y="964"/>
                  </a:cubicBezTo>
                  <a:cubicBezTo>
                    <a:pt x="192485" y="330"/>
                    <a:pt x="190490" y="1"/>
                    <a:pt x="188163" y="1"/>
                  </a:cubicBezTo>
                  <a:close/>
                </a:path>
              </a:pathLst>
            </a:custGeom>
            <a:solidFill>
              <a:srgbClr val="5AD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56"/>
            <p:cNvSpPr/>
            <p:nvPr/>
          </p:nvSpPr>
          <p:spPr>
            <a:xfrm>
              <a:off x="5018475" y="2742250"/>
              <a:ext cx="1901150" cy="312675"/>
            </a:xfrm>
            <a:custGeom>
              <a:avLst/>
              <a:gdLst/>
              <a:ahLst/>
              <a:cxnLst/>
              <a:rect l="l" t="t" r="r" b="b"/>
              <a:pathLst>
                <a:path w="76046" h="12507" extrusionOk="0">
                  <a:moveTo>
                    <a:pt x="55315" y="1"/>
                  </a:moveTo>
                  <a:cubicBezTo>
                    <a:pt x="44015" y="1"/>
                    <a:pt x="34873" y="5142"/>
                    <a:pt x="30290" y="6458"/>
                  </a:cubicBezTo>
                  <a:cubicBezTo>
                    <a:pt x="25275" y="7907"/>
                    <a:pt x="18289" y="9554"/>
                    <a:pt x="13256" y="9554"/>
                  </a:cubicBezTo>
                  <a:cubicBezTo>
                    <a:pt x="12912" y="9554"/>
                    <a:pt x="12576" y="9546"/>
                    <a:pt x="12252" y="9530"/>
                  </a:cubicBezTo>
                  <a:cubicBezTo>
                    <a:pt x="12062" y="9521"/>
                    <a:pt x="11870" y="9516"/>
                    <a:pt x="11676" y="9516"/>
                  </a:cubicBezTo>
                  <a:cubicBezTo>
                    <a:pt x="7490" y="9516"/>
                    <a:pt x="2169" y="11594"/>
                    <a:pt x="515" y="12286"/>
                  </a:cubicBezTo>
                  <a:lnTo>
                    <a:pt x="515" y="12286"/>
                  </a:lnTo>
                  <a:cubicBezTo>
                    <a:pt x="1612" y="11873"/>
                    <a:pt x="2873" y="11742"/>
                    <a:pt x="4316" y="11742"/>
                  </a:cubicBezTo>
                  <a:cubicBezTo>
                    <a:pt x="6782" y="11742"/>
                    <a:pt x="9782" y="12123"/>
                    <a:pt x="13413" y="12123"/>
                  </a:cubicBezTo>
                  <a:cubicBezTo>
                    <a:pt x="17378" y="12123"/>
                    <a:pt x="22096" y="11669"/>
                    <a:pt x="27694" y="9768"/>
                  </a:cubicBezTo>
                  <a:cubicBezTo>
                    <a:pt x="39753" y="5678"/>
                    <a:pt x="52163" y="3644"/>
                    <a:pt x="59219" y="3644"/>
                  </a:cubicBezTo>
                  <a:cubicBezTo>
                    <a:pt x="60482" y="3644"/>
                    <a:pt x="61573" y="3709"/>
                    <a:pt x="62460" y="3839"/>
                  </a:cubicBezTo>
                  <a:cubicBezTo>
                    <a:pt x="68306" y="4708"/>
                    <a:pt x="76045" y="6661"/>
                    <a:pt x="76045" y="6661"/>
                  </a:cubicBezTo>
                  <a:cubicBezTo>
                    <a:pt x="76045" y="6661"/>
                    <a:pt x="66235" y="1315"/>
                    <a:pt x="61127" y="470"/>
                  </a:cubicBezTo>
                  <a:cubicBezTo>
                    <a:pt x="59137" y="143"/>
                    <a:pt x="57196" y="1"/>
                    <a:pt x="55315" y="1"/>
                  </a:cubicBezTo>
                  <a:close/>
                  <a:moveTo>
                    <a:pt x="515" y="12286"/>
                  </a:moveTo>
                  <a:lnTo>
                    <a:pt x="515" y="12286"/>
                  </a:lnTo>
                  <a:cubicBezTo>
                    <a:pt x="339" y="12352"/>
                    <a:pt x="167" y="12425"/>
                    <a:pt x="0" y="12507"/>
                  </a:cubicBezTo>
                  <a:cubicBezTo>
                    <a:pt x="0" y="12507"/>
                    <a:pt x="184" y="12424"/>
                    <a:pt x="515" y="12286"/>
                  </a:cubicBezTo>
                  <a:close/>
                </a:path>
              </a:pathLst>
            </a:custGeom>
            <a:solidFill>
              <a:srgbClr val="75D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6"/>
            <p:cNvSpPr/>
            <p:nvPr/>
          </p:nvSpPr>
          <p:spPr>
            <a:xfrm>
              <a:off x="4752350" y="3066225"/>
              <a:ext cx="558725" cy="142600"/>
            </a:xfrm>
            <a:custGeom>
              <a:avLst/>
              <a:gdLst/>
              <a:ahLst/>
              <a:cxnLst/>
              <a:rect l="l" t="t" r="r" b="b"/>
              <a:pathLst>
                <a:path w="22349" h="5704" extrusionOk="0">
                  <a:moveTo>
                    <a:pt x="11371" y="0"/>
                  </a:moveTo>
                  <a:cubicBezTo>
                    <a:pt x="9919" y="0"/>
                    <a:pt x="8681" y="1084"/>
                    <a:pt x="8180" y="2608"/>
                  </a:cubicBezTo>
                  <a:cubicBezTo>
                    <a:pt x="7561" y="2012"/>
                    <a:pt x="6728" y="1643"/>
                    <a:pt x="5799" y="1643"/>
                  </a:cubicBezTo>
                  <a:cubicBezTo>
                    <a:pt x="4120" y="1643"/>
                    <a:pt x="2739" y="2858"/>
                    <a:pt x="2454" y="4453"/>
                  </a:cubicBezTo>
                  <a:cubicBezTo>
                    <a:pt x="2227" y="4334"/>
                    <a:pt x="1977" y="4275"/>
                    <a:pt x="1703" y="4275"/>
                  </a:cubicBezTo>
                  <a:cubicBezTo>
                    <a:pt x="846" y="4275"/>
                    <a:pt x="144" y="4894"/>
                    <a:pt x="1" y="5703"/>
                  </a:cubicBezTo>
                  <a:lnTo>
                    <a:pt x="22349" y="5703"/>
                  </a:lnTo>
                  <a:cubicBezTo>
                    <a:pt x="22349" y="4370"/>
                    <a:pt x="21265" y="3286"/>
                    <a:pt x="19932" y="3286"/>
                  </a:cubicBezTo>
                  <a:cubicBezTo>
                    <a:pt x="19599" y="3286"/>
                    <a:pt x="19277" y="3346"/>
                    <a:pt x="18979" y="3477"/>
                  </a:cubicBezTo>
                  <a:cubicBezTo>
                    <a:pt x="18598" y="2084"/>
                    <a:pt x="17324" y="1072"/>
                    <a:pt x="15812" y="1072"/>
                  </a:cubicBezTo>
                  <a:cubicBezTo>
                    <a:pt x="15181" y="1072"/>
                    <a:pt x="14586" y="1250"/>
                    <a:pt x="14074" y="1572"/>
                  </a:cubicBezTo>
                  <a:cubicBezTo>
                    <a:pt x="13443" y="619"/>
                    <a:pt x="12479" y="0"/>
                    <a:pt x="11371" y="0"/>
                  </a:cubicBezTo>
                  <a:close/>
                </a:path>
              </a:pathLst>
            </a:custGeom>
            <a:solidFill>
              <a:srgbClr val="449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6"/>
            <p:cNvSpPr/>
            <p:nvPr/>
          </p:nvSpPr>
          <p:spPr>
            <a:xfrm>
              <a:off x="4967575" y="2996275"/>
              <a:ext cx="833750" cy="212550"/>
            </a:xfrm>
            <a:custGeom>
              <a:avLst/>
              <a:gdLst/>
              <a:ahLst/>
              <a:cxnLst/>
              <a:rect l="l" t="t" r="r" b="b"/>
              <a:pathLst>
                <a:path w="33350" h="8502" extrusionOk="0">
                  <a:moveTo>
                    <a:pt x="16978" y="0"/>
                  </a:moveTo>
                  <a:cubicBezTo>
                    <a:pt x="14800" y="0"/>
                    <a:pt x="12942" y="1608"/>
                    <a:pt x="12204" y="3882"/>
                  </a:cubicBezTo>
                  <a:cubicBezTo>
                    <a:pt x="11287" y="2989"/>
                    <a:pt x="10037" y="2441"/>
                    <a:pt x="8656" y="2441"/>
                  </a:cubicBezTo>
                  <a:cubicBezTo>
                    <a:pt x="6168" y="2441"/>
                    <a:pt x="4096" y="4251"/>
                    <a:pt x="3679" y="6632"/>
                  </a:cubicBezTo>
                  <a:cubicBezTo>
                    <a:pt x="3334" y="6465"/>
                    <a:pt x="2953" y="6358"/>
                    <a:pt x="2548" y="6358"/>
                  </a:cubicBezTo>
                  <a:cubicBezTo>
                    <a:pt x="1274" y="6358"/>
                    <a:pt x="214" y="7287"/>
                    <a:pt x="0" y="8501"/>
                  </a:cubicBezTo>
                  <a:lnTo>
                    <a:pt x="33349" y="8501"/>
                  </a:lnTo>
                  <a:cubicBezTo>
                    <a:pt x="33349" y="6501"/>
                    <a:pt x="31730" y="4882"/>
                    <a:pt x="29730" y="4882"/>
                  </a:cubicBezTo>
                  <a:cubicBezTo>
                    <a:pt x="29230" y="4882"/>
                    <a:pt x="28754" y="4989"/>
                    <a:pt x="28313" y="5179"/>
                  </a:cubicBezTo>
                  <a:cubicBezTo>
                    <a:pt x="27742" y="3108"/>
                    <a:pt x="25849" y="1584"/>
                    <a:pt x="23586" y="1584"/>
                  </a:cubicBezTo>
                  <a:cubicBezTo>
                    <a:pt x="22634" y="1584"/>
                    <a:pt x="21753" y="1858"/>
                    <a:pt x="21003" y="2334"/>
                  </a:cubicBezTo>
                  <a:cubicBezTo>
                    <a:pt x="20062" y="917"/>
                    <a:pt x="18610" y="0"/>
                    <a:pt x="16978" y="0"/>
                  </a:cubicBezTo>
                  <a:close/>
                </a:path>
              </a:pathLst>
            </a:custGeom>
            <a:solidFill>
              <a:srgbClr val="FFD1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6"/>
            <p:cNvSpPr/>
            <p:nvPr/>
          </p:nvSpPr>
          <p:spPr>
            <a:xfrm>
              <a:off x="5471500" y="2831950"/>
              <a:ext cx="195575" cy="150950"/>
            </a:xfrm>
            <a:custGeom>
              <a:avLst/>
              <a:gdLst/>
              <a:ahLst/>
              <a:cxnLst/>
              <a:rect l="l" t="t" r="r" b="b"/>
              <a:pathLst>
                <a:path w="7823" h="6038" extrusionOk="0">
                  <a:moveTo>
                    <a:pt x="1715" y="1"/>
                  </a:moveTo>
                  <a:lnTo>
                    <a:pt x="0" y="287"/>
                  </a:lnTo>
                  <a:lnTo>
                    <a:pt x="6132" y="6037"/>
                  </a:lnTo>
                  <a:lnTo>
                    <a:pt x="7823" y="5847"/>
                  </a:lnTo>
                  <a:lnTo>
                    <a:pt x="17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6"/>
            <p:cNvSpPr/>
            <p:nvPr/>
          </p:nvSpPr>
          <p:spPr>
            <a:xfrm>
              <a:off x="5373875" y="2839100"/>
              <a:ext cx="263450" cy="441150"/>
            </a:xfrm>
            <a:custGeom>
              <a:avLst/>
              <a:gdLst/>
              <a:ahLst/>
              <a:cxnLst/>
              <a:rect l="l" t="t" r="r" b="b"/>
              <a:pathLst>
                <a:path w="10538" h="17646" extrusionOk="0">
                  <a:moveTo>
                    <a:pt x="4917" y="1"/>
                  </a:moveTo>
                  <a:lnTo>
                    <a:pt x="0" y="6323"/>
                  </a:lnTo>
                  <a:lnTo>
                    <a:pt x="0" y="17646"/>
                  </a:lnTo>
                  <a:lnTo>
                    <a:pt x="10537" y="15919"/>
                  </a:lnTo>
                  <a:lnTo>
                    <a:pt x="10537" y="5180"/>
                  </a:lnTo>
                  <a:lnTo>
                    <a:pt x="4917" y="1"/>
                  </a:ln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6"/>
            <p:cNvSpPr/>
            <p:nvPr/>
          </p:nvSpPr>
          <p:spPr>
            <a:xfrm>
              <a:off x="5373875" y="2839100"/>
              <a:ext cx="263450" cy="441150"/>
            </a:xfrm>
            <a:custGeom>
              <a:avLst/>
              <a:gdLst/>
              <a:ahLst/>
              <a:cxnLst/>
              <a:rect l="l" t="t" r="r" b="b"/>
              <a:pathLst>
                <a:path w="10538" h="17646" extrusionOk="0">
                  <a:moveTo>
                    <a:pt x="4917" y="1"/>
                  </a:moveTo>
                  <a:lnTo>
                    <a:pt x="0" y="6323"/>
                  </a:lnTo>
                  <a:lnTo>
                    <a:pt x="0" y="17646"/>
                  </a:lnTo>
                  <a:lnTo>
                    <a:pt x="10537" y="15919"/>
                  </a:lnTo>
                  <a:lnTo>
                    <a:pt x="10537" y="5180"/>
                  </a:lnTo>
                  <a:lnTo>
                    <a:pt x="49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6"/>
            <p:cNvSpPr/>
            <p:nvPr/>
          </p:nvSpPr>
          <p:spPr>
            <a:xfrm>
              <a:off x="5155100" y="2954300"/>
              <a:ext cx="218800" cy="324475"/>
            </a:xfrm>
            <a:custGeom>
              <a:avLst/>
              <a:gdLst/>
              <a:ahLst/>
              <a:cxnLst/>
              <a:rect l="l" t="t" r="r" b="b"/>
              <a:pathLst>
                <a:path w="8752" h="12979" extrusionOk="0">
                  <a:moveTo>
                    <a:pt x="0" y="0"/>
                  </a:moveTo>
                  <a:lnTo>
                    <a:pt x="0" y="10680"/>
                  </a:lnTo>
                  <a:lnTo>
                    <a:pt x="8751" y="12978"/>
                  </a:lnTo>
                  <a:lnTo>
                    <a:pt x="8751" y="2013"/>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6"/>
            <p:cNvSpPr/>
            <p:nvPr/>
          </p:nvSpPr>
          <p:spPr>
            <a:xfrm>
              <a:off x="5125325" y="2839100"/>
              <a:ext cx="389050" cy="206600"/>
            </a:xfrm>
            <a:custGeom>
              <a:avLst/>
              <a:gdLst/>
              <a:ahLst/>
              <a:cxnLst/>
              <a:rect l="l" t="t" r="r" b="b"/>
              <a:pathLst>
                <a:path w="15562" h="8264" extrusionOk="0">
                  <a:moveTo>
                    <a:pt x="15562" y="1"/>
                  </a:moveTo>
                  <a:lnTo>
                    <a:pt x="0" y="5763"/>
                  </a:lnTo>
                  <a:lnTo>
                    <a:pt x="0" y="6049"/>
                  </a:lnTo>
                  <a:lnTo>
                    <a:pt x="9978" y="8264"/>
                  </a:lnTo>
                  <a:lnTo>
                    <a:pt x="155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6"/>
            <p:cNvSpPr/>
            <p:nvPr/>
          </p:nvSpPr>
          <p:spPr>
            <a:xfrm>
              <a:off x="5125325" y="2804875"/>
              <a:ext cx="389050" cy="233675"/>
            </a:xfrm>
            <a:custGeom>
              <a:avLst/>
              <a:gdLst/>
              <a:ahLst/>
              <a:cxnLst/>
              <a:rect l="l" t="t" r="r" b="b"/>
              <a:pathLst>
                <a:path w="15562" h="9347" extrusionOk="0">
                  <a:moveTo>
                    <a:pt x="6251" y="1"/>
                  </a:moveTo>
                  <a:lnTo>
                    <a:pt x="0" y="7132"/>
                  </a:lnTo>
                  <a:lnTo>
                    <a:pt x="9978" y="9347"/>
                  </a:lnTo>
                  <a:lnTo>
                    <a:pt x="15562" y="1084"/>
                  </a:lnTo>
                  <a:lnTo>
                    <a:pt x="62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6"/>
            <p:cNvSpPr/>
            <p:nvPr/>
          </p:nvSpPr>
          <p:spPr>
            <a:xfrm>
              <a:off x="5173250" y="3046875"/>
              <a:ext cx="36325" cy="88125"/>
            </a:xfrm>
            <a:custGeom>
              <a:avLst/>
              <a:gdLst/>
              <a:ahLst/>
              <a:cxnLst/>
              <a:rect l="l" t="t" r="r" b="b"/>
              <a:pathLst>
                <a:path w="1453" h="3525" extrusionOk="0">
                  <a:moveTo>
                    <a:pt x="0" y="0"/>
                  </a:moveTo>
                  <a:lnTo>
                    <a:pt x="0" y="3203"/>
                  </a:lnTo>
                  <a:lnTo>
                    <a:pt x="1453" y="3525"/>
                  </a:lnTo>
                  <a:lnTo>
                    <a:pt x="1453" y="322"/>
                  </a:lnTo>
                  <a:lnTo>
                    <a:pt x="0"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6"/>
            <p:cNvSpPr/>
            <p:nvPr/>
          </p:nvSpPr>
          <p:spPr>
            <a:xfrm>
              <a:off x="5310475" y="3080500"/>
              <a:ext cx="36325" cy="87850"/>
            </a:xfrm>
            <a:custGeom>
              <a:avLst/>
              <a:gdLst/>
              <a:ahLst/>
              <a:cxnLst/>
              <a:rect l="l" t="t" r="r" b="b"/>
              <a:pathLst>
                <a:path w="1453" h="3514" extrusionOk="0">
                  <a:moveTo>
                    <a:pt x="0" y="1"/>
                  </a:moveTo>
                  <a:lnTo>
                    <a:pt x="0" y="3203"/>
                  </a:lnTo>
                  <a:lnTo>
                    <a:pt x="1453" y="3513"/>
                  </a:lnTo>
                  <a:lnTo>
                    <a:pt x="1453" y="310"/>
                  </a:lnTo>
                  <a:lnTo>
                    <a:pt x="0"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6"/>
            <p:cNvSpPr/>
            <p:nvPr/>
          </p:nvSpPr>
          <p:spPr>
            <a:xfrm>
              <a:off x="5242900" y="3066825"/>
              <a:ext cx="36325" cy="187250"/>
            </a:xfrm>
            <a:custGeom>
              <a:avLst/>
              <a:gdLst/>
              <a:ahLst/>
              <a:cxnLst/>
              <a:rect l="l" t="t" r="r" b="b"/>
              <a:pathLst>
                <a:path w="1453" h="7490" extrusionOk="0">
                  <a:moveTo>
                    <a:pt x="0" y="0"/>
                  </a:moveTo>
                  <a:lnTo>
                    <a:pt x="0" y="7084"/>
                  </a:lnTo>
                  <a:lnTo>
                    <a:pt x="1453" y="7489"/>
                  </a:lnTo>
                  <a:lnTo>
                    <a:pt x="1453" y="310"/>
                  </a:lnTo>
                  <a:lnTo>
                    <a:pt x="0"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6"/>
            <p:cNvSpPr/>
            <p:nvPr/>
          </p:nvSpPr>
          <p:spPr>
            <a:xfrm>
              <a:off x="5442625" y="2976325"/>
              <a:ext cx="57775" cy="72050"/>
            </a:xfrm>
            <a:custGeom>
              <a:avLst/>
              <a:gdLst/>
              <a:ahLst/>
              <a:cxnLst/>
              <a:rect l="l" t="t" r="r" b="b"/>
              <a:pathLst>
                <a:path w="2311" h="2882" extrusionOk="0">
                  <a:moveTo>
                    <a:pt x="2310" y="1"/>
                  </a:moveTo>
                  <a:lnTo>
                    <a:pt x="0" y="524"/>
                  </a:lnTo>
                  <a:lnTo>
                    <a:pt x="0" y="2882"/>
                  </a:lnTo>
                  <a:lnTo>
                    <a:pt x="2310" y="2358"/>
                  </a:lnTo>
                  <a:lnTo>
                    <a:pt x="2310"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6"/>
            <p:cNvSpPr/>
            <p:nvPr/>
          </p:nvSpPr>
          <p:spPr>
            <a:xfrm>
              <a:off x="5442625" y="3070975"/>
              <a:ext cx="151525" cy="89325"/>
            </a:xfrm>
            <a:custGeom>
              <a:avLst/>
              <a:gdLst/>
              <a:ahLst/>
              <a:cxnLst/>
              <a:rect l="l" t="t" r="r" b="b"/>
              <a:pathLst>
                <a:path w="6061" h="3573" extrusionOk="0">
                  <a:moveTo>
                    <a:pt x="6061" y="1"/>
                  </a:moveTo>
                  <a:lnTo>
                    <a:pt x="0" y="1215"/>
                  </a:lnTo>
                  <a:lnTo>
                    <a:pt x="0" y="3573"/>
                  </a:lnTo>
                  <a:lnTo>
                    <a:pt x="6061" y="2358"/>
                  </a:lnTo>
                  <a:lnTo>
                    <a:pt x="6061"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6"/>
            <p:cNvSpPr/>
            <p:nvPr/>
          </p:nvSpPr>
          <p:spPr>
            <a:xfrm>
              <a:off x="5521800" y="2962050"/>
              <a:ext cx="57475" cy="71750"/>
            </a:xfrm>
            <a:custGeom>
              <a:avLst/>
              <a:gdLst/>
              <a:ahLst/>
              <a:cxnLst/>
              <a:rect l="l" t="t" r="r" b="b"/>
              <a:pathLst>
                <a:path w="2299" h="2870" extrusionOk="0">
                  <a:moveTo>
                    <a:pt x="2298" y="0"/>
                  </a:moveTo>
                  <a:lnTo>
                    <a:pt x="1" y="512"/>
                  </a:lnTo>
                  <a:lnTo>
                    <a:pt x="1" y="2869"/>
                  </a:lnTo>
                  <a:lnTo>
                    <a:pt x="2298" y="2357"/>
                  </a:lnTo>
                  <a:lnTo>
                    <a:pt x="2298"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6"/>
            <p:cNvSpPr/>
            <p:nvPr/>
          </p:nvSpPr>
          <p:spPr>
            <a:xfrm>
              <a:off x="6198075" y="2817075"/>
              <a:ext cx="238450" cy="125350"/>
            </a:xfrm>
            <a:custGeom>
              <a:avLst/>
              <a:gdLst/>
              <a:ahLst/>
              <a:cxnLst/>
              <a:rect l="l" t="t" r="r" b="b"/>
              <a:pathLst>
                <a:path w="9538" h="5014" extrusionOk="0">
                  <a:moveTo>
                    <a:pt x="2096" y="1"/>
                  </a:moveTo>
                  <a:lnTo>
                    <a:pt x="1" y="239"/>
                  </a:lnTo>
                  <a:lnTo>
                    <a:pt x="7478" y="5013"/>
                  </a:lnTo>
                  <a:lnTo>
                    <a:pt x="9537" y="4847"/>
                  </a:lnTo>
                  <a:lnTo>
                    <a:pt x="209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6"/>
            <p:cNvSpPr/>
            <p:nvPr/>
          </p:nvSpPr>
          <p:spPr>
            <a:xfrm>
              <a:off x="6079025" y="2823025"/>
              <a:ext cx="321475" cy="366450"/>
            </a:xfrm>
            <a:custGeom>
              <a:avLst/>
              <a:gdLst/>
              <a:ahLst/>
              <a:cxnLst/>
              <a:rect l="l" t="t" r="r" b="b"/>
              <a:pathLst>
                <a:path w="12859" h="14658" extrusionOk="0">
                  <a:moveTo>
                    <a:pt x="6001" y="1"/>
                  </a:moveTo>
                  <a:lnTo>
                    <a:pt x="0" y="5251"/>
                  </a:lnTo>
                  <a:lnTo>
                    <a:pt x="0" y="14657"/>
                  </a:lnTo>
                  <a:lnTo>
                    <a:pt x="12859" y="13217"/>
                  </a:lnTo>
                  <a:lnTo>
                    <a:pt x="12859" y="4299"/>
                  </a:lnTo>
                  <a:lnTo>
                    <a:pt x="6001" y="1"/>
                  </a:ln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6"/>
            <p:cNvSpPr/>
            <p:nvPr/>
          </p:nvSpPr>
          <p:spPr>
            <a:xfrm>
              <a:off x="6079025" y="2823025"/>
              <a:ext cx="321475" cy="366450"/>
            </a:xfrm>
            <a:custGeom>
              <a:avLst/>
              <a:gdLst/>
              <a:ahLst/>
              <a:cxnLst/>
              <a:rect l="l" t="t" r="r" b="b"/>
              <a:pathLst>
                <a:path w="12859" h="14658" extrusionOk="0">
                  <a:moveTo>
                    <a:pt x="6001" y="1"/>
                  </a:moveTo>
                  <a:lnTo>
                    <a:pt x="0" y="5251"/>
                  </a:lnTo>
                  <a:lnTo>
                    <a:pt x="0" y="14657"/>
                  </a:lnTo>
                  <a:lnTo>
                    <a:pt x="12859" y="13217"/>
                  </a:lnTo>
                  <a:lnTo>
                    <a:pt x="12859" y="4299"/>
                  </a:lnTo>
                  <a:lnTo>
                    <a:pt x="60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6"/>
            <p:cNvSpPr/>
            <p:nvPr/>
          </p:nvSpPr>
          <p:spPr>
            <a:xfrm>
              <a:off x="5812025" y="2918575"/>
              <a:ext cx="267000" cy="269700"/>
            </a:xfrm>
            <a:custGeom>
              <a:avLst/>
              <a:gdLst/>
              <a:ahLst/>
              <a:cxnLst/>
              <a:rect l="l" t="t" r="r" b="b"/>
              <a:pathLst>
                <a:path w="10680" h="10788" extrusionOk="0">
                  <a:moveTo>
                    <a:pt x="0" y="1"/>
                  </a:moveTo>
                  <a:lnTo>
                    <a:pt x="0" y="8871"/>
                  </a:lnTo>
                  <a:lnTo>
                    <a:pt x="10680" y="10788"/>
                  </a:lnTo>
                  <a:lnTo>
                    <a:pt x="10680" y="166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6"/>
            <p:cNvSpPr/>
            <p:nvPr/>
          </p:nvSpPr>
          <p:spPr>
            <a:xfrm>
              <a:off x="5775700" y="2823025"/>
              <a:ext cx="474775" cy="171475"/>
            </a:xfrm>
            <a:custGeom>
              <a:avLst/>
              <a:gdLst/>
              <a:ahLst/>
              <a:cxnLst/>
              <a:rect l="l" t="t" r="r" b="b"/>
              <a:pathLst>
                <a:path w="18991" h="6859" extrusionOk="0">
                  <a:moveTo>
                    <a:pt x="18991" y="1"/>
                  </a:moveTo>
                  <a:lnTo>
                    <a:pt x="1" y="4787"/>
                  </a:lnTo>
                  <a:lnTo>
                    <a:pt x="1" y="5025"/>
                  </a:lnTo>
                  <a:lnTo>
                    <a:pt x="12181" y="6859"/>
                  </a:lnTo>
                  <a:lnTo>
                    <a:pt x="1899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6"/>
            <p:cNvSpPr/>
            <p:nvPr/>
          </p:nvSpPr>
          <p:spPr>
            <a:xfrm>
              <a:off x="5775700" y="2794750"/>
              <a:ext cx="474775" cy="193800"/>
            </a:xfrm>
            <a:custGeom>
              <a:avLst/>
              <a:gdLst/>
              <a:ahLst/>
              <a:cxnLst/>
              <a:rect l="l" t="t" r="r" b="b"/>
              <a:pathLst>
                <a:path w="18991" h="7752" extrusionOk="0">
                  <a:moveTo>
                    <a:pt x="7621" y="1"/>
                  </a:moveTo>
                  <a:lnTo>
                    <a:pt x="1" y="5918"/>
                  </a:lnTo>
                  <a:lnTo>
                    <a:pt x="12181" y="7752"/>
                  </a:lnTo>
                  <a:lnTo>
                    <a:pt x="18991" y="894"/>
                  </a:lnTo>
                  <a:lnTo>
                    <a:pt x="76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6"/>
            <p:cNvSpPr/>
            <p:nvPr/>
          </p:nvSpPr>
          <p:spPr>
            <a:xfrm>
              <a:off x="5834050" y="2995675"/>
              <a:ext cx="44375" cy="78900"/>
            </a:xfrm>
            <a:custGeom>
              <a:avLst/>
              <a:gdLst/>
              <a:ahLst/>
              <a:cxnLst/>
              <a:rect l="l" t="t" r="r" b="b"/>
              <a:pathLst>
                <a:path w="1775" h="3156" extrusionOk="0">
                  <a:moveTo>
                    <a:pt x="0" y="0"/>
                  </a:moveTo>
                  <a:lnTo>
                    <a:pt x="0" y="2894"/>
                  </a:lnTo>
                  <a:lnTo>
                    <a:pt x="1774" y="3156"/>
                  </a:lnTo>
                  <a:lnTo>
                    <a:pt x="1774" y="262"/>
                  </a:lnTo>
                  <a:lnTo>
                    <a:pt x="0"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6"/>
            <p:cNvSpPr/>
            <p:nvPr/>
          </p:nvSpPr>
          <p:spPr>
            <a:xfrm>
              <a:off x="6001625" y="3023350"/>
              <a:ext cx="44375" cy="79200"/>
            </a:xfrm>
            <a:custGeom>
              <a:avLst/>
              <a:gdLst/>
              <a:ahLst/>
              <a:cxnLst/>
              <a:rect l="l" t="t" r="r" b="b"/>
              <a:pathLst>
                <a:path w="1775" h="3168" extrusionOk="0">
                  <a:moveTo>
                    <a:pt x="0" y="1"/>
                  </a:moveTo>
                  <a:lnTo>
                    <a:pt x="0" y="2906"/>
                  </a:lnTo>
                  <a:lnTo>
                    <a:pt x="1774" y="3168"/>
                  </a:lnTo>
                  <a:lnTo>
                    <a:pt x="1774" y="263"/>
                  </a:lnTo>
                  <a:lnTo>
                    <a:pt x="0"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6"/>
            <p:cNvSpPr/>
            <p:nvPr/>
          </p:nvSpPr>
          <p:spPr>
            <a:xfrm>
              <a:off x="5919175" y="3012050"/>
              <a:ext cx="44375" cy="155400"/>
            </a:xfrm>
            <a:custGeom>
              <a:avLst/>
              <a:gdLst/>
              <a:ahLst/>
              <a:cxnLst/>
              <a:rect l="l" t="t" r="r" b="b"/>
              <a:pathLst>
                <a:path w="1775" h="6216" extrusionOk="0">
                  <a:moveTo>
                    <a:pt x="0" y="0"/>
                  </a:moveTo>
                  <a:lnTo>
                    <a:pt x="0" y="5882"/>
                  </a:lnTo>
                  <a:lnTo>
                    <a:pt x="1774" y="6215"/>
                  </a:lnTo>
                  <a:lnTo>
                    <a:pt x="1774" y="262"/>
                  </a:lnTo>
                  <a:lnTo>
                    <a:pt x="0"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6"/>
            <p:cNvSpPr/>
            <p:nvPr/>
          </p:nvSpPr>
          <p:spPr>
            <a:xfrm>
              <a:off x="6135575" y="3015625"/>
              <a:ext cx="52700" cy="73525"/>
            </a:xfrm>
            <a:custGeom>
              <a:avLst/>
              <a:gdLst/>
              <a:ahLst/>
              <a:cxnLst/>
              <a:rect l="l" t="t" r="r" b="b"/>
              <a:pathLst>
                <a:path w="2108" h="2941" extrusionOk="0">
                  <a:moveTo>
                    <a:pt x="2108" y="0"/>
                  </a:moveTo>
                  <a:lnTo>
                    <a:pt x="0" y="286"/>
                  </a:lnTo>
                  <a:lnTo>
                    <a:pt x="0" y="2941"/>
                  </a:lnTo>
                  <a:lnTo>
                    <a:pt x="2108" y="2655"/>
                  </a:lnTo>
                  <a:lnTo>
                    <a:pt x="2108"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6"/>
            <p:cNvSpPr/>
            <p:nvPr/>
          </p:nvSpPr>
          <p:spPr>
            <a:xfrm>
              <a:off x="6225750" y="3004300"/>
              <a:ext cx="52725" cy="73550"/>
            </a:xfrm>
            <a:custGeom>
              <a:avLst/>
              <a:gdLst/>
              <a:ahLst/>
              <a:cxnLst/>
              <a:rect l="l" t="t" r="r" b="b"/>
              <a:pathLst>
                <a:path w="2109" h="2942" extrusionOk="0">
                  <a:moveTo>
                    <a:pt x="2108" y="1"/>
                  </a:moveTo>
                  <a:lnTo>
                    <a:pt x="1" y="286"/>
                  </a:lnTo>
                  <a:lnTo>
                    <a:pt x="1" y="2942"/>
                  </a:lnTo>
                  <a:lnTo>
                    <a:pt x="2108" y="2656"/>
                  </a:lnTo>
                  <a:lnTo>
                    <a:pt x="2108"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6"/>
            <p:cNvSpPr/>
            <p:nvPr/>
          </p:nvSpPr>
          <p:spPr>
            <a:xfrm>
              <a:off x="6310875" y="2994775"/>
              <a:ext cx="52725" cy="73550"/>
            </a:xfrm>
            <a:custGeom>
              <a:avLst/>
              <a:gdLst/>
              <a:ahLst/>
              <a:cxnLst/>
              <a:rect l="l" t="t" r="r" b="b"/>
              <a:pathLst>
                <a:path w="2109" h="2942" extrusionOk="0">
                  <a:moveTo>
                    <a:pt x="2108" y="1"/>
                  </a:moveTo>
                  <a:lnTo>
                    <a:pt x="1" y="286"/>
                  </a:lnTo>
                  <a:lnTo>
                    <a:pt x="1" y="2942"/>
                  </a:lnTo>
                  <a:lnTo>
                    <a:pt x="2108" y="2656"/>
                  </a:lnTo>
                  <a:lnTo>
                    <a:pt x="2108"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6"/>
            <p:cNvSpPr/>
            <p:nvPr/>
          </p:nvSpPr>
          <p:spPr>
            <a:xfrm>
              <a:off x="5982875" y="3122475"/>
              <a:ext cx="353325" cy="90225"/>
            </a:xfrm>
            <a:custGeom>
              <a:avLst/>
              <a:gdLst/>
              <a:ahLst/>
              <a:cxnLst/>
              <a:rect l="l" t="t" r="r" b="b"/>
              <a:pathLst>
                <a:path w="14133" h="3609" extrusionOk="0">
                  <a:moveTo>
                    <a:pt x="7192" y="0"/>
                  </a:moveTo>
                  <a:cubicBezTo>
                    <a:pt x="6275" y="0"/>
                    <a:pt x="5489" y="679"/>
                    <a:pt x="5168" y="1644"/>
                  </a:cubicBezTo>
                  <a:cubicBezTo>
                    <a:pt x="4787" y="1263"/>
                    <a:pt x="4251" y="1036"/>
                    <a:pt x="3667" y="1036"/>
                  </a:cubicBezTo>
                  <a:cubicBezTo>
                    <a:pt x="2608" y="1036"/>
                    <a:pt x="1727" y="1798"/>
                    <a:pt x="1548" y="2810"/>
                  </a:cubicBezTo>
                  <a:cubicBezTo>
                    <a:pt x="1405" y="2739"/>
                    <a:pt x="1250" y="2691"/>
                    <a:pt x="1072" y="2691"/>
                  </a:cubicBezTo>
                  <a:cubicBezTo>
                    <a:pt x="536" y="2691"/>
                    <a:pt x="84" y="3084"/>
                    <a:pt x="0" y="3608"/>
                  </a:cubicBezTo>
                  <a:lnTo>
                    <a:pt x="14133" y="3608"/>
                  </a:lnTo>
                  <a:cubicBezTo>
                    <a:pt x="14133" y="3608"/>
                    <a:pt x="14133" y="3596"/>
                    <a:pt x="14133" y="3596"/>
                  </a:cubicBezTo>
                  <a:cubicBezTo>
                    <a:pt x="14133" y="2751"/>
                    <a:pt x="13454" y="2072"/>
                    <a:pt x="12609" y="2072"/>
                  </a:cubicBezTo>
                  <a:cubicBezTo>
                    <a:pt x="12395" y="2072"/>
                    <a:pt x="12192" y="2120"/>
                    <a:pt x="12002" y="2191"/>
                  </a:cubicBezTo>
                  <a:cubicBezTo>
                    <a:pt x="11752" y="1322"/>
                    <a:pt x="10954" y="667"/>
                    <a:pt x="10002" y="667"/>
                  </a:cubicBezTo>
                  <a:cubicBezTo>
                    <a:pt x="9597" y="667"/>
                    <a:pt x="9216" y="786"/>
                    <a:pt x="8906" y="989"/>
                  </a:cubicBezTo>
                  <a:cubicBezTo>
                    <a:pt x="8501" y="381"/>
                    <a:pt x="7882" y="0"/>
                    <a:pt x="7192" y="0"/>
                  </a:cubicBezTo>
                  <a:close/>
                </a:path>
              </a:pathLst>
            </a:custGeom>
            <a:solidFill>
              <a:srgbClr val="449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6"/>
            <p:cNvSpPr/>
            <p:nvPr/>
          </p:nvSpPr>
          <p:spPr>
            <a:xfrm>
              <a:off x="6149550" y="3167425"/>
              <a:ext cx="285175" cy="72950"/>
            </a:xfrm>
            <a:custGeom>
              <a:avLst/>
              <a:gdLst/>
              <a:ahLst/>
              <a:cxnLst/>
              <a:rect l="l" t="t" r="r" b="b"/>
              <a:pathLst>
                <a:path w="11407" h="2918" extrusionOk="0">
                  <a:moveTo>
                    <a:pt x="5811" y="0"/>
                  </a:moveTo>
                  <a:cubicBezTo>
                    <a:pt x="5061" y="0"/>
                    <a:pt x="4430" y="560"/>
                    <a:pt x="4168" y="1334"/>
                  </a:cubicBezTo>
                  <a:cubicBezTo>
                    <a:pt x="3858" y="1024"/>
                    <a:pt x="3430" y="834"/>
                    <a:pt x="2965" y="834"/>
                  </a:cubicBezTo>
                  <a:cubicBezTo>
                    <a:pt x="2108" y="834"/>
                    <a:pt x="1394" y="1453"/>
                    <a:pt x="1251" y="2274"/>
                  </a:cubicBezTo>
                  <a:cubicBezTo>
                    <a:pt x="1132" y="2215"/>
                    <a:pt x="1013" y="2179"/>
                    <a:pt x="870" y="2179"/>
                  </a:cubicBezTo>
                  <a:cubicBezTo>
                    <a:pt x="429" y="2179"/>
                    <a:pt x="72" y="2501"/>
                    <a:pt x="1" y="2917"/>
                  </a:cubicBezTo>
                  <a:lnTo>
                    <a:pt x="11407" y="2917"/>
                  </a:lnTo>
                  <a:cubicBezTo>
                    <a:pt x="11407" y="2917"/>
                    <a:pt x="11407" y="2917"/>
                    <a:pt x="11407" y="2905"/>
                  </a:cubicBezTo>
                  <a:cubicBezTo>
                    <a:pt x="11407" y="2227"/>
                    <a:pt x="10859" y="1679"/>
                    <a:pt x="10169" y="1679"/>
                  </a:cubicBezTo>
                  <a:cubicBezTo>
                    <a:pt x="10002" y="1679"/>
                    <a:pt x="9835" y="1715"/>
                    <a:pt x="9681" y="1774"/>
                  </a:cubicBezTo>
                  <a:cubicBezTo>
                    <a:pt x="9490" y="1072"/>
                    <a:pt x="8835" y="548"/>
                    <a:pt x="8073" y="548"/>
                  </a:cubicBezTo>
                  <a:cubicBezTo>
                    <a:pt x="7740" y="548"/>
                    <a:pt x="7442" y="643"/>
                    <a:pt x="7180" y="798"/>
                  </a:cubicBezTo>
                  <a:cubicBezTo>
                    <a:pt x="6859" y="310"/>
                    <a:pt x="6371" y="0"/>
                    <a:pt x="5811" y="0"/>
                  </a:cubicBezTo>
                  <a:close/>
                </a:path>
              </a:pathLst>
            </a:custGeom>
            <a:solidFill>
              <a:srgbClr val="FFD1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6"/>
            <p:cNvSpPr/>
            <p:nvPr/>
          </p:nvSpPr>
          <p:spPr>
            <a:xfrm>
              <a:off x="3146200" y="3199875"/>
              <a:ext cx="613200" cy="156575"/>
            </a:xfrm>
            <a:custGeom>
              <a:avLst/>
              <a:gdLst/>
              <a:ahLst/>
              <a:cxnLst/>
              <a:rect l="l" t="t" r="r" b="b"/>
              <a:pathLst>
                <a:path w="24528" h="6263" extrusionOk="0">
                  <a:moveTo>
                    <a:pt x="12478" y="0"/>
                  </a:moveTo>
                  <a:cubicBezTo>
                    <a:pt x="10883" y="0"/>
                    <a:pt x="9514" y="1191"/>
                    <a:pt x="8966" y="2858"/>
                  </a:cubicBezTo>
                  <a:cubicBezTo>
                    <a:pt x="8299" y="2203"/>
                    <a:pt x="7383" y="1798"/>
                    <a:pt x="6371" y="1798"/>
                  </a:cubicBezTo>
                  <a:cubicBezTo>
                    <a:pt x="4525" y="1798"/>
                    <a:pt x="3001" y="3131"/>
                    <a:pt x="2692" y="4882"/>
                  </a:cubicBezTo>
                  <a:cubicBezTo>
                    <a:pt x="2442" y="4763"/>
                    <a:pt x="2168" y="4679"/>
                    <a:pt x="1870" y="4679"/>
                  </a:cubicBezTo>
                  <a:cubicBezTo>
                    <a:pt x="929" y="4679"/>
                    <a:pt x="156" y="5358"/>
                    <a:pt x="1" y="6263"/>
                  </a:cubicBezTo>
                  <a:lnTo>
                    <a:pt x="24528" y="6263"/>
                  </a:lnTo>
                  <a:cubicBezTo>
                    <a:pt x="24528" y="6251"/>
                    <a:pt x="24528" y="6251"/>
                    <a:pt x="24528" y="6251"/>
                  </a:cubicBezTo>
                  <a:cubicBezTo>
                    <a:pt x="24528" y="4786"/>
                    <a:pt x="23337" y="3596"/>
                    <a:pt x="21873" y="3596"/>
                  </a:cubicBezTo>
                  <a:cubicBezTo>
                    <a:pt x="21503" y="3596"/>
                    <a:pt x="21146" y="3679"/>
                    <a:pt x="20825" y="3810"/>
                  </a:cubicBezTo>
                  <a:cubicBezTo>
                    <a:pt x="20396" y="2286"/>
                    <a:pt x="19003" y="1167"/>
                    <a:pt x="17348" y="1167"/>
                  </a:cubicBezTo>
                  <a:cubicBezTo>
                    <a:pt x="16646" y="1167"/>
                    <a:pt x="16003" y="1369"/>
                    <a:pt x="15443" y="1715"/>
                  </a:cubicBezTo>
                  <a:cubicBezTo>
                    <a:pt x="14753" y="667"/>
                    <a:pt x="13681" y="0"/>
                    <a:pt x="12478" y="0"/>
                  </a:cubicBezTo>
                  <a:close/>
                </a:path>
              </a:pathLst>
            </a:custGeom>
            <a:solidFill>
              <a:srgbClr val="449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6"/>
            <p:cNvSpPr/>
            <p:nvPr/>
          </p:nvSpPr>
          <p:spPr>
            <a:xfrm>
              <a:off x="3404875" y="2910250"/>
              <a:ext cx="130975" cy="175050"/>
            </a:xfrm>
            <a:custGeom>
              <a:avLst/>
              <a:gdLst/>
              <a:ahLst/>
              <a:cxnLst/>
              <a:rect l="l" t="t" r="r" b="b"/>
              <a:pathLst>
                <a:path w="5239" h="7002" extrusionOk="0">
                  <a:moveTo>
                    <a:pt x="5239" y="0"/>
                  </a:moveTo>
                  <a:lnTo>
                    <a:pt x="0" y="7001"/>
                  </a:lnTo>
                  <a:lnTo>
                    <a:pt x="4906" y="6870"/>
                  </a:lnTo>
                  <a:lnTo>
                    <a:pt x="523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6"/>
            <p:cNvSpPr/>
            <p:nvPr/>
          </p:nvSpPr>
          <p:spPr>
            <a:xfrm>
              <a:off x="3633175" y="3064725"/>
              <a:ext cx="570625" cy="375375"/>
            </a:xfrm>
            <a:custGeom>
              <a:avLst/>
              <a:gdLst/>
              <a:ahLst/>
              <a:cxnLst/>
              <a:rect l="l" t="t" r="r" b="b"/>
              <a:pathLst>
                <a:path w="22825" h="15015" extrusionOk="0">
                  <a:moveTo>
                    <a:pt x="22825" y="1"/>
                  </a:moveTo>
                  <a:lnTo>
                    <a:pt x="0" y="2811"/>
                  </a:lnTo>
                  <a:lnTo>
                    <a:pt x="0" y="15014"/>
                  </a:lnTo>
                  <a:lnTo>
                    <a:pt x="22825" y="12205"/>
                  </a:lnTo>
                  <a:lnTo>
                    <a:pt x="22825" y="1"/>
                  </a:lnTo>
                  <a:close/>
                </a:path>
              </a:pathLst>
            </a:custGeom>
            <a:solidFill>
              <a:srgbClr val="F2E7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6"/>
            <p:cNvSpPr/>
            <p:nvPr/>
          </p:nvSpPr>
          <p:spPr>
            <a:xfrm>
              <a:off x="3434050" y="2910250"/>
              <a:ext cx="199150" cy="529850"/>
            </a:xfrm>
            <a:custGeom>
              <a:avLst/>
              <a:gdLst/>
              <a:ahLst/>
              <a:cxnLst/>
              <a:rect l="l" t="t" r="r" b="b"/>
              <a:pathLst>
                <a:path w="7966" h="21194" extrusionOk="0">
                  <a:moveTo>
                    <a:pt x="4072" y="0"/>
                  </a:moveTo>
                  <a:lnTo>
                    <a:pt x="0" y="6799"/>
                  </a:lnTo>
                  <a:lnTo>
                    <a:pt x="0" y="17598"/>
                  </a:lnTo>
                  <a:lnTo>
                    <a:pt x="7965" y="21193"/>
                  </a:lnTo>
                  <a:lnTo>
                    <a:pt x="7965" y="8990"/>
                  </a:lnTo>
                  <a:lnTo>
                    <a:pt x="40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6"/>
            <p:cNvSpPr/>
            <p:nvPr/>
          </p:nvSpPr>
          <p:spPr>
            <a:xfrm>
              <a:off x="3633175" y="3064725"/>
              <a:ext cx="570625" cy="375375"/>
            </a:xfrm>
            <a:custGeom>
              <a:avLst/>
              <a:gdLst/>
              <a:ahLst/>
              <a:cxnLst/>
              <a:rect l="l" t="t" r="r" b="b"/>
              <a:pathLst>
                <a:path w="22825" h="15015" extrusionOk="0">
                  <a:moveTo>
                    <a:pt x="22825" y="1"/>
                  </a:moveTo>
                  <a:lnTo>
                    <a:pt x="0" y="2811"/>
                  </a:lnTo>
                  <a:lnTo>
                    <a:pt x="0" y="15014"/>
                  </a:lnTo>
                  <a:lnTo>
                    <a:pt x="22825" y="12205"/>
                  </a:lnTo>
                  <a:lnTo>
                    <a:pt x="228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6"/>
            <p:cNvSpPr/>
            <p:nvPr/>
          </p:nvSpPr>
          <p:spPr>
            <a:xfrm>
              <a:off x="3535850" y="2910250"/>
              <a:ext cx="705750" cy="244700"/>
            </a:xfrm>
            <a:custGeom>
              <a:avLst/>
              <a:gdLst/>
              <a:ahLst/>
              <a:cxnLst/>
              <a:rect l="l" t="t" r="r" b="b"/>
              <a:pathLst>
                <a:path w="28230" h="9788" extrusionOk="0">
                  <a:moveTo>
                    <a:pt x="0" y="0"/>
                  </a:moveTo>
                  <a:lnTo>
                    <a:pt x="3858" y="9787"/>
                  </a:lnTo>
                  <a:lnTo>
                    <a:pt x="28230" y="7227"/>
                  </a:lnTo>
                  <a:lnTo>
                    <a:pt x="28230" y="6870"/>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6"/>
            <p:cNvSpPr/>
            <p:nvPr/>
          </p:nvSpPr>
          <p:spPr>
            <a:xfrm>
              <a:off x="3747475" y="3201950"/>
              <a:ext cx="73550" cy="119675"/>
            </a:xfrm>
            <a:custGeom>
              <a:avLst/>
              <a:gdLst/>
              <a:ahLst/>
              <a:cxnLst/>
              <a:rect l="l" t="t" r="r" b="b"/>
              <a:pathLst>
                <a:path w="2942" h="4787" extrusionOk="0">
                  <a:moveTo>
                    <a:pt x="2941" y="0"/>
                  </a:moveTo>
                  <a:lnTo>
                    <a:pt x="0" y="274"/>
                  </a:lnTo>
                  <a:lnTo>
                    <a:pt x="0" y="4787"/>
                  </a:lnTo>
                  <a:lnTo>
                    <a:pt x="2941" y="4441"/>
                  </a:lnTo>
                  <a:lnTo>
                    <a:pt x="2941" y="0"/>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6"/>
            <p:cNvSpPr/>
            <p:nvPr/>
          </p:nvSpPr>
          <p:spPr>
            <a:xfrm>
              <a:off x="3881725" y="3192125"/>
              <a:ext cx="73525" cy="216425"/>
            </a:xfrm>
            <a:custGeom>
              <a:avLst/>
              <a:gdLst/>
              <a:ahLst/>
              <a:cxnLst/>
              <a:rect l="l" t="t" r="r" b="b"/>
              <a:pathLst>
                <a:path w="2941" h="8657" extrusionOk="0">
                  <a:moveTo>
                    <a:pt x="2941" y="1"/>
                  </a:moveTo>
                  <a:lnTo>
                    <a:pt x="0" y="274"/>
                  </a:lnTo>
                  <a:lnTo>
                    <a:pt x="0" y="8656"/>
                  </a:lnTo>
                  <a:lnTo>
                    <a:pt x="2941" y="8299"/>
                  </a:lnTo>
                  <a:lnTo>
                    <a:pt x="2941"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6"/>
            <p:cNvSpPr/>
            <p:nvPr/>
          </p:nvSpPr>
          <p:spPr>
            <a:xfrm>
              <a:off x="4015950" y="3182300"/>
              <a:ext cx="73550" cy="119675"/>
            </a:xfrm>
            <a:custGeom>
              <a:avLst/>
              <a:gdLst/>
              <a:ahLst/>
              <a:cxnLst/>
              <a:rect l="l" t="t" r="r" b="b"/>
              <a:pathLst>
                <a:path w="2942" h="4787" extrusionOk="0">
                  <a:moveTo>
                    <a:pt x="2942" y="1"/>
                  </a:moveTo>
                  <a:lnTo>
                    <a:pt x="1" y="286"/>
                  </a:lnTo>
                  <a:lnTo>
                    <a:pt x="1" y="4787"/>
                  </a:lnTo>
                  <a:lnTo>
                    <a:pt x="2942" y="4442"/>
                  </a:lnTo>
                  <a:lnTo>
                    <a:pt x="2942"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6"/>
            <p:cNvSpPr/>
            <p:nvPr/>
          </p:nvSpPr>
          <p:spPr>
            <a:xfrm>
              <a:off x="3487925" y="3140925"/>
              <a:ext cx="63425" cy="111050"/>
            </a:xfrm>
            <a:custGeom>
              <a:avLst/>
              <a:gdLst/>
              <a:ahLst/>
              <a:cxnLst/>
              <a:rect l="l" t="t" r="r" b="b"/>
              <a:pathLst>
                <a:path w="2537" h="4442" extrusionOk="0">
                  <a:moveTo>
                    <a:pt x="0" y="1"/>
                  </a:moveTo>
                  <a:lnTo>
                    <a:pt x="0" y="4049"/>
                  </a:lnTo>
                  <a:lnTo>
                    <a:pt x="2536" y="4442"/>
                  </a:lnTo>
                  <a:lnTo>
                    <a:pt x="2536" y="394"/>
                  </a:lnTo>
                  <a:lnTo>
                    <a:pt x="0" y="1"/>
                  </a:lnTo>
                  <a:close/>
                </a:path>
              </a:pathLst>
            </a:custGeom>
            <a:solidFill>
              <a:srgbClr val="043A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6"/>
            <p:cNvSpPr/>
            <p:nvPr/>
          </p:nvSpPr>
          <p:spPr>
            <a:xfrm>
              <a:off x="3535850" y="2866200"/>
              <a:ext cx="705750" cy="274750"/>
            </a:xfrm>
            <a:custGeom>
              <a:avLst/>
              <a:gdLst/>
              <a:ahLst/>
              <a:cxnLst/>
              <a:rect l="l" t="t" r="r" b="b"/>
              <a:pathLst>
                <a:path w="28230" h="10990" extrusionOk="0">
                  <a:moveTo>
                    <a:pt x="22253" y="0"/>
                  </a:moveTo>
                  <a:lnTo>
                    <a:pt x="0" y="1762"/>
                  </a:lnTo>
                  <a:lnTo>
                    <a:pt x="3893" y="10990"/>
                  </a:lnTo>
                  <a:lnTo>
                    <a:pt x="28230" y="8632"/>
                  </a:lnTo>
                  <a:lnTo>
                    <a:pt x="222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6"/>
            <p:cNvSpPr/>
            <p:nvPr/>
          </p:nvSpPr>
          <p:spPr>
            <a:xfrm>
              <a:off x="4027275" y="3230825"/>
              <a:ext cx="613200" cy="156575"/>
            </a:xfrm>
            <a:custGeom>
              <a:avLst/>
              <a:gdLst/>
              <a:ahLst/>
              <a:cxnLst/>
              <a:rect l="l" t="t" r="r" b="b"/>
              <a:pathLst>
                <a:path w="24528" h="6263" extrusionOk="0">
                  <a:moveTo>
                    <a:pt x="12478" y="0"/>
                  </a:moveTo>
                  <a:cubicBezTo>
                    <a:pt x="10883" y="0"/>
                    <a:pt x="9525" y="1191"/>
                    <a:pt x="8966" y="2858"/>
                  </a:cubicBezTo>
                  <a:cubicBezTo>
                    <a:pt x="8299" y="2203"/>
                    <a:pt x="7382" y="1798"/>
                    <a:pt x="6370" y="1798"/>
                  </a:cubicBezTo>
                  <a:cubicBezTo>
                    <a:pt x="4525" y="1798"/>
                    <a:pt x="3001" y="3132"/>
                    <a:pt x="2703" y="4882"/>
                  </a:cubicBezTo>
                  <a:cubicBezTo>
                    <a:pt x="2441" y="4763"/>
                    <a:pt x="2167" y="4679"/>
                    <a:pt x="1870" y="4679"/>
                  </a:cubicBezTo>
                  <a:cubicBezTo>
                    <a:pt x="929" y="4679"/>
                    <a:pt x="155" y="5358"/>
                    <a:pt x="0" y="6263"/>
                  </a:cubicBezTo>
                  <a:lnTo>
                    <a:pt x="24527" y="6263"/>
                  </a:lnTo>
                  <a:cubicBezTo>
                    <a:pt x="24527" y="6251"/>
                    <a:pt x="24527" y="6251"/>
                    <a:pt x="24527" y="6251"/>
                  </a:cubicBezTo>
                  <a:cubicBezTo>
                    <a:pt x="24527" y="4787"/>
                    <a:pt x="23336" y="3596"/>
                    <a:pt x="21872" y="3596"/>
                  </a:cubicBezTo>
                  <a:cubicBezTo>
                    <a:pt x="21503" y="3596"/>
                    <a:pt x="21146" y="3679"/>
                    <a:pt x="20824" y="3810"/>
                  </a:cubicBezTo>
                  <a:cubicBezTo>
                    <a:pt x="20408" y="2286"/>
                    <a:pt x="19015" y="1167"/>
                    <a:pt x="17348" y="1167"/>
                  </a:cubicBezTo>
                  <a:cubicBezTo>
                    <a:pt x="16645" y="1167"/>
                    <a:pt x="16002" y="1370"/>
                    <a:pt x="15443" y="1715"/>
                  </a:cubicBezTo>
                  <a:cubicBezTo>
                    <a:pt x="14752" y="667"/>
                    <a:pt x="13681" y="0"/>
                    <a:pt x="12478" y="0"/>
                  </a:cubicBezTo>
                  <a:close/>
                </a:path>
              </a:pathLst>
            </a:custGeom>
            <a:solidFill>
              <a:srgbClr val="449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6"/>
            <p:cNvSpPr/>
            <p:nvPr/>
          </p:nvSpPr>
          <p:spPr>
            <a:xfrm>
              <a:off x="4027275" y="3332625"/>
              <a:ext cx="386075" cy="98550"/>
            </a:xfrm>
            <a:custGeom>
              <a:avLst/>
              <a:gdLst/>
              <a:ahLst/>
              <a:cxnLst/>
              <a:rect l="l" t="t" r="r" b="b"/>
              <a:pathLst>
                <a:path w="15443" h="3942" extrusionOk="0">
                  <a:moveTo>
                    <a:pt x="7858" y="0"/>
                  </a:moveTo>
                  <a:cubicBezTo>
                    <a:pt x="6858" y="0"/>
                    <a:pt x="5989" y="750"/>
                    <a:pt x="5644" y="1798"/>
                  </a:cubicBezTo>
                  <a:cubicBezTo>
                    <a:pt x="5227" y="1393"/>
                    <a:pt x="4644" y="1131"/>
                    <a:pt x="4013" y="1131"/>
                  </a:cubicBezTo>
                  <a:cubicBezTo>
                    <a:pt x="2846" y="1131"/>
                    <a:pt x="1893" y="1977"/>
                    <a:pt x="1703" y="3072"/>
                  </a:cubicBezTo>
                  <a:cubicBezTo>
                    <a:pt x="1536" y="3001"/>
                    <a:pt x="1369" y="2953"/>
                    <a:pt x="1179" y="2953"/>
                  </a:cubicBezTo>
                  <a:cubicBezTo>
                    <a:pt x="584" y="2953"/>
                    <a:pt x="95" y="3382"/>
                    <a:pt x="0" y="3941"/>
                  </a:cubicBezTo>
                  <a:lnTo>
                    <a:pt x="15443" y="3941"/>
                  </a:lnTo>
                  <a:cubicBezTo>
                    <a:pt x="15443" y="3013"/>
                    <a:pt x="14693" y="2262"/>
                    <a:pt x="13776" y="2262"/>
                  </a:cubicBezTo>
                  <a:cubicBezTo>
                    <a:pt x="13538" y="2262"/>
                    <a:pt x="13311" y="2310"/>
                    <a:pt x="13121" y="2405"/>
                  </a:cubicBezTo>
                  <a:cubicBezTo>
                    <a:pt x="12847" y="1441"/>
                    <a:pt x="11966" y="738"/>
                    <a:pt x="10930" y="738"/>
                  </a:cubicBezTo>
                  <a:cubicBezTo>
                    <a:pt x="10490" y="738"/>
                    <a:pt x="10073" y="869"/>
                    <a:pt x="9728" y="1084"/>
                  </a:cubicBezTo>
                  <a:cubicBezTo>
                    <a:pt x="9287" y="429"/>
                    <a:pt x="8620" y="0"/>
                    <a:pt x="7858" y="0"/>
                  </a:cubicBezTo>
                  <a:close/>
                </a:path>
              </a:pathLst>
            </a:custGeom>
            <a:solidFill>
              <a:srgbClr val="FFD1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6"/>
            <p:cNvSpPr/>
            <p:nvPr/>
          </p:nvSpPr>
          <p:spPr>
            <a:xfrm>
              <a:off x="6480550" y="1938400"/>
              <a:ext cx="32175" cy="1017700"/>
            </a:xfrm>
            <a:custGeom>
              <a:avLst/>
              <a:gdLst/>
              <a:ahLst/>
              <a:cxnLst/>
              <a:rect l="l" t="t" r="r" b="b"/>
              <a:pathLst>
                <a:path w="1287" h="40708" extrusionOk="0">
                  <a:moveTo>
                    <a:pt x="1" y="1"/>
                  </a:moveTo>
                  <a:lnTo>
                    <a:pt x="1" y="40708"/>
                  </a:lnTo>
                  <a:lnTo>
                    <a:pt x="1286" y="40708"/>
                  </a:lnTo>
                  <a:lnTo>
                    <a:pt x="1286" y="1"/>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6"/>
            <p:cNvSpPr/>
            <p:nvPr/>
          </p:nvSpPr>
          <p:spPr>
            <a:xfrm>
              <a:off x="6502575" y="1938400"/>
              <a:ext cx="10150" cy="1017700"/>
            </a:xfrm>
            <a:custGeom>
              <a:avLst/>
              <a:gdLst/>
              <a:ahLst/>
              <a:cxnLst/>
              <a:rect l="l" t="t" r="r" b="b"/>
              <a:pathLst>
                <a:path w="406" h="40708" extrusionOk="0">
                  <a:moveTo>
                    <a:pt x="1" y="1"/>
                  </a:moveTo>
                  <a:lnTo>
                    <a:pt x="1" y="40708"/>
                  </a:lnTo>
                  <a:lnTo>
                    <a:pt x="405" y="40708"/>
                  </a:lnTo>
                  <a:lnTo>
                    <a:pt x="4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6"/>
            <p:cNvSpPr/>
            <p:nvPr/>
          </p:nvSpPr>
          <p:spPr>
            <a:xfrm>
              <a:off x="6449000" y="1438350"/>
              <a:ext cx="89925" cy="472700"/>
            </a:xfrm>
            <a:custGeom>
              <a:avLst/>
              <a:gdLst/>
              <a:ahLst/>
              <a:cxnLst/>
              <a:rect l="l" t="t" r="r" b="b"/>
              <a:pathLst>
                <a:path w="3597" h="18908" extrusionOk="0">
                  <a:moveTo>
                    <a:pt x="751" y="0"/>
                  </a:moveTo>
                  <a:lnTo>
                    <a:pt x="0" y="16788"/>
                  </a:lnTo>
                  <a:lnTo>
                    <a:pt x="1751" y="18907"/>
                  </a:lnTo>
                  <a:lnTo>
                    <a:pt x="3596" y="16407"/>
                  </a:lnTo>
                  <a:lnTo>
                    <a:pt x="25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6"/>
            <p:cNvSpPr/>
            <p:nvPr/>
          </p:nvSpPr>
          <p:spPr>
            <a:xfrm>
              <a:off x="6490975" y="1902675"/>
              <a:ext cx="469425" cy="139925"/>
            </a:xfrm>
            <a:custGeom>
              <a:avLst/>
              <a:gdLst/>
              <a:ahLst/>
              <a:cxnLst/>
              <a:rect l="l" t="t" r="r" b="b"/>
              <a:pathLst>
                <a:path w="18777" h="5597" extrusionOk="0">
                  <a:moveTo>
                    <a:pt x="2405" y="1"/>
                  </a:moveTo>
                  <a:lnTo>
                    <a:pt x="0" y="1346"/>
                  </a:lnTo>
                  <a:lnTo>
                    <a:pt x="2131" y="3620"/>
                  </a:lnTo>
                  <a:lnTo>
                    <a:pt x="18443" y="5597"/>
                  </a:lnTo>
                  <a:lnTo>
                    <a:pt x="18776" y="3799"/>
                  </a:lnTo>
                  <a:lnTo>
                    <a:pt x="24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6"/>
            <p:cNvSpPr/>
            <p:nvPr/>
          </p:nvSpPr>
          <p:spPr>
            <a:xfrm>
              <a:off x="6442750" y="1438350"/>
              <a:ext cx="89925" cy="472700"/>
            </a:xfrm>
            <a:custGeom>
              <a:avLst/>
              <a:gdLst/>
              <a:ahLst/>
              <a:cxnLst/>
              <a:rect l="l" t="t" r="r" b="b"/>
              <a:pathLst>
                <a:path w="3597" h="18908" extrusionOk="0">
                  <a:moveTo>
                    <a:pt x="762" y="0"/>
                  </a:moveTo>
                  <a:lnTo>
                    <a:pt x="0" y="16788"/>
                  </a:lnTo>
                  <a:lnTo>
                    <a:pt x="1763" y="18907"/>
                  </a:lnTo>
                  <a:lnTo>
                    <a:pt x="3596" y="16407"/>
                  </a:lnTo>
                  <a:lnTo>
                    <a:pt x="2584" y="0"/>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6"/>
            <p:cNvSpPr/>
            <p:nvPr/>
          </p:nvSpPr>
          <p:spPr>
            <a:xfrm>
              <a:off x="6490975" y="1894050"/>
              <a:ext cx="469425" cy="139625"/>
            </a:xfrm>
            <a:custGeom>
              <a:avLst/>
              <a:gdLst/>
              <a:ahLst/>
              <a:cxnLst/>
              <a:rect l="l" t="t" r="r" b="b"/>
              <a:pathLst>
                <a:path w="18777" h="5585" extrusionOk="0">
                  <a:moveTo>
                    <a:pt x="2405" y="0"/>
                  </a:moveTo>
                  <a:lnTo>
                    <a:pt x="0" y="1346"/>
                  </a:lnTo>
                  <a:lnTo>
                    <a:pt x="2131" y="3608"/>
                  </a:lnTo>
                  <a:lnTo>
                    <a:pt x="18443" y="5584"/>
                  </a:lnTo>
                  <a:lnTo>
                    <a:pt x="18776" y="3799"/>
                  </a:lnTo>
                  <a:lnTo>
                    <a:pt x="2405" y="0"/>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6"/>
            <p:cNvSpPr/>
            <p:nvPr/>
          </p:nvSpPr>
          <p:spPr>
            <a:xfrm>
              <a:off x="6070375" y="1919650"/>
              <a:ext cx="421800" cy="263750"/>
            </a:xfrm>
            <a:custGeom>
              <a:avLst/>
              <a:gdLst/>
              <a:ahLst/>
              <a:cxnLst/>
              <a:rect l="l" t="t" r="r" b="b"/>
              <a:pathLst>
                <a:path w="16872" h="10550" extrusionOk="0">
                  <a:moveTo>
                    <a:pt x="13788" y="0"/>
                  </a:moveTo>
                  <a:lnTo>
                    <a:pt x="1" y="8966"/>
                  </a:lnTo>
                  <a:lnTo>
                    <a:pt x="906" y="10549"/>
                  </a:lnTo>
                  <a:lnTo>
                    <a:pt x="15896" y="2953"/>
                  </a:lnTo>
                  <a:lnTo>
                    <a:pt x="16872" y="381"/>
                  </a:lnTo>
                  <a:lnTo>
                    <a:pt x="137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6"/>
            <p:cNvSpPr/>
            <p:nvPr/>
          </p:nvSpPr>
          <p:spPr>
            <a:xfrm>
              <a:off x="6066225" y="1911025"/>
              <a:ext cx="421500" cy="263750"/>
            </a:xfrm>
            <a:custGeom>
              <a:avLst/>
              <a:gdLst/>
              <a:ahLst/>
              <a:cxnLst/>
              <a:rect l="l" t="t" r="r" b="b"/>
              <a:pathLst>
                <a:path w="16860" h="10550" extrusionOk="0">
                  <a:moveTo>
                    <a:pt x="13776" y="0"/>
                  </a:moveTo>
                  <a:lnTo>
                    <a:pt x="0" y="8966"/>
                  </a:lnTo>
                  <a:lnTo>
                    <a:pt x="893" y="10549"/>
                  </a:lnTo>
                  <a:lnTo>
                    <a:pt x="15883" y="2941"/>
                  </a:lnTo>
                  <a:lnTo>
                    <a:pt x="16859" y="369"/>
                  </a:lnTo>
                  <a:lnTo>
                    <a:pt x="13776" y="0"/>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6"/>
            <p:cNvSpPr/>
            <p:nvPr/>
          </p:nvSpPr>
          <p:spPr>
            <a:xfrm>
              <a:off x="6445725" y="1872925"/>
              <a:ext cx="90800" cy="90800"/>
            </a:xfrm>
            <a:custGeom>
              <a:avLst/>
              <a:gdLst/>
              <a:ahLst/>
              <a:cxnLst/>
              <a:rect l="l" t="t" r="r" b="b"/>
              <a:pathLst>
                <a:path w="3632" h="3632" extrusionOk="0">
                  <a:moveTo>
                    <a:pt x="1810" y="0"/>
                  </a:moveTo>
                  <a:cubicBezTo>
                    <a:pt x="810" y="0"/>
                    <a:pt x="1" y="810"/>
                    <a:pt x="1" y="1822"/>
                  </a:cubicBezTo>
                  <a:cubicBezTo>
                    <a:pt x="1" y="2822"/>
                    <a:pt x="810" y="3632"/>
                    <a:pt x="1810" y="3632"/>
                  </a:cubicBezTo>
                  <a:cubicBezTo>
                    <a:pt x="2822" y="3632"/>
                    <a:pt x="3632" y="2822"/>
                    <a:pt x="3632" y="1822"/>
                  </a:cubicBezTo>
                  <a:cubicBezTo>
                    <a:pt x="3632" y="810"/>
                    <a:pt x="2822" y="0"/>
                    <a:pt x="18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6"/>
            <p:cNvSpPr/>
            <p:nvPr/>
          </p:nvSpPr>
          <p:spPr>
            <a:xfrm>
              <a:off x="4370175" y="2501850"/>
              <a:ext cx="16975" cy="535525"/>
            </a:xfrm>
            <a:custGeom>
              <a:avLst/>
              <a:gdLst/>
              <a:ahLst/>
              <a:cxnLst/>
              <a:rect l="l" t="t" r="r" b="b"/>
              <a:pathLst>
                <a:path w="679" h="21421" extrusionOk="0">
                  <a:moveTo>
                    <a:pt x="0" y="1"/>
                  </a:moveTo>
                  <a:lnTo>
                    <a:pt x="0" y="21420"/>
                  </a:lnTo>
                  <a:lnTo>
                    <a:pt x="679" y="21420"/>
                  </a:lnTo>
                  <a:lnTo>
                    <a:pt x="679" y="1"/>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56"/>
            <p:cNvSpPr/>
            <p:nvPr/>
          </p:nvSpPr>
          <p:spPr>
            <a:xfrm>
              <a:off x="4381775" y="2501850"/>
              <a:ext cx="5375" cy="535525"/>
            </a:xfrm>
            <a:custGeom>
              <a:avLst/>
              <a:gdLst/>
              <a:ahLst/>
              <a:cxnLst/>
              <a:rect l="l" t="t" r="r" b="b"/>
              <a:pathLst>
                <a:path w="215" h="21421" extrusionOk="0">
                  <a:moveTo>
                    <a:pt x="1" y="1"/>
                  </a:moveTo>
                  <a:lnTo>
                    <a:pt x="1" y="21420"/>
                  </a:lnTo>
                  <a:lnTo>
                    <a:pt x="215" y="21420"/>
                  </a:lnTo>
                  <a:lnTo>
                    <a:pt x="21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56"/>
            <p:cNvSpPr/>
            <p:nvPr/>
          </p:nvSpPr>
          <p:spPr>
            <a:xfrm>
              <a:off x="4364800" y="2250950"/>
              <a:ext cx="105400" cy="238725"/>
            </a:xfrm>
            <a:custGeom>
              <a:avLst/>
              <a:gdLst/>
              <a:ahLst/>
              <a:cxnLst/>
              <a:rect l="l" t="t" r="r" b="b"/>
              <a:pathLst>
                <a:path w="4216" h="9549" extrusionOk="0">
                  <a:moveTo>
                    <a:pt x="3311" y="0"/>
                  </a:moveTo>
                  <a:lnTo>
                    <a:pt x="1" y="8192"/>
                  </a:lnTo>
                  <a:lnTo>
                    <a:pt x="501" y="9549"/>
                  </a:lnTo>
                  <a:lnTo>
                    <a:pt x="1846" y="8632"/>
                  </a:lnTo>
                  <a:lnTo>
                    <a:pt x="4216" y="310"/>
                  </a:lnTo>
                  <a:lnTo>
                    <a:pt x="3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6"/>
            <p:cNvSpPr/>
            <p:nvPr/>
          </p:nvSpPr>
          <p:spPr>
            <a:xfrm>
              <a:off x="4371950" y="2495900"/>
              <a:ext cx="222075" cy="139325"/>
            </a:xfrm>
            <a:custGeom>
              <a:avLst/>
              <a:gdLst/>
              <a:ahLst/>
              <a:cxnLst/>
              <a:rect l="l" t="t" r="r" b="b"/>
              <a:pathLst>
                <a:path w="8883" h="5573" extrusionOk="0">
                  <a:moveTo>
                    <a:pt x="1429" y="1"/>
                  </a:moveTo>
                  <a:lnTo>
                    <a:pt x="1" y="239"/>
                  </a:lnTo>
                  <a:lnTo>
                    <a:pt x="656" y="1739"/>
                  </a:lnTo>
                  <a:lnTo>
                    <a:pt x="8406" y="5573"/>
                  </a:lnTo>
                  <a:lnTo>
                    <a:pt x="8883" y="4751"/>
                  </a:lnTo>
                  <a:lnTo>
                    <a:pt x="142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6"/>
            <p:cNvSpPr/>
            <p:nvPr/>
          </p:nvSpPr>
          <p:spPr>
            <a:xfrm>
              <a:off x="4361525" y="2249750"/>
              <a:ext cx="105700" cy="239050"/>
            </a:xfrm>
            <a:custGeom>
              <a:avLst/>
              <a:gdLst/>
              <a:ahLst/>
              <a:cxnLst/>
              <a:rect l="l" t="t" r="r" b="b"/>
              <a:pathLst>
                <a:path w="4228" h="9562" extrusionOk="0">
                  <a:moveTo>
                    <a:pt x="3323" y="0"/>
                  </a:moveTo>
                  <a:lnTo>
                    <a:pt x="1" y="8204"/>
                  </a:lnTo>
                  <a:lnTo>
                    <a:pt x="513" y="9561"/>
                  </a:lnTo>
                  <a:lnTo>
                    <a:pt x="1858" y="8632"/>
                  </a:lnTo>
                  <a:lnTo>
                    <a:pt x="4228" y="322"/>
                  </a:lnTo>
                  <a:lnTo>
                    <a:pt x="3323" y="0"/>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6"/>
            <p:cNvSpPr/>
            <p:nvPr/>
          </p:nvSpPr>
          <p:spPr>
            <a:xfrm>
              <a:off x="4373450" y="2491450"/>
              <a:ext cx="222075" cy="139625"/>
            </a:xfrm>
            <a:custGeom>
              <a:avLst/>
              <a:gdLst/>
              <a:ahLst/>
              <a:cxnLst/>
              <a:rect l="l" t="t" r="r" b="b"/>
              <a:pathLst>
                <a:path w="8883" h="5585" extrusionOk="0">
                  <a:moveTo>
                    <a:pt x="1429" y="0"/>
                  </a:moveTo>
                  <a:lnTo>
                    <a:pt x="0" y="250"/>
                  </a:lnTo>
                  <a:lnTo>
                    <a:pt x="655" y="1739"/>
                  </a:lnTo>
                  <a:lnTo>
                    <a:pt x="8406" y="5584"/>
                  </a:lnTo>
                  <a:lnTo>
                    <a:pt x="8882" y="4751"/>
                  </a:lnTo>
                  <a:lnTo>
                    <a:pt x="1429" y="0"/>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6"/>
            <p:cNvSpPr/>
            <p:nvPr/>
          </p:nvSpPr>
          <p:spPr>
            <a:xfrm>
              <a:off x="4126975" y="2480425"/>
              <a:ext cx="246800" cy="74450"/>
            </a:xfrm>
            <a:custGeom>
              <a:avLst/>
              <a:gdLst/>
              <a:ahLst/>
              <a:cxnLst/>
              <a:rect l="l" t="t" r="r" b="b"/>
              <a:pathLst>
                <a:path w="9872" h="2978" extrusionOk="0">
                  <a:moveTo>
                    <a:pt x="8407" y="1"/>
                  </a:moveTo>
                  <a:lnTo>
                    <a:pt x="1" y="2037"/>
                  </a:lnTo>
                  <a:lnTo>
                    <a:pt x="168" y="2977"/>
                  </a:lnTo>
                  <a:lnTo>
                    <a:pt x="8942" y="1834"/>
                  </a:lnTo>
                  <a:lnTo>
                    <a:pt x="9871" y="727"/>
                  </a:lnTo>
                  <a:lnTo>
                    <a:pt x="840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6"/>
            <p:cNvSpPr/>
            <p:nvPr/>
          </p:nvSpPr>
          <p:spPr>
            <a:xfrm>
              <a:off x="4126400" y="2475375"/>
              <a:ext cx="246775" cy="74425"/>
            </a:xfrm>
            <a:custGeom>
              <a:avLst/>
              <a:gdLst/>
              <a:ahLst/>
              <a:cxnLst/>
              <a:rect l="l" t="t" r="r" b="b"/>
              <a:pathLst>
                <a:path w="9871" h="2977" extrusionOk="0">
                  <a:moveTo>
                    <a:pt x="8406" y="0"/>
                  </a:moveTo>
                  <a:lnTo>
                    <a:pt x="0" y="2036"/>
                  </a:lnTo>
                  <a:lnTo>
                    <a:pt x="167" y="2977"/>
                  </a:lnTo>
                  <a:lnTo>
                    <a:pt x="8930" y="1822"/>
                  </a:lnTo>
                  <a:lnTo>
                    <a:pt x="9870" y="727"/>
                  </a:lnTo>
                  <a:lnTo>
                    <a:pt x="8406" y="0"/>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6"/>
            <p:cNvSpPr/>
            <p:nvPr/>
          </p:nvSpPr>
          <p:spPr>
            <a:xfrm>
              <a:off x="4351125" y="2469125"/>
              <a:ext cx="47950" cy="47950"/>
            </a:xfrm>
            <a:custGeom>
              <a:avLst/>
              <a:gdLst/>
              <a:ahLst/>
              <a:cxnLst/>
              <a:rect l="l" t="t" r="r" b="b"/>
              <a:pathLst>
                <a:path w="1918" h="1918" extrusionOk="0">
                  <a:moveTo>
                    <a:pt x="965" y="0"/>
                  </a:moveTo>
                  <a:cubicBezTo>
                    <a:pt x="429" y="0"/>
                    <a:pt x="0" y="429"/>
                    <a:pt x="0" y="953"/>
                  </a:cubicBezTo>
                  <a:cubicBezTo>
                    <a:pt x="0" y="1489"/>
                    <a:pt x="429" y="1917"/>
                    <a:pt x="965" y="1917"/>
                  </a:cubicBezTo>
                  <a:cubicBezTo>
                    <a:pt x="1489" y="1917"/>
                    <a:pt x="1917" y="1489"/>
                    <a:pt x="1917" y="953"/>
                  </a:cubicBezTo>
                  <a:cubicBezTo>
                    <a:pt x="1917" y="429"/>
                    <a:pt x="1489" y="0"/>
                    <a:pt x="9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6"/>
            <p:cNvSpPr/>
            <p:nvPr/>
          </p:nvSpPr>
          <p:spPr>
            <a:xfrm>
              <a:off x="5916800" y="2292325"/>
              <a:ext cx="11625" cy="365225"/>
            </a:xfrm>
            <a:custGeom>
              <a:avLst/>
              <a:gdLst/>
              <a:ahLst/>
              <a:cxnLst/>
              <a:rect l="l" t="t" r="r" b="b"/>
              <a:pathLst>
                <a:path w="465" h="14609" extrusionOk="0">
                  <a:moveTo>
                    <a:pt x="0" y="0"/>
                  </a:moveTo>
                  <a:lnTo>
                    <a:pt x="0" y="14609"/>
                  </a:lnTo>
                  <a:lnTo>
                    <a:pt x="464" y="14609"/>
                  </a:lnTo>
                  <a:lnTo>
                    <a:pt x="464" y="0"/>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6"/>
            <p:cNvSpPr/>
            <p:nvPr/>
          </p:nvSpPr>
          <p:spPr>
            <a:xfrm>
              <a:off x="5924525" y="2292325"/>
              <a:ext cx="3900" cy="365225"/>
            </a:xfrm>
            <a:custGeom>
              <a:avLst/>
              <a:gdLst/>
              <a:ahLst/>
              <a:cxnLst/>
              <a:rect l="l" t="t" r="r" b="b"/>
              <a:pathLst>
                <a:path w="156" h="14609" extrusionOk="0">
                  <a:moveTo>
                    <a:pt x="1" y="0"/>
                  </a:moveTo>
                  <a:lnTo>
                    <a:pt x="1" y="14609"/>
                  </a:lnTo>
                  <a:lnTo>
                    <a:pt x="155" y="14609"/>
                  </a:lnTo>
                  <a:lnTo>
                    <a:pt x="1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6"/>
            <p:cNvSpPr/>
            <p:nvPr/>
          </p:nvSpPr>
          <p:spPr>
            <a:xfrm>
              <a:off x="5912925" y="2120875"/>
              <a:ext cx="72050" cy="163125"/>
            </a:xfrm>
            <a:custGeom>
              <a:avLst/>
              <a:gdLst/>
              <a:ahLst/>
              <a:cxnLst/>
              <a:rect l="l" t="t" r="r" b="b"/>
              <a:pathLst>
                <a:path w="2882" h="6525" extrusionOk="0">
                  <a:moveTo>
                    <a:pt x="2263" y="0"/>
                  </a:moveTo>
                  <a:lnTo>
                    <a:pt x="0" y="5596"/>
                  </a:lnTo>
                  <a:lnTo>
                    <a:pt x="346" y="6525"/>
                  </a:lnTo>
                  <a:lnTo>
                    <a:pt x="1274" y="5894"/>
                  </a:lnTo>
                  <a:lnTo>
                    <a:pt x="2882" y="214"/>
                  </a:lnTo>
                  <a:lnTo>
                    <a:pt x="2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6"/>
            <p:cNvSpPr/>
            <p:nvPr/>
          </p:nvSpPr>
          <p:spPr>
            <a:xfrm>
              <a:off x="5917975" y="2288150"/>
              <a:ext cx="151525" cy="95275"/>
            </a:xfrm>
            <a:custGeom>
              <a:avLst/>
              <a:gdLst/>
              <a:ahLst/>
              <a:cxnLst/>
              <a:rect l="l" t="t" r="r" b="b"/>
              <a:pathLst>
                <a:path w="6061" h="3811" extrusionOk="0">
                  <a:moveTo>
                    <a:pt x="977" y="0"/>
                  </a:moveTo>
                  <a:lnTo>
                    <a:pt x="1" y="167"/>
                  </a:lnTo>
                  <a:lnTo>
                    <a:pt x="453" y="1191"/>
                  </a:lnTo>
                  <a:lnTo>
                    <a:pt x="5740" y="3810"/>
                  </a:lnTo>
                  <a:lnTo>
                    <a:pt x="6061" y="3239"/>
                  </a:lnTo>
                  <a:lnTo>
                    <a:pt x="9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6"/>
            <p:cNvSpPr/>
            <p:nvPr/>
          </p:nvSpPr>
          <p:spPr>
            <a:xfrm>
              <a:off x="5910825" y="2120275"/>
              <a:ext cx="72075" cy="162825"/>
            </a:xfrm>
            <a:custGeom>
              <a:avLst/>
              <a:gdLst/>
              <a:ahLst/>
              <a:cxnLst/>
              <a:rect l="l" t="t" r="r" b="b"/>
              <a:pathLst>
                <a:path w="2883" h="6513" extrusionOk="0">
                  <a:moveTo>
                    <a:pt x="2263" y="0"/>
                  </a:moveTo>
                  <a:lnTo>
                    <a:pt x="1" y="5596"/>
                  </a:lnTo>
                  <a:lnTo>
                    <a:pt x="346" y="6513"/>
                  </a:lnTo>
                  <a:lnTo>
                    <a:pt x="1275" y="5894"/>
                  </a:lnTo>
                  <a:lnTo>
                    <a:pt x="2882" y="215"/>
                  </a:lnTo>
                  <a:lnTo>
                    <a:pt x="2263" y="0"/>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6"/>
            <p:cNvSpPr/>
            <p:nvPr/>
          </p:nvSpPr>
          <p:spPr>
            <a:xfrm>
              <a:off x="5918875" y="2285175"/>
              <a:ext cx="151525" cy="95275"/>
            </a:xfrm>
            <a:custGeom>
              <a:avLst/>
              <a:gdLst/>
              <a:ahLst/>
              <a:cxnLst/>
              <a:rect l="l" t="t" r="r" b="b"/>
              <a:pathLst>
                <a:path w="6061" h="3811" extrusionOk="0">
                  <a:moveTo>
                    <a:pt x="977" y="0"/>
                  </a:moveTo>
                  <a:lnTo>
                    <a:pt x="0" y="167"/>
                  </a:lnTo>
                  <a:lnTo>
                    <a:pt x="453" y="1191"/>
                  </a:lnTo>
                  <a:lnTo>
                    <a:pt x="5739" y="3810"/>
                  </a:lnTo>
                  <a:lnTo>
                    <a:pt x="6061" y="3239"/>
                  </a:lnTo>
                  <a:lnTo>
                    <a:pt x="977" y="0"/>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6"/>
            <p:cNvSpPr/>
            <p:nvPr/>
          </p:nvSpPr>
          <p:spPr>
            <a:xfrm>
              <a:off x="5750700" y="2277725"/>
              <a:ext cx="168500" cy="50625"/>
            </a:xfrm>
            <a:custGeom>
              <a:avLst/>
              <a:gdLst/>
              <a:ahLst/>
              <a:cxnLst/>
              <a:rect l="l" t="t" r="r" b="b"/>
              <a:pathLst>
                <a:path w="6740" h="2025" extrusionOk="0">
                  <a:moveTo>
                    <a:pt x="5739" y="1"/>
                  </a:moveTo>
                  <a:lnTo>
                    <a:pt x="0" y="1382"/>
                  </a:lnTo>
                  <a:lnTo>
                    <a:pt x="119" y="2025"/>
                  </a:lnTo>
                  <a:lnTo>
                    <a:pt x="6096" y="1239"/>
                  </a:lnTo>
                  <a:lnTo>
                    <a:pt x="6739" y="489"/>
                  </a:lnTo>
                  <a:lnTo>
                    <a:pt x="57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6"/>
            <p:cNvSpPr/>
            <p:nvPr/>
          </p:nvSpPr>
          <p:spPr>
            <a:xfrm>
              <a:off x="5750400" y="2274150"/>
              <a:ext cx="168200" cy="50625"/>
            </a:xfrm>
            <a:custGeom>
              <a:avLst/>
              <a:gdLst/>
              <a:ahLst/>
              <a:cxnLst/>
              <a:rect l="l" t="t" r="r" b="b"/>
              <a:pathLst>
                <a:path w="6728" h="2025" extrusionOk="0">
                  <a:moveTo>
                    <a:pt x="5739" y="1"/>
                  </a:moveTo>
                  <a:lnTo>
                    <a:pt x="1" y="1382"/>
                  </a:lnTo>
                  <a:lnTo>
                    <a:pt x="108" y="2025"/>
                  </a:lnTo>
                  <a:lnTo>
                    <a:pt x="6097" y="1251"/>
                  </a:lnTo>
                  <a:lnTo>
                    <a:pt x="6728" y="489"/>
                  </a:lnTo>
                  <a:lnTo>
                    <a:pt x="5739" y="1"/>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6"/>
            <p:cNvSpPr/>
            <p:nvPr/>
          </p:nvSpPr>
          <p:spPr>
            <a:xfrm>
              <a:off x="5903700" y="2270000"/>
              <a:ext cx="32750" cy="32450"/>
            </a:xfrm>
            <a:custGeom>
              <a:avLst/>
              <a:gdLst/>
              <a:ahLst/>
              <a:cxnLst/>
              <a:rect l="l" t="t" r="r" b="b"/>
              <a:pathLst>
                <a:path w="1310" h="1298" extrusionOk="0">
                  <a:moveTo>
                    <a:pt x="655" y="0"/>
                  </a:moveTo>
                  <a:cubicBezTo>
                    <a:pt x="298" y="0"/>
                    <a:pt x="0" y="286"/>
                    <a:pt x="0" y="643"/>
                  </a:cubicBezTo>
                  <a:cubicBezTo>
                    <a:pt x="0" y="1012"/>
                    <a:pt x="298" y="1298"/>
                    <a:pt x="655" y="1298"/>
                  </a:cubicBezTo>
                  <a:cubicBezTo>
                    <a:pt x="1012" y="1298"/>
                    <a:pt x="1310" y="1012"/>
                    <a:pt x="1310" y="643"/>
                  </a:cubicBezTo>
                  <a:cubicBezTo>
                    <a:pt x="1310" y="286"/>
                    <a:pt x="1012" y="0"/>
                    <a:pt x="6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6"/>
            <p:cNvSpPr/>
            <p:nvPr/>
          </p:nvSpPr>
          <p:spPr>
            <a:xfrm>
              <a:off x="5400050" y="2039600"/>
              <a:ext cx="23250" cy="728700"/>
            </a:xfrm>
            <a:custGeom>
              <a:avLst/>
              <a:gdLst/>
              <a:ahLst/>
              <a:cxnLst/>
              <a:rect l="l" t="t" r="r" b="b"/>
              <a:pathLst>
                <a:path w="930" h="29148" extrusionOk="0">
                  <a:moveTo>
                    <a:pt x="1" y="1"/>
                  </a:moveTo>
                  <a:lnTo>
                    <a:pt x="1" y="29147"/>
                  </a:lnTo>
                  <a:lnTo>
                    <a:pt x="930" y="29147"/>
                  </a:lnTo>
                  <a:lnTo>
                    <a:pt x="930" y="1"/>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6"/>
            <p:cNvSpPr/>
            <p:nvPr/>
          </p:nvSpPr>
          <p:spPr>
            <a:xfrm>
              <a:off x="5417847" y="2039600"/>
              <a:ext cx="7475" cy="728700"/>
            </a:xfrm>
            <a:custGeom>
              <a:avLst/>
              <a:gdLst/>
              <a:ahLst/>
              <a:cxnLst/>
              <a:rect l="l" t="t" r="r" b="b"/>
              <a:pathLst>
                <a:path w="299" h="29148" extrusionOk="0">
                  <a:moveTo>
                    <a:pt x="1" y="1"/>
                  </a:moveTo>
                  <a:lnTo>
                    <a:pt x="1" y="29147"/>
                  </a:lnTo>
                  <a:lnTo>
                    <a:pt x="299" y="29147"/>
                  </a:lnTo>
                  <a:lnTo>
                    <a:pt x="2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6"/>
            <p:cNvSpPr/>
            <p:nvPr/>
          </p:nvSpPr>
          <p:spPr>
            <a:xfrm>
              <a:off x="5198250" y="1783325"/>
              <a:ext cx="213150" cy="283100"/>
            </a:xfrm>
            <a:custGeom>
              <a:avLst/>
              <a:gdLst/>
              <a:ahLst/>
              <a:cxnLst/>
              <a:rect l="l" t="t" r="r" b="b"/>
              <a:pathLst>
                <a:path w="8526" h="11324" extrusionOk="0">
                  <a:moveTo>
                    <a:pt x="1060" y="0"/>
                  </a:moveTo>
                  <a:lnTo>
                    <a:pt x="0" y="762"/>
                  </a:lnTo>
                  <a:lnTo>
                    <a:pt x="6596" y="10835"/>
                  </a:lnTo>
                  <a:lnTo>
                    <a:pt x="8501" y="11323"/>
                  </a:lnTo>
                  <a:lnTo>
                    <a:pt x="8525" y="9097"/>
                  </a:lnTo>
                  <a:lnTo>
                    <a:pt x="10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6"/>
            <p:cNvSpPr/>
            <p:nvPr/>
          </p:nvSpPr>
          <p:spPr>
            <a:xfrm>
              <a:off x="5420300" y="1920850"/>
              <a:ext cx="312275" cy="171750"/>
            </a:xfrm>
            <a:custGeom>
              <a:avLst/>
              <a:gdLst/>
              <a:ahLst/>
              <a:cxnLst/>
              <a:rect l="l" t="t" r="r" b="b"/>
              <a:pathLst>
                <a:path w="12491" h="6870" extrusionOk="0">
                  <a:moveTo>
                    <a:pt x="11931" y="0"/>
                  </a:moveTo>
                  <a:lnTo>
                    <a:pt x="834" y="4655"/>
                  </a:lnTo>
                  <a:lnTo>
                    <a:pt x="0" y="6441"/>
                  </a:lnTo>
                  <a:lnTo>
                    <a:pt x="2191" y="6870"/>
                  </a:lnTo>
                  <a:lnTo>
                    <a:pt x="12490" y="1179"/>
                  </a:lnTo>
                  <a:lnTo>
                    <a:pt x="1193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6"/>
            <p:cNvSpPr/>
            <p:nvPr/>
          </p:nvSpPr>
          <p:spPr>
            <a:xfrm>
              <a:off x="5194675" y="1786000"/>
              <a:ext cx="213150" cy="283100"/>
            </a:xfrm>
            <a:custGeom>
              <a:avLst/>
              <a:gdLst/>
              <a:ahLst/>
              <a:cxnLst/>
              <a:rect l="l" t="t" r="r" b="b"/>
              <a:pathLst>
                <a:path w="8526" h="11324" extrusionOk="0">
                  <a:moveTo>
                    <a:pt x="1060" y="1"/>
                  </a:moveTo>
                  <a:lnTo>
                    <a:pt x="1" y="763"/>
                  </a:lnTo>
                  <a:lnTo>
                    <a:pt x="6597" y="10835"/>
                  </a:lnTo>
                  <a:lnTo>
                    <a:pt x="8502" y="11323"/>
                  </a:lnTo>
                  <a:lnTo>
                    <a:pt x="8525" y="9097"/>
                  </a:lnTo>
                  <a:lnTo>
                    <a:pt x="1060" y="1"/>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6"/>
            <p:cNvSpPr/>
            <p:nvPr/>
          </p:nvSpPr>
          <p:spPr>
            <a:xfrm>
              <a:off x="5416725" y="1915775"/>
              <a:ext cx="312275" cy="171775"/>
            </a:xfrm>
            <a:custGeom>
              <a:avLst/>
              <a:gdLst/>
              <a:ahLst/>
              <a:cxnLst/>
              <a:rect l="l" t="t" r="r" b="b"/>
              <a:pathLst>
                <a:path w="12491" h="6871" extrusionOk="0">
                  <a:moveTo>
                    <a:pt x="11931" y="1"/>
                  </a:moveTo>
                  <a:lnTo>
                    <a:pt x="834" y="4656"/>
                  </a:lnTo>
                  <a:lnTo>
                    <a:pt x="1" y="6442"/>
                  </a:lnTo>
                  <a:lnTo>
                    <a:pt x="2179" y="6871"/>
                  </a:lnTo>
                  <a:lnTo>
                    <a:pt x="12490" y="1179"/>
                  </a:lnTo>
                  <a:lnTo>
                    <a:pt x="11931" y="1"/>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6"/>
            <p:cNvSpPr/>
            <p:nvPr/>
          </p:nvSpPr>
          <p:spPr>
            <a:xfrm>
              <a:off x="5263125" y="2077400"/>
              <a:ext cx="167625" cy="314950"/>
            </a:xfrm>
            <a:custGeom>
              <a:avLst/>
              <a:gdLst/>
              <a:ahLst/>
              <a:cxnLst/>
              <a:rect l="l" t="t" r="r" b="b"/>
              <a:pathLst>
                <a:path w="6705" h="12598" extrusionOk="0">
                  <a:moveTo>
                    <a:pt x="6192" y="1"/>
                  </a:moveTo>
                  <a:lnTo>
                    <a:pt x="4252" y="1072"/>
                  </a:lnTo>
                  <a:lnTo>
                    <a:pt x="1" y="12050"/>
                  </a:lnTo>
                  <a:lnTo>
                    <a:pt x="1180" y="12598"/>
                  </a:lnTo>
                  <a:lnTo>
                    <a:pt x="6704" y="1894"/>
                  </a:lnTo>
                  <a:lnTo>
                    <a:pt x="619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6"/>
            <p:cNvSpPr/>
            <p:nvPr/>
          </p:nvSpPr>
          <p:spPr>
            <a:xfrm>
              <a:off x="5256875" y="2074125"/>
              <a:ext cx="167625" cy="314950"/>
            </a:xfrm>
            <a:custGeom>
              <a:avLst/>
              <a:gdLst/>
              <a:ahLst/>
              <a:cxnLst/>
              <a:rect l="l" t="t" r="r" b="b"/>
              <a:pathLst>
                <a:path w="6705" h="12598" extrusionOk="0">
                  <a:moveTo>
                    <a:pt x="6192" y="1"/>
                  </a:moveTo>
                  <a:lnTo>
                    <a:pt x="4251" y="1072"/>
                  </a:lnTo>
                  <a:lnTo>
                    <a:pt x="1" y="12050"/>
                  </a:lnTo>
                  <a:lnTo>
                    <a:pt x="1180" y="12598"/>
                  </a:lnTo>
                  <a:lnTo>
                    <a:pt x="6704" y="1894"/>
                  </a:lnTo>
                  <a:lnTo>
                    <a:pt x="6192" y="1"/>
                  </a:lnTo>
                  <a:close/>
                </a:path>
              </a:pathLst>
            </a:custGeom>
            <a:solidFill>
              <a:srgbClr val="FBF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6"/>
            <p:cNvSpPr/>
            <p:nvPr/>
          </p:nvSpPr>
          <p:spPr>
            <a:xfrm>
              <a:off x="5380125" y="2039000"/>
              <a:ext cx="65200" cy="64925"/>
            </a:xfrm>
            <a:custGeom>
              <a:avLst/>
              <a:gdLst/>
              <a:ahLst/>
              <a:cxnLst/>
              <a:rect l="l" t="t" r="r" b="b"/>
              <a:pathLst>
                <a:path w="2608" h="2597" extrusionOk="0">
                  <a:moveTo>
                    <a:pt x="1310" y="1"/>
                  </a:moveTo>
                  <a:cubicBezTo>
                    <a:pt x="584" y="1"/>
                    <a:pt x="0" y="584"/>
                    <a:pt x="0" y="1299"/>
                  </a:cubicBezTo>
                  <a:cubicBezTo>
                    <a:pt x="0" y="2013"/>
                    <a:pt x="584" y="2596"/>
                    <a:pt x="1310" y="2596"/>
                  </a:cubicBezTo>
                  <a:cubicBezTo>
                    <a:pt x="2024" y="2596"/>
                    <a:pt x="2608" y="2013"/>
                    <a:pt x="2608" y="1299"/>
                  </a:cubicBezTo>
                  <a:cubicBezTo>
                    <a:pt x="2608" y="584"/>
                    <a:pt x="2024" y="1"/>
                    <a:pt x="13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6"/>
            <p:cNvSpPr/>
            <p:nvPr/>
          </p:nvSpPr>
          <p:spPr>
            <a:xfrm>
              <a:off x="7405375" y="3059375"/>
              <a:ext cx="25" cy="25"/>
            </a:xfrm>
            <a:custGeom>
              <a:avLst/>
              <a:gdLst/>
              <a:ahLst/>
              <a:cxnLst/>
              <a:rect l="l" t="t" r="r" b="b"/>
              <a:pathLst>
                <a:path w="1" h="1" extrusionOk="0">
                  <a:moveTo>
                    <a:pt x="0" y="0"/>
                  </a:moveTo>
                  <a:close/>
                </a:path>
              </a:pathLst>
            </a:custGeom>
            <a:solidFill>
              <a:srgbClr val="2854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6"/>
            <p:cNvSpPr/>
            <p:nvPr/>
          </p:nvSpPr>
          <p:spPr>
            <a:xfrm>
              <a:off x="4008525" y="3049550"/>
              <a:ext cx="3708800" cy="809200"/>
            </a:xfrm>
            <a:custGeom>
              <a:avLst/>
              <a:gdLst/>
              <a:ahLst/>
              <a:cxnLst/>
              <a:rect l="l" t="t" r="r" b="b"/>
              <a:pathLst>
                <a:path w="148352" h="32368" extrusionOk="0">
                  <a:moveTo>
                    <a:pt x="128403" y="1"/>
                  </a:moveTo>
                  <a:cubicBezTo>
                    <a:pt x="126146" y="1"/>
                    <a:pt x="123944" y="496"/>
                    <a:pt x="122027" y="1780"/>
                  </a:cubicBezTo>
                  <a:cubicBezTo>
                    <a:pt x="113657" y="7400"/>
                    <a:pt x="108359" y="12281"/>
                    <a:pt x="91535" y="12496"/>
                  </a:cubicBezTo>
                  <a:cubicBezTo>
                    <a:pt x="74712" y="12722"/>
                    <a:pt x="55388" y="17187"/>
                    <a:pt x="47780" y="22247"/>
                  </a:cubicBezTo>
                  <a:cubicBezTo>
                    <a:pt x="40803" y="26902"/>
                    <a:pt x="12764" y="26235"/>
                    <a:pt x="0" y="32367"/>
                  </a:cubicBezTo>
                  <a:lnTo>
                    <a:pt x="148352" y="32367"/>
                  </a:lnTo>
                  <a:lnTo>
                    <a:pt x="148352" y="9555"/>
                  </a:lnTo>
                  <a:lnTo>
                    <a:pt x="144221" y="5614"/>
                  </a:lnTo>
                  <a:cubicBezTo>
                    <a:pt x="144221" y="5614"/>
                    <a:pt x="136003" y="1"/>
                    <a:pt x="128403" y="1"/>
                  </a:cubicBezTo>
                  <a:close/>
                </a:path>
              </a:pathLst>
            </a:custGeom>
            <a:solidFill>
              <a:srgbClr val="75D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6"/>
            <p:cNvSpPr/>
            <p:nvPr/>
          </p:nvSpPr>
          <p:spPr>
            <a:xfrm>
              <a:off x="1655813" y="3473125"/>
              <a:ext cx="1529975" cy="390550"/>
            </a:xfrm>
            <a:custGeom>
              <a:avLst/>
              <a:gdLst/>
              <a:ahLst/>
              <a:cxnLst/>
              <a:rect l="l" t="t" r="r" b="b"/>
              <a:pathLst>
                <a:path w="61199" h="15622" extrusionOk="0">
                  <a:moveTo>
                    <a:pt x="31147" y="1"/>
                  </a:moveTo>
                  <a:cubicBezTo>
                    <a:pt x="27159" y="1"/>
                    <a:pt x="23753" y="2965"/>
                    <a:pt x="22384" y="7145"/>
                  </a:cubicBezTo>
                  <a:cubicBezTo>
                    <a:pt x="20717" y="5501"/>
                    <a:pt x="18419" y="4489"/>
                    <a:pt x="15895" y="4489"/>
                  </a:cubicBezTo>
                  <a:cubicBezTo>
                    <a:pt x="11311" y="4489"/>
                    <a:pt x="7501" y="7811"/>
                    <a:pt x="6739" y="12181"/>
                  </a:cubicBezTo>
                  <a:cubicBezTo>
                    <a:pt x="6108" y="11871"/>
                    <a:pt x="5418" y="11693"/>
                    <a:pt x="4680" y="11693"/>
                  </a:cubicBezTo>
                  <a:cubicBezTo>
                    <a:pt x="2334" y="11693"/>
                    <a:pt x="393" y="13383"/>
                    <a:pt x="0" y="15622"/>
                  </a:cubicBezTo>
                  <a:lnTo>
                    <a:pt x="61199" y="15622"/>
                  </a:lnTo>
                  <a:cubicBezTo>
                    <a:pt x="61199" y="15610"/>
                    <a:pt x="61199" y="15610"/>
                    <a:pt x="61199" y="15598"/>
                  </a:cubicBezTo>
                  <a:cubicBezTo>
                    <a:pt x="61199" y="11943"/>
                    <a:pt x="58234" y="8978"/>
                    <a:pt x="54579" y="8978"/>
                  </a:cubicBezTo>
                  <a:cubicBezTo>
                    <a:pt x="53650" y="8978"/>
                    <a:pt x="52769" y="9169"/>
                    <a:pt x="51959" y="9514"/>
                  </a:cubicBezTo>
                  <a:cubicBezTo>
                    <a:pt x="50912" y="5716"/>
                    <a:pt x="47435" y="2918"/>
                    <a:pt x="43292" y="2918"/>
                  </a:cubicBezTo>
                  <a:cubicBezTo>
                    <a:pt x="41553" y="2918"/>
                    <a:pt x="39922" y="3430"/>
                    <a:pt x="38541" y="4287"/>
                  </a:cubicBezTo>
                  <a:cubicBezTo>
                    <a:pt x="36827" y="1680"/>
                    <a:pt x="34148" y="1"/>
                    <a:pt x="31147" y="1"/>
                  </a:cubicBezTo>
                  <a:close/>
                </a:path>
              </a:pathLst>
            </a:custGeom>
            <a:solidFill>
              <a:srgbClr val="449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6"/>
            <p:cNvSpPr/>
            <p:nvPr/>
          </p:nvSpPr>
          <p:spPr>
            <a:xfrm>
              <a:off x="5460488" y="3289175"/>
              <a:ext cx="2250625" cy="574500"/>
            </a:xfrm>
            <a:custGeom>
              <a:avLst/>
              <a:gdLst/>
              <a:ahLst/>
              <a:cxnLst/>
              <a:rect l="l" t="t" r="r" b="b"/>
              <a:pathLst>
                <a:path w="90025" h="22980" extrusionOk="0">
                  <a:moveTo>
                    <a:pt x="45816" y="1"/>
                  </a:moveTo>
                  <a:cubicBezTo>
                    <a:pt x="39946" y="1"/>
                    <a:pt x="34946" y="4358"/>
                    <a:pt x="32934" y="10502"/>
                  </a:cubicBezTo>
                  <a:cubicBezTo>
                    <a:pt x="30469" y="8097"/>
                    <a:pt x="27100" y="6609"/>
                    <a:pt x="23373" y="6609"/>
                  </a:cubicBezTo>
                  <a:cubicBezTo>
                    <a:pt x="16634" y="6609"/>
                    <a:pt x="11038" y="11490"/>
                    <a:pt x="9907" y="17920"/>
                  </a:cubicBezTo>
                  <a:cubicBezTo>
                    <a:pt x="8990" y="17467"/>
                    <a:pt x="7966" y="17193"/>
                    <a:pt x="6871" y="17193"/>
                  </a:cubicBezTo>
                  <a:cubicBezTo>
                    <a:pt x="3430" y="17193"/>
                    <a:pt x="584" y="19694"/>
                    <a:pt x="1" y="22980"/>
                  </a:cubicBezTo>
                  <a:lnTo>
                    <a:pt x="90012" y="22980"/>
                  </a:lnTo>
                  <a:cubicBezTo>
                    <a:pt x="90012" y="22968"/>
                    <a:pt x="90024" y="22956"/>
                    <a:pt x="90024" y="22956"/>
                  </a:cubicBezTo>
                  <a:cubicBezTo>
                    <a:pt x="90024" y="17574"/>
                    <a:pt x="85655" y="13205"/>
                    <a:pt x="80273" y="13205"/>
                  </a:cubicBezTo>
                  <a:cubicBezTo>
                    <a:pt x="78916" y="13205"/>
                    <a:pt x="77618" y="13491"/>
                    <a:pt x="76439" y="14002"/>
                  </a:cubicBezTo>
                  <a:cubicBezTo>
                    <a:pt x="74879" y="8407"/>
                    <a:pt x="69772" y="4299"/>
                    <a:pt x="63688" y="4299"/>
                  </a:cubicBezTo>
                  <a:cubicBezTo>
                    <a:pt x="61116" y="4299"/>
                    <a:pt x="58723" y="5049"/>
                    <a:pt x="56699" y="6311"/>
                  </a:cubicBezTo>
                  <a:cubicBezTo>
                    <a:pt x="54163" y="2477"/>
                    <a:pt x="50233" y="1"/>
                    <a:pt x="45816" y="1"/>
                  </a:cubicBezTo>
                  <a:close/>
                </a:path>
              </a:pathLst>
            </a:custGeom>
            <a:solidFill>
              <a:srgbClr val="449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6"/>
            <p:cNvSpPr/>
            <p:nvPr/>
          </p:nvSpPr>
          <p:spPr>
            <a:xfrm>
              <a:off x="3512313" y="3449600"/>
              <a:ext cx="1621650" cy="414075"/>
            </a:xfrm>
            <a:custGeom>
              <a:avLst/>
              <a:gdLst/>
              <a:ahLst/>
              <a:cxnLst/>
              <a:rect l="l" t="t" r="r" b="b"/>
              <a:pathLst>
                <a:path w="64866" h="16563" extrusionOk="0">
                  <a:moveTo>
                    <a:pt x="33016" y="1"/>
                  </a:moveTo>
                  <a:cubicBezTo>
                    <a:pt x="28790" y="1"/>
                    <a:pt x="25182" y="3144"/>
                    <a:pt x="23729" y="7573"/>
                  </a:cubicBezTo>
                  <a:cubicBezTo>
                    <a:pt x="21955" y="5835"/>
                    <a:pt x="19527" y="4763"/>
                    <a:pt x="16848" y="4763"/>
                  </a:cubicBezTo>
                  <a:cubicBezTo>
                    <a:pt x="11990" y="4763"/>
                    <a:pt x="7954" y="8287"/>
                    <a:pt x="7144" y="12919"/>
                  </a:cubicBezTo>
                  <a:cubicBezTo>
                    <a:pt x="6477" y="12597"/>
                    <a:pt x="5739" y="12395"/>
                    <a:pt x="4953" y="12395"/>
                  </a:cubicBezTo>
                  <a:cubicBezTo>
                    <a:pt x="2477" y="12395"/>
                    <a:pt x="417" y="14193"/>
                    <a:pt x="0" y="16562"/>
                  </a:cubicBezTo>
                  <a:lnTo>
                    <a:pt x="64866" y="16562"/>
                  </a:lnTo>
                  <a:cubicBezTo>
                    <a:pt x="64866" y="16550"/>
                    <a:pt x="64866" y="16550"/>
                    <a:pt x="64866" y="16538"/>
                  </a:cubicBezTo>
                  <a:cubicBezTo>
                    <a:pt x="64866" y="12669"/>
                    <a:pt x="61722" y="9526"/>
                    <a:pt x="57841" y="9526"/>
                  </a:cubicBezTo>
                  <a:cubicBezTo>
                    <a:pt x="56865" y="9526"/>
                    <a:pt x="55924" y="9728"/>
                    <a:pt x="55079" y="10097"/>
                  </a:cubicBezTo>
                  <a:cubicBezTo>
                    <a:pt x="53959" y="6061"/>
                    <a:pt x="50280" y="3108"/>
                    <a:pt x="45887" y="3108"/>
                  </a:cubicBezTo>
                  <a:cubicBezTo>
                    <a:pt x="44041" y="3108"/>
                    <a:pt x="42315" y="3644"/>
                    <a:pt x="40851" y="4549"/>
                  </a:cubicBezTo>
                  <a:cubicBezTo>
                    <a:pt x="39029" y="1787"/>
                    <a:pt x="36195" y="1"/>
                    <a:pt x="33016" y="1"/>
                  </a:cubicBezTo>
                  <a:close/>
                </a:path>
              </a:pathLst>
            </a:custGeom>
            <a:solidFill>
              <a:srgbClr val="449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6"/>
            <p:cNvSpPr/>
            <p:nvPr/>
          </p:nvSpPr>
          <p:spPr>
            <a:xfrm>
              <a:off x="4241588" y="3588925"/>
              <a:ext cx="1076350" cy="274750"/>
            </a:xfrm>
            <a:custGeom>
              <a:avLst/>
              <a:gdLst/>
              <a:ahLst/>
              <a:cxnLst/>
              <a:rect l="l" t="t" r="r" b="b"/>
              <a:pathLst>
                <a:path w="43054" h="10990" extrusionOk="0">
                  <a:moveTo>
                    <a:pt x="21908" y="0"/>
                  </a:moveTo>
                  <a:cubicBezTo>
                    <a:pt x="19110" y="0"/>
                    <a:pt x="16717" y="2084"/>
                    <a:pt x="15753" y="5025"/>
                  </a:cubicBezTo>
                  <a:cubicBezTo>
                    <a:pt x="14574" y="3882"/>
                    <a:pt x="12955" y="3168"/>
                    <a:pt x="11181" y="3168"/>
                  </a:cubicBezTo>
                  <a:cubicBezTo>
                    <a:pt x="7954" y="3168"/>
                    <a:pt x="5275" y="5501"/>
                    <a:pt x="4739" y="8573"/>
                  </a:cubicBezTo>
                  <a:cubicBezTo>
                    <a:pt x="4299" y="8359"/>
                    <a:pt x="3811" y="8228"/>
                    <a:pt x="3287" y="8228"/>
                  </a:cubicBezTo>
                  <a:cubicBezTo>
                    <a:pt x="1632" y="8228"/>
                    <a:pt x="275" y="9418"/>
                    <a:pt x="1" y="10990"/>
                  </a:cubicBezTo>
                  <a:lnTo>
                    <a:pt x="43054" y="10990"/>
                  </a:lnTo>
                  <a:cubicBezTo>
                    <a:pt x="43054" y="10990"/>
                    <a:pt x="43054" y="10990"/>
                    <a:pt x="43054" y="10978"/>
                  </a:cubicBezTo>
                  <a:cubicBezTo>
                    <a:pt x="43054" y="8406"/>
                    <a:pt x="40970" y="6323"/>
                    <a:pt x="38398" y="6323"/>
                  </a:cubicBezTo>
                  <a:cubicBezTo>
                    <a:pt x="37744" y="6323"/>
                    <a:pt x="37124" y="6454"/>
                    <a:pt x="36553" y="6704"/>
                  </a:cubicBezTo>
                  <a:cubicBezTo>
                    <a:pt x="35815" y="4025"/>
                    <a:pt x="33374" y="2060"/>
                    <a:pt x="30457" y="2060"/>
                  </a:cubicBezTo>
                  <a:cubicBezTo>
                    <a:pt x="29231" y="2060"/>
                    <a:pt x="28088" y="2417"/>
                    <a:pt x="27111" y="3025"/>
                  </a:cubicBezTo>
                  <a:cubicBezTo>
                    <a:pt x="25897" y="1191"/>
                    <a:pt x="24028" y="0"/>
                    <a:pt x="21908" y="0"/>
                  </a:cubicBezTo>
                  <a:close/>
                </a:path>
              </a:pathLst>
            </a:custGeom>
            <a:solidFill>
              <a:srgbClr val="5AD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6"/>
            <p:cNvSpPr/>
            <p:nvPr/>
          </p:nvSpPr>
          <p:spPr>
            <a:xfrm>
              <a:off x="4749063" y="3588900"/>
              <a:ext cx="1076350" cy="274775"/>
            </a:xfrm>
            <a:custGeom>
              <a:avLst/>
              <a:gdLst/>
              <a:ahLst/>
              <a:cxnLst/>
              <a:rect l="l" t="t" r="r" b="b"/>
              <a:pathLst>
                <a:path w="43054" h="10991" extrusionOk="0">
                  <a:moveTo>
                    <a:pt x="21920" y="1"/>
                  </a:moveTo>
                  <a:cubicBezTo>
                    <a:pt x="19110" y="1"/>
                    <a:pt x="16717" y="2084"/>
                    <a:pt x="15753" y="5025"/>
                  </a:cubicBezTo>
                  <a:cubicBezTo>
                    <a:pt x="14574" y="3882"/>
                    <a:pt x="12967" y="3168"/>
                    <a:pt x="11181" y="3168"/>
                  </a:cubicBezTo>
                  <a:cubicBezTo>
                    <a:pt x="7954" y="3168"/>
                    <a:pt x="5275" y="5502"/>
                    <a:pt x="4739" y="8573"/>
                  </a:cubicBezTo>
                  <a:cubicBezTo>
                    <a:pt x="4299" y="8359"/>
                    <a:pt x="3811" y="8228"/>
                    <a:pt x="3287" y="8228"/>
                  </a:cubicBezTo>
                  <a:cubicBezTo>
                    <a:pt x="1644" y="8228"/>
                    <a:pt x="275" y="9419"/>
                    <a:pt x="1" y="10990"/>
                  </a:cubicBezTo>
                  <a:lnTo>
                    <a:pt x="43054" y="10990"/>
                  </a:lnTo>
                  <a:cubicBezTo>
                    <a:pt x="43054" y="10990"/>
                    <a:pt x="43054" y="10990"/>
                    <a:pt x="43054" y="10978"/>
                  </a:cubicBezTo>
                  <a:cubicBezTo>
                    <a:pt x="43054" y="8407"/>
                    <a:pt x="40970" y="6323"/>
                    <a:pt x="38398" y="6323"/>
                  </a:cubicBezTo>
                  <a:cubicBezTo>
                    <a:pt x="37744" y="6323"/>
                    <a:pt x="37124" y="6454"/>
                    <a:pt x="36565" y="6704"/>
                  </a:cubicBezTo>
                  <a:cubicBezTo>
                    <a:pt x="35815" y="4025"/>
                    <a:pt x="33374" y="2061"/>
                    <a:pt x="30469" y="2061"/>
                  </a:cubicBezTo>
                  <a:cubicBezTo>
                    <a:pt x="29231" y="2061"/>
                    <a:pt x="28088" y="2418"/>
                    <a:pt x="27123" y="3025"/>
                  </a:cubicBezTo>
                  <a:cubicBezTo>
                    <a:pt x="25909" y="1191"/>
                    <a:pt x="24028" y="1"/>
                    <a:pt x="21920" y="1"/>
                  </a:cubicBezTo>
                  <a:close/>
                </a:path>
              </a:pathLst>
            </a:custGeom>
            <a:solidFill>
              <a:srgbClr val="FFD1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6"/>
            <p:cNvSpPr/>
            <p:nvPr/>
          </p:nvSpPr>
          <p:spPr>
            <a:xfrm>
              <a:off x="2647613" y="3588900"/>
              <a:ext cx="1076350" cy="274775"/>
            </a:xfrm>
            <a:custGeom>
              <a:avLst/>
              <a:gdLst/>
              <a:ahLst/>
              <a:cxnLst/>
              <a:rect l="l" t="t" r="r" b="b"/>
              <a:pathLst>
                <a:path w="43054" h="10991" extrusionOk="0">
                  <a:moveTo>
                    <a:pt x="21908" y="1"/>
                  </a:moveTo>
                  <a:cubicBezTo>
                    <a:pt x="19110" y="1"/>
                    <a:pt x="16716" y="2084"/>
                    <a:pt x="15752" y="5025"/>
                  </a:cubicBezTo>
                  <a:cubicBezTo>
                    <a:pt x="14573" y="3882"/>
                    <a:pt x="12954" y="3168"/>
                    <a:pt x="11180" y="3168"/>
                  </a:cubicBezTo>
                  <a:cubicBezTo>
                    <a:pt x="7953" y="3168"/>
                    <a:pt x="5275" y="5502"/>
                    <a:pt x="4739" y="8573"/>
                  </a:cubicBezTo>
                  <a:cubicBezTo>
                    <a:pt x="4298" y="8359"/>
                    <a:pt x="3810" y="8228"/>
                    <a:pt x="3286" y="8228"/>
                  </a:cubicBezTo>
                  <a:cubicBezTo>
                    <a:pt x="1631" y="8228"/>
                    <a:pt x="274" y="9419"/>
                    <a:pt x="0" y="10990"/>
                  </a:cubicBezTo>
                  <a:lnTo>
                    <a:pt x="43053" y="10990"/>
                  </a:lnTo>
                  <a:cubicBezTo>
                    <a:pt x="43053" y="10990"/>
                    <a:pt x="43053" y="10990"/>
                    <a:pt x="43053" y="10978"/>
                  </a:cubicBezTo>
                  <a:cubicBezTo>
                    <a:pt x="43053" y="8407"/>
                    <a:pt x="40970" y="6323"/>
                    <a:pt x="38398" y="6323"/>
                  </a:cubicBezTo>
                  <a:cubicBezTo>
                    <a:pt x="37743" y="6323"/>
                    <a:pt x="37124" y="6454"/>
                    <a:pt x="36552" y="6704"/>
                  </a:cubicBezTo>
                  <a:cubicBezTo>
                    <a:pt x="35814" y="4025"/>
                    <a:pt x="33373" y="2061"/>
                    <a:pt x="30456" y="2061"/>
                  </a:cubicBezTo>
                  <a:cubicBezTo>
                    <a:pt x="29230" y="2061"/>
                    <a:pt x="28087" y="2418"/>
                    <a:pt x="27111" y="3025"/>
                  </a:cubicBezTo>
                  <a:cubicBezTo>
                    <a:pt x="25896" y="1191"/>
                    <a:pt x="24027" y="1"/>
                    <a:pt x="21908" y="1"/>
                  </a:cubicBezTo>
                  <a:close/>
                </a:path>
              </a:pathLst>
            </a:custGeom>
            <a:solidFill>
              <a:srgbClr val="FFD1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_rels/theme1.xml.rels><?xml version="1.0" encoding="UTF-8" standalone="yes"?>
<Relationships xmlns="http://schemas.openxmlformats.org/package/2006/relationships"><Relationship Id="rId2" Type="http://schemas.microsoft.com/office/2007/relationships/hdphoto" Target="../media/hdphoto1.wdp"/><Relationship Id="rId1" Type="http://schemas.openxmlformats.org/officeDocument/2006/relationships/image" Target="../media/image1.png"/></Relationships>
</file>

<file path=ppt/theme/theme1.xml><?xml version="1.0" encoding="utf-8"?>
<a:theme xmlns:a="http://schemas.openxmlformats.org/drawingml/2006/main" name="Environmental Consulting by Slidesgo">
  <a:themeElements>
    <a:clrScheme name="Simple Light">
      <a:dk1>
        <a:srgbClr val="043A5B"/>
      </a:dk1>
      <a:lt1>
        <a:srgbClr val="FFFFFF"/>
      </a:lt1>
      <a:dk2>
        <a:srgbClr val="9FEAFF"/>
      </a:dk2>
      <a:lt2>
        <a:srgbClr val="40B4E5"/>
      </a:lt2>
      <a:accent1>
        <a:srgbClr val="FFD173"/>
      </a:accent1>
      <a:accent2>
        <a:srgbClr val="74D8C2"/>
      </a:accent2>
      <a:accent3>
        <a:srgbClr val="59D098"/>
      </a:accent3>
      <a:accent4>
        <a:srgbClr val="439D8A"/>
      </a:accent4>
      <a:accent5>
        <a:srgbClr val="043A5B"/>
      </a:accent5>
      <a:accent6>
        <a:srgbClr val="043A5B"/>
      </a:accent6>
      <a:hlink>
        <a:srgbClr val="043A5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dpi="0" rotWithShape="1">
          <a:blip xmlns:r="http://schemas.openxmlformats.org/officeDocument/2006/relationships" r:embed="rId1">
            <a:extLst>
              <a:ext uri="{BEBA8EAE-BF5A-486C-A8C5-ECC9F3942E4B}">
                <a14:imgProps xmlns:a14="http://schemas.microsoft.com/office/drawing/2010/main">
                  <a14:imgLayer r:embed="rId2">
                    <a14:imgEffect>
                      <a14:sharpenSoften amount="-25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l="-13747" t="-95079" r="-29251" b="-27998"/>
          </a:stretch>
        </a:blipFill>
      </a:spPr>
      <a:bodyPr/>
      <a:lstStyle/>
      <a: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a:style>
    </a:sp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1212</TotalTime>
  <Words>1837</Words>
  <Application>Microsoft Macintosh PowerPoint</Application>
  <PresentationFormat>On-screen Show (16:9)</PresentationFormat>
  <Paragraphs>553</Paragraphs>
  <Slides>32</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Oswald</vt:lpstr>
      <vt:lpstr>Arial</vt:lpstr>
      <vt:lpstr>Open Sans</vt:lpstr>
      <vt:lpstr>Calibri</vt:lpstr>
      <vt:lpstr>Bahnschrift Light</vt:lpstr>
      <vt:lpstr>Environmental Consulting by Slidesgo</vt:lpstr>
      <vt:lpstr>Statistical Analysis of the Factors attributing AQI Values of Major Cities in India</vt:lpstr>
      <vt:lpstr>INTRODUCTION </vt:lpstr>
      <vt:lpstr>What is AQI (Air Quality Index)?</vt:lpstr>
      <vt:lpstr>OBJECTIVES</vt:lpstr>
      <vt:lpstr>1.</vt:lpstr>
      <vt:lpstr>HYPOTHESES</vt:lpstr>
      <vt:lpstr>DATA</vt:lpstr>
      <vt:lpstr>DATA DISTRIBUTION</vt:lpstr>
      <vt:lpstr>ANOVA TABLE</vt:lpstr>
      <vt:lpstr>2.</vt:lpstr>
      <vt:lpstr>HYPOTHESIS</vt:lpstr>
      <vt:lpstr>DATA</vt:lpstr>
      <vt:lpstr>DATA DISTRIBUTION</vt:lpstr>
      <vt:lpstr>ANOVA TABLE</vt:lpstr>
      <vt:lpstr>3.</vt:lpstr>
      <vt:lpstr>HYPOTHESIS</vt:lpstr>
      <vt:lpstr>DATA</vt:lpstr>
      <vt:lpstr>DATA DISTRIBUTION</vt:lpstr>
      <vt:lpstr>ANOVA TABLE</vt:lpstr>
      <vt:lpstr>4.</vt:lpstr>
      <vt:lpstr>TIER 1 CITIES CHOICE</vt:lpstr>
      <vt:lpstr>TIER 1 CITIES CHOICE</vt:lpstr>
      <vt:lpstr>TIER 2 &amp; 3 CITIES CHOICE</vt:lpstr>
      <vt:lpstr>TIER 2 &amp; 3 CITIES CHOICE</vt:lpstr>
      <vt:lpstr>LIMITATIONS</vt:lpstr>
      <vt:lpstr>FUTURE SCOPE</vt:lpstr>
      <vt:lpstr>PowerPoint Presentation</vt:lpstr>
      <vt:lpstr>REFERENCES </vt:lpstr>
      <vt:lpstr>ACKNOWLEDGMENTS</vt:lpstr>
      <vt:lpstr>OUR TEAM</vt:lpstr>
      <vt:lpstr>“Just breathing can be such a luxury sometimes”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Consulting</dc:title>
  <dc:creator>Hrishita Bapuram</dc:creator>
  <cp:lastModifiedBy>Maryam ahmad</cp:lastModifiedBy>
  <cp:revision>97</cp:revision>
  <dcterms:modified xsi:type="dcterms:W3CDTF">2026-03-27T23:12:21Z</dcterms:modified>
</cp:coreProperties>
</file>